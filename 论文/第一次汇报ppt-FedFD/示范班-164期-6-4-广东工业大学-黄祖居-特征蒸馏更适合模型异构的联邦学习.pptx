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bold r:id="rId32"/>
    </p:embeddedFont>
    <p:embeddedFont>
      <p:font typeface="Cambria Math" panose="02040503050406030204"/>
      <p:regular r:id="rId33"/>
    </p:embeddedFont>
    <p:embeddedFont>
      <p:font typeface="Cambria Math" panose="02040503050406030204" charset="0"/>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5.fntdata"/><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66.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4.xml"/><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5.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联邦学习的出发点：原始数据留在本地，通过交换模型更新开展协作训练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53550" y="3248025"/>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48500" y="3248025"/>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43450" y="3248025"/>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38400" y="3248025"/>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52450" y="2476500"/>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3825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68580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6953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57500" y="2476500"/>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4330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299085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003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62550" y="2476500"/>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4835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29590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054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67600" y="2476500"/>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5340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0095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104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72650" y="2476500"/>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58450" y="2152650"/>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06000" y="2781300"/>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155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619250" y="5000625"/>
            <a:ext cx="8953500" cy="647700"/>
          </a:xfrm>
          <a:prstGeom prst="roundRect">
            <a:avLst>
              <a:gd name="adj" fmla="val 17647"/>
            </a:avLst>
          </a:prstGeom>
          <a:solidFill>
            <a:srgbClr val="8E1119"/>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FedFD 的核心目标：在蒸馏前先把跨架构特征变成可比较、低冲突的教师知识</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5134610"/>
            <a:ext cx="10840085" cy="1205865"/>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2000"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182816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chemeClr val="tx1"/>
                </a:solidFill>
                <a:latin typeface="微软雅黑" panose="020B0503020204020204" charset="-122"/>
                <a:ea typeface="微软雅黑" panose="020B0503020204020204" charset="-122"/>
                <a:cs typeface="微软雅黑" panose="020B0503020204020204" charset="-122"/>
              </a:rPr>
              <a:t>作者对每组实验运行两次，并取每次运行最后十轮的准确率进行统计，可能不足以充分衡量随机性的影响；</a:t>
            </a:r>
            <a:endParaRPr lang="zh-CN" altLang="en-US" sz="1425" b="0" i="0">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依赖公共蒸馏数据；</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CNN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和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3.5,&quot;top&quot;:169.5,&quot;width&quot;:874.5}"/>
</p:tagLst>
</file>

<file path=ppt/tags/tag28.xml><?xml version="1.0" encoding="utf-8"?>
<p:tagLst xmlns:p="http://schemas.openxmlformats.org/presentationml/2006/main">
  <p:tag name="KSO_WM_DIAGRAM_VIRTUALLY_FRAME" val="{&quot;height&quot;:147,&quot;left&quot;:43.5,&quot;top&quot;:169.5,&quot;width&quot;:874.5}"/>
</p:tagLst>
</file>

<file path=ppt/tags/tag29.xml><?xml version="1.0" encoding="utf-8"?>
<p:tagLst xmlns:p="http://schemas.openxmlformats.org/presentationml/2006/main">
  <p:tag name="KSO_WM_DIAGRAM_VIRTUALLY_FRAME" val="{&quot;height&quot;:147,&quot;left&quot;:43.5,&quot;top&quot;:169.5,&quot;width&quot;:874.5}"/>
</p:tagLst>
</file>

<file path=ppt/tags/tag30.xml><?xml version="1.0" encoding="utf-8"?>
<p:tagLst xmlns:p="http://schemas.openxmlformats.org/presentationml/2006/main">
  <p:tag name="KSO_WM_DIAGRAM_VIRTUALLY_FRAME" val="{&quot;height&quot;:147,&quot;left&quot;:43.5,&quot;top&quot;:169.5,&quot;width&quot;:874.5}"/>
</p:tagLst>
</file>

<file path=ppt/tags/tag31.xml><?xml version="1.0" encoding="utf-8"?>
<p:tagLst xmlns:p="http://schemas.openxmlformats.org/presentationml/2006/main">
  <p:tag name="KSO_WM_DIAGRAM_VIRTUALLY_FRAME" val="{&quot;height&quot;:147,&quot;left&quot;:43.5,&quot;top&quot;:169.5,&quot;width&quot;:874.5}"/>
</p:tagLst>
</file>

<file path=ppt/tags/tag32.xml><?xml version="1.0" encoding="utf-8"?>
<p:tagLst xmlns:p="http://schemas.openxmlformats.org/presentationml/2006/main">
  <p:tag name="KSO_WM_DIAGRAM_VIRTUALLY_FRAME" val="{&quot;height&quot;:147,&quot;left&quot;:43.5,&quot;top&quot;:169.5,&quot;width&quot;:874.5}"/>
</p:tagLst>
</file>

<file path=ppt/tags/tag33.xml><?xml version="1.0" encoding="utf-8"?>
<p:tagLst xmlns:p="http://schemas.openxmlformats.org/presentationml/2006/main">
  <p:tag name="KSO_WM_DIAGRAM_VIRTUALLY_FRAME" val="{&quot;height&quot;:147,&quot;left&quot;:43.5,&quot;top&quot;:169.5,&quot;width&quot;:874.5}"/>
</p:tagLst>
</file>

<file path=ppt/tags/tag34.xml><?xml version="1.0" encoding="utf-8"?>
<p:tagLst xmlns:p="http://schemas.openxmlformats.org/presentationml/2006/main">
  <p:tag name="KSO_WM_DIAGRAM_VIRTUALLY_FRAME" val="{&quot;height&quot;:147,&quot;left&quot;:43.5,&quot;top&quot;:169.5,&quot;width&quot;:874.5}"/>
</p:tagLst>
</file>

<file path=ppt/tags/tag35.xml><?xml version="1.0" encoding="utf-8"?>
<p:tagLst xmlns:p="http://schemas.openxmlformats.org/presentationml/2006/main">
  <p:tag name="KSO_WM_DIAGRAM_VIRTUALLY_FRAME" val="{&quot;height&quot;:147,&quot;left&quot;:43.5,&quot;top&quot;:169.5,&quot;width&quot;:874.5}"/>
</p:tagLst>
</file>

<file path=ppt/tags/tag36.xml><?xml version="1.0" encoding="utf-8"?>
<p:tagLst xmlns:p="http://schemas.openxmlformats.org/presentationml/2006/main">
  <p:tag name="KSO_WM_DIAGRAM_VIRTUALLY_FRAME" val="{&quot;height&quot;:147,&quot;left&quot;:43.5,&quot;top&quot;:169.5,&quot;width&quot;:874.5}"/>
</p:tagLst>
</file>

<file path=ppt/tags/tag37.xml><?xml version="1.0" encoding="utf-8"?>
<p:tagLst xmlns:p="http://schemas.openxmlformats.org/presentationml/2006/main">
  <p:tag name="KSO_WM_DIAGRAM_VIRTUALLY_FRAME" val="{&quot;height&quot;:147,&quot;left&quot;:43.5,&quot;top&quot;:169.5,&quot;width&quot;:874.5}"/>
</p:tagLst>
</file>

<file path=ppt/tags/tag38.xml><?xml version="1.0" encoding="utf-8"?>
<p:tagLst xmlns:p="http://schemas.openxmlformats.org/presentationml/2006/main">
  <p:tag name="KSO_WM_DIAGRAM_VIRTUALLY_FRAME" val="{&quot;height&quot;:147,&quot;left&quot;:43.5,&quot;top&quot;:169.5,&quot;width&quot;:874.5}"/>
</p:tagLst>
</file>

<file path=ppt/tags/tag39.xml><?xml version="1.0" encoding="utf-8"?>
<p:tagLst xmlns:p="http://schemas.openxmlformats.org/presentationml/2006/main">
  <p:tag name="KSO_WM_DIAGRAM_VIRTUALLY_FRAME" val="{&quot;height&quot;:147,&quot;left&quot;:43.5,&quot;top&quot;:169.5,&quot;width&quot;:874.5}"/>
</p:tagLst>
</file>

<file path=ppt/tags/tag40.xml><?xml version="1.0" encoding="utf-8"?>
<p:tagLst xmlns:p="http://schemas.openxmlformats.org/presentationml/2006/main">
  <p:tag name="KSO_WM_DIAGRAM_VIRTUALLY_FRAME" val="{&quot;height&quot;:147,&quot;left&quot;:43.5,&quot;top&quot;:169.5,&quot;width&quot;:874.5}"/>
</p:tagLst>
</file>

<file path=ppt/tags/tag41.xml><?xml version="1.0" encoding="utf-8"?>
<p:tagLst xmlns:p="http://schemas.openxmlformats.org/presentationml/2006/main">
  <p:tag name="KSO_WM_DIAGRAM_VIRTUALLY_FRAME" val="{&quot;height&quot;:147,&quot;left&quot;:43.5,&quot;top&quot;:169.5,&quot;width&quot;:874.5}"/>
</p:tagLst>
</file>

<file path=ppt/tags/tag42.xml><?xml version="1.0" encoding="utf-8"?>
<p:tagLst xmlns:p="http://schemas.openxmlformats.org/presentationml/2006/main">
  <p:tag name="KSO_WM_DIAGRAM_VIRTUALLY_FRAME" val="{&quot;height&quot;:147,&quot;left&quot;:43.5,&quot;top&quot;:169.5,&quot;width&quot;:874.5}"/>
</p:tagLst>
</file>

<file path=ppt/tags/tag43.xml><?xml version="1.0" encoding="utf-8"?>
<p:tagLst xmlns:p="http://schemas.openxmlformats.org/presentationml/2006/main">
  <p:tag name="KSO_WM_DIAGRAM_VIRTUALLY_FRAME" val="{&quot;height&quot;:147,&quot;left&quot;:43.5,&quot;top&quot;:169.5,&quot;width&quot;:874.5}"/>
</p:tagLst>
</file>

<file path=ppt/tags/tag44.xml><?xml version="1.0" encoding="utf-8"?>
<p:tagLst xmlns:p="http://schemas.openxmlformats.org/presentationml/2006/main">
  <p:tag name="KSO_WM_DIAGRAM_VIRTUALLY_FRAME" val="{&quot;height&quot;:147,&quot;left&quot;:43.5,&quot;top&quot;:169.5,&quot;width&quot;:874.5}"/>
</p:tagLst>
</file>

<file path=ppt/tags/tag45.xml><?xml version="1.0" encoding="utf-8"?>
<p:tagLst xmlns:p="http://schemas.openxmlformats.org/presentationml/2006/main">
  <p:tag name="KSO_WM_DIAGRAM_VIRTUALLY_FRAME" val="{&quot;height&quot;:147,&quot;left&quot;:43.5,&quot;top&quot;:169.5,&quot;width&quot;:874.5}"/>
</p:tagLst>
</file>

<file path=ppt/tags/tag46.xml><?xml version="1.0" encoding="utf-8"?>
<p:tagLst xmlns:p="http://schemas.openxmlformats.org/presentationml/2006/main">
  <p:tag name="KSO_WM_DIAGRAM_VIRTUALLY_FRAME" val="{&quot;height&quot;:147,&quot;left&quot;:43.5,&quot;top&quot;:169.5,&quot;width&quot;:874.5}"/>
</p:tagLst>
</file>

<file path=ppt/tags/tag47.xml><?xml version="1.0" encoding="utf-8"?>
<p:tagLst xmlns:p="http://schemas.openxmlformats.org/presentationml/2006/main">
  <p:tag name="KSO_WM_DIAGRAM_VIRTUALLY_FRAME" val="{&quot;height&quot;:147,&quot;left&quot;:43.5,&quot;top&quot;:169.5,&quot;width&quot;:874.5}"/>
</p:tagLst>
</file>

<file path=ppt/tags/tag48.xml><?xml version="1.0" encoding="utf-8"?>
<p:tagLst xmlns:p="http://schemas.openxmlformats.org/presentationml/2006/main">
  <p:tag name="KSO_WM_DIAGRAM_VIRTUALLY_FRAME" val="{&quot;height&quot;:147,&quot;left&quot;:43.5,&quot;top&quot;:169.5,&quot;width&quot;:874.5}"/>
</p:tagLst>
</file>

<file path=ppt/tags/tag49.xml><?xml version="1.0" encoding="utf-8"?>
<p:tagLst xmlns:p="http://schemas.openxmlformats.org/presentationml/2006/main">
  <p:tag name="KSO_WM_DIAGRAM_VIRTUALLY_FRAME" val="{&quot;height&quot;:147,&quot;left&quot;:43.5,&quot;top&quot;:169.5,&quot;width&quot;:874.5}"/>
</p:tagLst>
</file>

<file path=ppt/tags/tag50.xml><?xml version="1.0" encoding="utf-8"?>
<p:tagLst xmlns:p="http://schemas.openxmlformats.org/presentationml/2006/main">
  <p:tag name="KSO_WM_DIAGRAM_VIRTUALLY_FRAME" val="{&quot;height&quot;:147,&quot;left&quot;:43.5,&quot;top&quot;:169.5,&quot;width&quot;:874.5}"/>
</p:tagLst>
</file>

<file path=ppt/tags/tag51.xml><?xml version="1.0" encoding="utf-8"?>
<p:tagLst xmlns:p="http://schemas.openxmlformats.org/presentationml/2006/main">
  <p:tag name="KSO_WM_DIAGRAM_VIRTUALLY_FRAME" val="{&quot;height&quot;:262.5,&quot;left&quot;:52.5,&quot;top&quot;:138.75,&quot;width&quot;:870}"/>
</p:tagLst>
</file>

<file path=ppt/tags/tag52.xml><?xml version="1.0" encoding="utf-8"?>
<p:tagLst xmlns:p="http://schemas.openxmlformats.org/presentationml/2006/main">
  <p:tag name="KSO_WM_DIAGRAM_VIRTUALLY_FRAME" val="{&quot;height&quot;:262.5,&quot;left&quot;:52.5,&quot;top&quot;:138.75,&quot;width&quot;:870}"/>
</p:tagLst>
</file>

<file path=ppt/tags/tag53.xml><?xml version="1.0" encoding="utf-8"?>
<p:tagLst xmlns:p="http://schemas.openxmlformats.org/presentationml/2006/main">
  <p:tag name="KSO_WM_DIAGRAM_VIRTUALLY_FRAME" val="{&quot;height&quot;:262.5,&quot;left&quot;:52.5,&quot;top&quot;:138.75,&quot;width&quot;:870}"/>
</p:tagLst>
</file>

<file path=ppt/tags/tag54.xml><?xml version="1.0" encoding="utf-8"?>
<p:tagLst xmlns:p="http://schemas.openxmlformats.org/presentationml/2006/main">
  <p:tag name="KSO_WM_DIAGRAM_VIRTUALLY_FRAME" val="{&quot;height&quot;:262.5,&quot;left&quot;:52.5,&quot;top&quot;:138.75,&quot;width&quot;:870}"/>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147,&quot;left&quot;:43.5,&quot;top&quot;:169.5,&quot;width&quot;:874.5}"/>
</p:tagLst>
</file>

<file path=ppt/tags/tag67.xml><?xml version="1.0" encoding="utf-8"?>
<p:tagLst xmlns:p="http://schemas.openxmlformats.org/presentationml/2006/main">
  <p:tag name="KSO_WM_DIAGRAM_VIRTUALLY_FRAME" val="{&quot;height&quot;:124.5,&quot;left&quot;:60,&quot;top&quot;:202.5,&quot;width&quot;:804}"/>
</p:tagLst>
</file>

<file path=ppt/tags/tag68.xml><?xml version="1.0" encoding="utf-8"?>
<p:tagLst xmlns:p="http://schemas.openxmlformats.org/presentationml/2006/main">
  <p:tag name="KSO_WM_DIAGRAM_VIRTUALLY_FRAME" val="{&quot;height&quot;:124.5,&quot;left&quot;:60,&quot;top&quot;:202.5,&quot;width&quot;:804}"/>
</p:tagLst>
</file>

<file path=ppt/tags/tag69.xml><?xml version="1.0" encoding="utf-8"?>
<p:tagLst xmlns:p="http://schemas.openxmlformats.org/presentationml/2006/main">
  <p:tag name="KSO_WM_DIAGRAM_VIRTUALLY_FRAME" val="{&quot;height&quot;:124.5,&quot;left&quot;:60,&quot;top&quot;:202.5,&quot;width&quot;:804}"/>
</p:tagLst>
</file>

<file path=ppt/tags/tag70.xml><?xml version="1.0" encoding="utf-8"?>
<p:tagLst xmlns:p="http://schemas.openxmlformats.org/presentationml/2006/main">
  <p:tag name="KSO_WM_DIAGRAM_VIRTUALLY_FRAME" val="{&quot;height&quot;:124.5,&quot;left&quot;:60,&quot;top&quot;:202.5,&quot;width&quot;:804}"/>
</p:tagLst>
</file>

<file path=ppt/tags/tag71.xml><?xml version="1.0" encoding="utf-8"?>
<p:tagLst xmlns:p="http://schemas.openxmlformats.org/presentationml/2006/main">
  <p:tag name="KSO_WM_DIAGRAM_VIRTUALLY_FRAME" val="{&quot;height&quot;:124.5,&quot;left&quot;:60,&quot;top&quot;:202.5,&quot;width&quot;:804}"/>
</p:tagLst>
</file>

<file path=ppt/tags/tag72.xml><?xml version="1.0" encoding="utf-8"?>
<p:tagLst xmlns:p="http://schemas.openxmlformats.org/presentationml/2006/main">
  <p:tag name="KSO_WM_DIAGRAM_VIRTUALLY_FRAME" val="{&quot;height&quot;:124.5,&quot;left&quot;:60,&quot;top&quot;:202.5,&quot;width&quot;:804}"/>
</p:tagLst>
</file>

<file path=ppt/tags/tag73.xml><?xml version="1.0" encoding="utf-8"?>
<p:tagLst xmlns:p="http://schemas.openxmlformats.org/presentationml/2006/main">
  <p:tag name="KSO_WM_DIAGRAM_VIRTUALLY_FRAME" val="{&quot;height&quot;:124.5,&quot;left&quot;:60,&quot;top&quot;:202.5,&quot;width&quot;:804}"/>
</p:tagLst>
</file>

<file path=ppt/tags/tag74.xml><?xml version="1.0" encoding="utf-8"?>
<p:tagLst xmlns:p="http://schemas.openxmlformats.org/presentationml/2006/main">
  <p:tag name="KSO_WM_DIAGRAM_VIRTUALLY_FRAME" val="{&quot;height&quot;:124.5,&quot;left&quot;:60,&quot;top&quot;:202.5,&quot;width&quot;:804}"/>
</p:tagLst>
</file>

<file path=ppt/tags/tag75.xml><?xml version="1.0" encoding="utf-8"?>
<p:tagLst xmlns:p="http://schemas.openxmlformats.org/presentationml/2006/main">
  <p:tag name="KSO_WM_DIAGRAM_VIRTUALLY_FRAME" val="{&quot;height&quot;:124.5,&quot;left&quot;:60,&quot;top&quot;:202.5,&quot;width&quot;:804}"/>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4775</Words>
  <Application>WPS 演示</Application>
  <PresentationFormat>Converted Presentation</PresentationFormat>
  <Paragraphs>653</Paragraphs>
  <Slides>24</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24</vt:i4>
      </vt:variant>
    </vt:vector>
  </HeadingPairs>
  <TitlesOfParts>
    <vt:vector size="50"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Alibaba Sans Medium</vt:lpstr>
      <vt:lpstr>书体坊安景臣钢笔行书</vt:lpstr>
      <vt:lpstr>思源宋体 CN Heavy</vt:lpstr>
      <vt:lpstr>思源黑体 CN Normal</vt:lpstr>
      <vt:lpstr>MS PGothic</vt:lpstr>
      <vt:lpstr>Wingdings</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47</cp:revision>
  <dcterms:created xsi:type="dcterms:W3CDTF">2026-10-18T10:32:00Z</dcterms:created>
  <dcterms:modified xsi:type="dcterms:W3CDTF">2026-10-24T09:53:31Z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