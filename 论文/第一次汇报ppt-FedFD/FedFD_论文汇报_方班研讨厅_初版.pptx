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80" r:id="rId3"/>
    <p:sldId id="257" r:id="rId5"/>
    <p:sldId id="284" r:id="rId6"/>
    <p:sldId id="281" r:id="rId7"/>
    <p:sldId id="285" r:id="rId8"/>
    <p:sldId id="258" r:id="rId9"/>
    <p:sldId id="259" r:id="rId10"/>
    <p:sldId id="260" r:id="rId11"/>
    <p:sldId id="261" r:id="rId12"/>
    <p:sldId id="262" r:id="rId13"/>
    <p:sldId id="264" r:id="rId14"/>
    <p:sldId id="265" r:id="rId15"/>
    <p:sldId id="266" r:id="rId16"/>
    <p:sldId id="267" r:id="rId17"/>
    <p:sldId id="268" r:id="rId18"/>
    <p:sldId id="269" r:id="rId19"/>
    <p:sldId id="270" r:id="rId20"/>
    <p:sldId id="271" r:id="rId21"/>
    <p:sldId id="273" r:id="rId22"/>
    <p:sldId id="274" r:id="rId23"/>
    <p:sldId id="275" r:id="rId24"/>
    <p:sldId id="276" r:id="rId25"/>
    <p:sldId id="277" r:id="rId26"/>
    <p:sldId id="278" r:id="rId27"/>
    <p:sldId id="283" r:id="rId28"/>
  </p:sldIdLst>
  <p:sldSz cx="12192000" cy="6858000"/>
  <p:notesSz cx="6858000" cy="9144000"/>
  <p:embeddedFontLst>
    <p:embeddedFont>
      <p:font typeface="微软雅黑" panose="020B0503020204020204" charset="-122"/>
      <p:regular r:id="rId32"/>
    </p:embeddedFont>
    <p:embeddedFont>
      <p:font typeface="Cambria Math" panose="02040503050406030204"/>
      <p:regular r:id="rId33"/>
    </p:embeddedFont>
    <p:embeddedFont>
      <p:font typeface="Cambria Math" panose="02040503050406030204" charset="0"/>
      <p:regular r:id="rId34"/>
    </p:embeddedFont>
    <p:embeddedFont>
      <p:font typeface="楷体" panose="02010609060101010101" charset="-122"/>
      <p:regular r:id="rId35"/>
    </p:embeddedFont>
  </p:embeddedFont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ea typeface="微软雅黑" panose="020B0503020204020204" charset="-122"/>
              </a:rPr>
              <a:t>本页所说的“传统机器学习”特指常见的集中式训练范式，并以监督学习为例，不是说所有机器学习方法都必须集中数据。训练阶段利用带标签历史样本优化模型，评估后对新输入执行预测。集中式训练便于统一管理数据和模型，但在多设备、多机构协作中需要先汇集原始数据，因而受到数据访问权限、隐私保护需求和数据管理安排的限制。无法共享的样本形成数据孤岛，可能使训练样本对不同群体、场景的覆盖不足。数据上传、预处理和集中存储也有相应开销，集中保存会扩大单点泄露的影响范围。这些局限依赖应用场景，并不意味着集中式方法一定精度低或联邦学习完全消除了隐私风险。下一页进一步介绍联邦学习通过本地训练和模型更新聚合来缓解数据集中需求。来源：所附 FedFD 论文第 1 页 Introduction、第 4 页 Problem Formulation，以及其参考文献 [34] McMahan et al., Communication-Efficient Learning of Deep Networks from Decentralized Data, AISTATS 2017。</a:t>
            </a:r>
            <a:endParaRPr lang="zh-CN" sz="1200">
              <a:ea typeface="微软雅黑" panose="020B050302020402020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latin typeface="微软雅黑" panose="020B0503020204020204" charset="-122"/>
                <a:ea typeface="微软雅黑" panose="020B0503020204020204" charset="-122"/>
              </a:rPr>
              <a:t>联邦学习是一种分布式协作训练框架。以标准 FedAvg 为例，服务器每轮抽样客户端并下发模型，各端使用本地私有样本训练，再上传模型或更新，由服务器聚合。服务器不需要汇集原始样本，但这并不意味着模型更新天然不存在隐私泄露风险。这里先讲同构模型下的基本过程，下一页区分数据、系统和模型层面的挑战。来源：所附论文第 1 页 Introduction、第 4 页第 3.1 节，及其参考文献 [34] McMahan et al., AISTATS 2017。</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cNvSpPr txBox="1"/>
          <p:nvPr>
            <p:ph type="body" idx="1"/>
          </p:nvPr>
        </p:nvSpPr>
        <p:spPr/>
        <p:txBody>
          <a:bodyPr/>
          <a:lstStyle/>
          <a:p>
            <a:r>
              <a:rPr lang="zh-CN" sz="1200">
                <a:latin typeface="微软雅黑" panose="020B0503020204020204" charset="-122"/>
                <a:ea typeface="微软雅黑" panose="020B0503020204020204" charset="-122"/>
              </a:rPr>
              <a:t>数据异构指各客户端的数据分布不同，常以 Non-IID 表示。系统差异指资源、网络或可用性不同，它会促使设备使用不同大小的模型，但系统异构与模型异构并非同义。模型异构进一步导致参数形状和隐藏表示不一致，传统参数平均不能直接适用于任意结构。本论文研究模型异构联邦学习中的知识蒸馏稳定性：既有 logit 蒸馏只聚合输出预测，可能遗漏隐藏表示偏差，FedFD 因而采用分层特征对齐和正交参数化。它没有同时解决所有隐私、网络或客户端采样问题。后续依次介绍研究对象、已有聚合路径、logit 蒸馏的问题和论文贡献。来源：所附论文第 1–4 页 Introduction、Related Work。</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模型异构来自设备算力和内存差异。客户端可能使用不同宽度或深度的网络。</a:t>
            </a:r>
          </a:p>
          <a:p>
            <a:r>
              <a:t>标准 FedAvg 要求参数张量形状一致，</a:t>
            </a:r>
            <a:r>
              <a:rPr lang="zh-CN"/>
              <a:t>但是当</a:t>
            </a:r>
            <a:r>
              <a:t>模型结构不同后，知识聚合成为核心难点。</a:t>
            </a:r>
          </a:p>
          <a:p>
            <a:r>
              <a:rPr lang="zh-CN"/>
              <a:t>这篇文章也是主要研究这个问题。</a:t>
            </a:r>
            <a:endParaRPr lang="zh-CN"/>
          </a:p>
          <a:p>
            <a:r>
              <a:t>论文沿用 HeteroFL 的分层参数聚合协议，再在服务器端加入特征蒸馏。</a:t>
            </a:r>
          </a:p>
          <a:p>
            <a:r>
              <a:t>来源：论文第 1 节与第 3.1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参数聚合：直接聚合模型参数。</a:t>
            </a:r>
            <a:endParaRPr lang="zh-CN" altLang="en-US"/>
          </a:p>
          <a:p>
            <a:r>
              <a:rPr lang="en-US" altLang="zh-CN"/>
              <a:t>Logit </a:t>
            </a:r>
            <a:r>
              <a:rPr lang="zh-CN" altLang="en-US"/>
              <a:t>蒸馏：不交换模型参数，而是交换模型对同一输入的预测结果。</a:t>
            </a:r>
            <a:br>
              <a:rPr lang="zh-CN" altLang="en-US"/>
            </a:br>
            <a:r>
              <a:rPr lang="zh-CN" altLang="en-US"/>
              <a:t>特征蒸馏：不仅利用模型的最终预测，还利用神经网络中间层学习到的特征表示。</a:t>
            </a:r>
            <a:endParaRPr lang="zh-CN" altLang="en-US"/>
          </a:p>
          <a:p/>
          <a:p>
            <a:r>
              <a:rPr lang="zh-CN" altLang="en-US"/>
              <a:t>模型无关性衡量的是：知识聚合方法对客户端模型的网络结构、参数数量和内部表示形式有多大依赖。</a:t>
            </a:r>
            <a:endParaRPr lang="zh-CN" altLang="en-US"/>
          </a:p>
          <a:p/>
          <a:p>
            <a:r>
              <a:t>这里不是说 logit 蒸馏在任何场景都不好。对于同构模型，它通常能稳定工作。</a:t>
            </a:r>
          </a:p>
          <a:p>
            <a:r>
              <a:t>模型异构时，每个网络把同一样本映射到不同隐藏空间，softmax 只保留最后一层结果。</a:t>
            </a:r>
          </a:p>
          <a:p>
            <a:r>
              <a:t>FedFD 选择分类器前的特征作为知识载体，再用投影层完成跨结构对齐。</a:t>
            </a:r>
          </a:p>
          <a:p>
            <a:r>
              <a:t>来源：论文第 2 节与第 3.2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关键不是 softmax 本身错误，而是它无法补偿由不同模型结构产生的隐藏表示偏差。</a:t>
            </a:r>
          </a:p>
          <a:p>
            <a:r>
              <a:t>因此后面的方法要回答两个子问题：怎样对齐不同维度，怎样减少多个投影层之间的知识冲突。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左图看空间结构：聚合 logits 的簇边界混杂，特征表示的类别分离更明显。</a:t>
            </a:r>
          </a:p>
          <a:p>
            <a:r>
              <a:t>右图看训练动态：在同构设置下，多种蒸馏方法都较稳定；换成异构架构后，曲线出现明显峰值和回落。</a:t>
            </a:r>
          </a:p>
          <a:p>
            <a:r>
              <a:t>两组证据共同支持论文动机，但 t-SNE 只能作为定性证据，不能单独证明因果。</a:t>
            </a:r>
          </a:p>
          <a:p>
            <a:r>
              <a:t>来源：论文 Figure 1、Figure 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贡献不要按摘要逐字读。用两个子问题对应两个技术模块。</a:t>
            </a:r>
          </a:p>
          <a:p>
            <a:r>
              <a:t>分层特征对齐解决投影层数量和知识稀疏问题。正交投影解决跨架构特征冲突。</a:t>
            </a:r>
          </a:p>
          <a:p>
            <a:r>
              <a:t>实验验证不仅看最终准确率，还看收敛稳定性和通信轮数。</a:t>
            </a:r>
          </a:p>
          <a:p>
            <a:r>
              <a:t>来源：论文第 1 节贡献总结与第 3.3 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先从底部讲客户端：每个客户端在私有数据上训练本地模型并上传模型参数。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服务器先按 HeteroFL 协议得到全局模型，再用公共蒸馏数据提取每种客户端架构的特征。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同架构特征先聚合成教师特征。全局模型作为学生，通过每个架构对应的正交投影层进行对齐。</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最后用 KL 损失同时更新全局模型和投影层。</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Figure 2、Algorithm 1。</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【框架图中的公式与符号】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局部模型 wₖ 和私有数据 Dₖ 表示客户端 k 在本地学习的参数及训练样本。服务器先聚合上传的局部模型，得到全局学生模型 w。</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图中的教师特征 ē₁、ē₂ 表示对同一代理样本、同一架构组内客户端模型的平均特征，对应论文式 (4)、式 (5)，作用是生成稳定的组级监督信号。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 M₁(wx)、M₂(wx) 是将全局模型特征映射到相应教师维度的学生表示，对应式 (6)，wx 是神经网络的前向特征记号，不是把整个网络看作线性层。图中投影层的下标是示意编号，正文式 (9) 使用 M₂ 至 Mₘ 表示需要训练的 m−1 个映射。</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矩阵 W₁、W₂ 是正交参数化使用的底层方阵，经反对称约束及矩阵指数得到正交变换，再按维度截取列，形成投影层，对应式 (7)、式 (8)。</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KL-Loss 表示比较同维度学生与教师分布的蒸馏损失，对应式 (9)，反向传播同时更新全局特征提取器和投影的底层参数。特征用于 KL 前须转换为合法概率分布，原文公式未展开温度及归一化细节。</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作用：这张图串联本地训练、参数聚合、同架构特征平均、正交映射和服务器蒸馏。具体公式的符号、推导条件和维度边界见后续对应页面的备注。来源：所附论文第 3 页 Figure 2，第 6–7 页式 (4)–(9)。</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公式一是标准联邦学习目标。每个客户端最小化本地交叉熵，服务器目标是按样本数加权。</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公式三描述 HeteroFL 的嵌套参数聚合。大模型包含小模型的共享子参数，因此可以按层级组合。</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注意：FedFD 不替换底层聚合协议，而是作为服务器端附加模块。</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(1) 与公式 (3)。</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(1)：联邦学习的全局经验风险最小化与本地交叉熵损失】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名称：全局加权经验风险最小化。</a:t>
            </a:r>
            <a:r>
              <a:rPr lang="en-US" altLang="zh-CN" sz="1200">
                <a:latin typeface="微软雅黑" panose="020B0503020204020204" charset="-122"/>
                <a:ea typeface="微软雅黑" panose="020B0503020204020204" charset="-122"/>
              </a:rPr>
              <a:t> </a:t>
            </a:r>
            <a:r>
              <a:rPr lang="zh-CN" altLang="en-US" sz="1200">
                <a:latin typeface="微软雅黑" panose="020B0503020204020204" charset="-122"/>
                <a:ea typeface="微软雅黑" panose="020B0503020204020204" charset="-122"/>
              </a:rPr>
              <a:t>第一行</a:t>
            </a:r>
            <a:r>
              <a:rPr lang="zh-CN" sz="1200">
                <a:latin typeface="微软雅黑" panose="020B0503020204020204" charset="-122"/>
                <a:ea typeface="微软雅黑" panose="020B0503020204020204" charset="-122"/>
              </a:rPr>
              <a:t> min_w L(w)=Σₖ(|Dₖ|/|D|)Lₖ(w) 定义整体优化目标，</a:t>
            </a:r>
            <a:r>
              <a:rPr lang="zh-CN" sz="1200">
                <a:latin typeface="微软雅黑" panose="020B0503020204020204" charset="-122"/>
                <a:ea typeface="微软雅黑" panose="020B0503020204020204" charset="-122"/>
              </a:rPr>
              <a:t>第二行 Lₖ(w)=(1/|Dₖ|)Σᵢ L_CE(w;xₖ⁽ⁱ⁾,yₖ⁽ⁱ⁾) 定义客户端的平均训练损失。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符号：K 为客户端总数，k 为客户端编号；Dₖ 是第 k 个客户端的私有数据集，|Dₖ| 为样本数；|D|=Σₖ|Dₖ|；w 为待学习模型参数；x、y 分别为输入和真实标签。L_CE 是交叉熵，例如分类任务可写为 −Σ_c 1[y=c]log p_w(c|x)。</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用样本占比决定各客户端对全局目标的贡献，本地交叉熵要求模型正确识别私有数据。每轮参与客户端执行本地梯度更新，之后上传模型参数。该式说明任务目标，不意味着服务器持有或集中访问各端原始数据。</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(3)：HeteroFL 的分层参数聚合，幻灯片展示其集合合并形式】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名称：按模型宽度层级执行的异构参数聚合。wₚˢ 是第 p 层级的聚合参数，∪ 表示按原坐标组合参数块，集合差 ∖ 表示相邻宽度层级之间新增、未被较小子模型覆盖的参数。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作用：不同宽度的网络只在共有且坐标兼容的参数上聚合，再用能训练相应参数的客户端补全其他参数块，得到服务器全局模型。它沿用 HeteroFL，属于 FedFD 蒸馏前的初始化步骤。</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边界：本页是论文式 (3) 的简写，省略了每块参数的平均计算及样本数权重。它适用于可嵌套、可对齐的子网络，不能据此把任意 CNN 与 Transformer 的权重直接相加。论文以 p 表示参数聚合层级，以后文 m 表示特征架构组数，二者不宜混用。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4–5 页，式 (1)、式 (3) 和第 3.1 节。</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每个客户端先在公共蒸馏样本 x 上提取分类器前的特征 e。</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服务器按相同模型结构和输出维度分组，并在组内平均得到教师特征。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若每个客户端维护一个投影层，需要 K 个投影层；分组后只需 m−1 个，m 是架构组数。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这样既减少存储，又避免单个客户端教师信号过弱。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(4)、公式 (5)。</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(4)：客户端的分类器前特征提取】</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名称：教师特征生成式。eₖᵈ=f(wₖᵈ;x)。</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符号：x 是服务器蒸馏时使用的同一代理数据样本；wₖᵈ 是第 k 个客户端模型的特征提取器，d 是其输出维度；f 是前向提取函数；eₖᵈ 是该样本在客户端模型中的 d 维表示。分类器头 θₖ 不包含在此表示中。</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作用：将知识传递对象从最终类别预测转移到分类器之前的中间表示。必须对同一样本 x 对齐教师与学生，才能比较其特征。维度相同只是必要条件，模型结构也应相同才进行组内平均。</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(5)：同架构教师特征的组内平均】</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名称：分层特征对齐中的教师聚合。ēᵈ=(1/|Sᵈ|)Σᵢ₌₁^{|Sᵈ|}eᵢᵈ。</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符号：Sᵈ 是特征提取器结构相同且输出为 d 维的模型组；|Sᵈ| 为组内模型数量；ēᵈ 是该组对样本 x 的平均教师特征。上标 d 表示特征维度或对应组，不是乘方。</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作用：先把同结构的多个客户端合成一个教师，再为不同架构组分别对齐，避免每个客户端都维护一套独立投影。组内聚合后的教师在服务器蒸馏阶段固定，梯度更新学生和投影参数。</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【K 个与 m−1 个投影层：存储规模比较】</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 为客户端数，m 为不同特征架构组数。原始逐客户端方案约需 K 个投影，分组后论文仅训练 {M₂,…,Mₘ} 共 m−1 个投影层，与服务器表示一致的一组无需额外可训练投影。图中 d=128、d=64 仅为维度示意，不是论文固定实验超参数。ē¹、ē² 是图中组编号写法，与公式按维度标记 ēᵈ 的含义应结合上下文区分。</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6 页，式 (4)、式 (5) 及其后说明。</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普通投影层可以任意缩放和扭曲特征。多个投影层共同更新同一个全局特征提取器时，梯度方向可能互相冲突。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正交变换保持向量长度和夹角，相当于旋转或反射。它让不同架构的知识在相对稳定的几何结构中对齐。</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严格来说，论文中的 M 可能是列正交的 Stiefel 矩阵，因为输入输出维度不一定相同。</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来源：论文第 3.3 节。</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MᵀM=I：列正交约束】</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名称：列向量标准正交约束。M 是投影映射矩阵，Mᵀ 是转置，I 为与列数一致的单位矩阵。该式表示各列范数为 1、不同列之间内积为 0。</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作用：约束单个映射的几何形状，避免自由线性变换任意缩放或剪切表示。若 M∈R^{n×d}、n≥d，且对 d 维列向量 z 使用 Mz，则 ‖Mz‖₂=‖z‖₂，内积也得到保持。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与 FedFD 的维度关系：论文让高维全局表示对齐低维客户端表示，并通过正交方阵截取列构造 Stiefel 矩阵。采用列向量降维写法时，应写 Mᵀz（等价于行向量写法 zᵀM）；任意高维向量在降维后通常不再完全保长。页面用于展示正交映射的几何直觉，不能把保长性质无条件推广到降维操作。</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知识冲突解释：每个投影层各自满足正交约束，并不自动推出不同投影层之间 MᵢᵀMⱼ=0。页面的“分离方向”是方法动机与直觉，不能理解为论文已经证明所有教师空间彼此互相正交或完全没有冲突。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6–7 页，第 3.3 节对 Stiefel 矩阵和正交参数化的说明。</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长度和夹角保持是正交变换最重要的几何性质。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当 M 是列正交矩阵时，它属于 Stiefel 流形，适合通过可微参数化参与训练。</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这是一种方法直觉，不等于论文已经证明 FedFD 的收敛性。论文清单明确标记没有新定理。</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‖Mz‖₂=‖z‖₂：正交映射的长度保持】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名称：欧氏范数不变性。若 MᵀM=I，且 z 的维度等于 M 的列数，则 ‖Mz‖₂²=zᵀMᵀMz=zᵀz。取平方根可得页面公式。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符号：‖·‖₂ 是向量二范数，z 是待变换的特征列向量。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作用：说明符合条件的正交映射不会把同一个特征任意放大或缩小，减轻投影层额外引入的尺度失真。</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(Mz₁)ᵀ(Mz₂)=z₁ᵀz₂：内积保持及夹角保持】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名称：内积不变性。推导为 z₁ᵀMᵀMz₂=z₁ᵀz₂。结合上一条范数不变性，对于非零向量，余弦相似度和夹角也保持不变。</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符号：z₁、z₂ 是两个样本的特征，转置后的乘积表示内积。</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作用：帮助理解正交约束为何有助于保留样本间的相似性结构。此性质不意味着分类精度必然提高，也不能替代实验或收敛理论。</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M∈St(n,d)：Stiefel 流形约束】</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名称：具有正交列的矩阵集合。St(n,d)={M∈R^{n×d}:MᵀM=I_d}，其中 n≥d。</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作用：规定可学习投影的可行空间。通过参数化而不是直接任意更新 M，可以让反向传播更新后仍满足相应的正交结构。可微性来自构造和运算，并非仅写出集合成员关系就完成了优化算法。</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适用边界：上面两个恒等式对采用 Mz 的等距映射成立。FedFD 需要高维到低维对齐时，矩阵的行列约定与转置必须匹配，降维只保留投影子空间成分，不能保证所有高维输入的范数和夹角原样保留。单个投影的正交约束也不保证不同投影彼此正交。</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7 页正交矩阵及 Stiefel 矩阵的讨论。本页两个几何恒等式是解释性推导，不是论文新增的收敛定理。</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论文不直接优化 M，而是优化反对称矩阵 W。反对称矩阵的指数天然正交。</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矩阵指数用泰勒级数近似，论文表示取前几项就能获得较准确结果。</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得到方阵 exp(W) 后，再截取所需列数，适配目标特征维度。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这里需要提醒：论文没有报告截断阶数对精度和耗时的敏感性。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(7)、公式 (8)。</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W_d=−W_dᵀ：反对称矩阵约束】</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名称：实反对称（斜对称）矩阵。W_d 是一个实方阵，其转置等于自身相反数，因此对角元素为 0。</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作用：作为产生正交矩阵的底层可训练参数。随机生成普通方阵并不会自动满足该约束，实际实现可先训练自由矩阵 A_d，再用 W_d=(A_d−A_dᵀ)/2 构造反对称矩阵，此构造是对约束的实现解释，不是原文新增编号公式。</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(7)：反对称矩阵指数的正交性】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名称：矩阵指数的正交参数化。令 Q_d=exp(W_d)，有 Q_d Q_dᵀ=exp(W_d)exp(W_dᵀ)=exp(W_d+W_dᵀ)=exp(0)=I。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符号：exp 是矩阵指数，不是逐元素指数；I 是单位矩阵；d 标记目标特征组。</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推导条件：这里可以合并两个矩阵指数，是因为 W_dᵀ=−W_d，使二者可交换。一般矩阵 A、B 不满足 exp(A)exp(B)=exp(A+B)。</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作用：把正交约束转成可微参数化，训练时通过 Q_d 对 W_d 反向传播。实反对称矩阵指数产生的是行列式为 +1 的正交矩阵，可理解为旋转。</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(8)：矩阵指数的泰勒展开与截断近似】</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名称：矩阵指数的幂级数。精确形式是 exp(W_d)=Σ_{j=0}^{∞}W_d^j/j!，W_d⁰=I。页面写到第 n 项表示有限项近似，而不是有限 n 下的严格恒等式。</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作用：用有限次矩阵运算近似矩阵指数，权衡计算成本和近似精度。W_d²、W_d³ 是矩阵乘法幂，j! 是阶乘。截断阶数与矩阵尺度会影响误差，有限截断一般不保证严格正交，原文未在本式给出具体截断阶数。</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【截取列得到 M_d：目标维度对齐】</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从 Q_d 中保留与目标维度匹配的 d 列，得到 M_d∈R^{n×d}，精确 Q_d 下有 M_dᵀM_d=I_d。行向量特征可写 ZM_d，若特征采用列向量则写 M_dᵀZ。原文用 M_dZ 作为投影算子的简写，阅读时须配合特征排布理解维度。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作用：为不同架构组提供不同输出维度的投影层。图中 W_d、exp(W_d)、M_d 分别对应底层参数、正交变换和截取后的实际对齐映射，不能混为同一个对象。</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7 页，式 (7)、式 (8) 及其前后文字。</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全局模型先把蒸馏样本映射为学生特征 Z。</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每个正交投影层 M_i 把 Z 映射到对应架构组的特征维度，再与教师特征 ē_i 计算 KL 散度。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多个损失的平均值同时更新全局模型参数 w 和投影层参数。</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因此特征蒸馏损失可以指导全局模型更新：梯度经过 M_i 回传到 Z，再回传到特征提取器 w。</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来源：论文公式 (6)、公式 (9)。</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Z=wx：服务器的学生特征】</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名称：全局特征表示的简写。x 是代理数据样本，w 是全局模型的特征提取参数，Z 是分类器前特征。wx 在论文中表示模型前向计算，不是把完整神经网络理解成一次线性矩阵乘法。</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作用：所有架构教师都从这个共同的服务器表示向后传播监督信号，最终增强服务器模型。</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(6)：投影后的学生表示 Sᵈ=M_d(wx)=M_dZ】</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名称：架构组对应的学生特征对齐。M_d 是对应 d 维教师组的映射，Sᵈ 是映射后的学生表示，与组平均教师 ēᵈ 具有可比较的输出维度。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作用：解决学生与不同客户端架构之间的维度和表示不匹配。这里 Sᵈ 是投影特征，前页 S_d／Sᵈ 表示模型组，原论文符号复用，需根据上下文区分。</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维度说明：式中 M_dZ 是投影算子的记法。若 M_d 由高维正交方阵截取列得到且采用列向量输入，应使用转置算子；若采用行向量输入则右乘 M_d。不能同时将其视为降维矩阵并无条件引用 MᵀM=I 的全空间保长结论。</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【公式 (9)：多架构教师的联合特征蒸馏目标】</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名称：各架构组 KL 散度的平均最小化。min_{w,{M₂,…,Mₘ}} (1/(m−1))Σ_{i=2}^m KL(M_i(wx),ē_i)。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符号：m 为特征架构组数；ē_i 为第 i 组的固定平均教师特征；M_i(wx) 为同维度学生特征；1/(m−1) 用于平均参与蒸馏的架构组损失；优化变量包括服务器特征提取器 w 与各组投影。</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作用：每个架构组分别提供教师监督，损失经投影层反向传播到同一个全局特征提取器，避免先把不同结构的知识直接混成单一 logit 教师。M_i 由 W_i 参数化，因此实际梯度更新的是 w 与底层可训练参数 W_i。</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KL 的含义：对概率分布 P、Q，KL(P‖Q)=Σ_j P_j log(P_j/Q_j)，刻画两个分布的差异，且通常不对称。原始特征可能含负值且不归一，计算 KL 前需转成合法概率分布，例如使用 softmax。论文式 (9) 没有展开归一化、温度及完整实现细节，因此不能擅自声称具体温度值或调换 KL 参数顺序与原式等价。</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图中 M₂…Mₘ、ē₂…ēₘ 与最后一行“同时更新 w 与 {M_i}”是该目标的流程化说明。蒸馏结束后广播更新的全局模型，投影层留在服务器端。</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来源：所附论文第 6–7 页，式 (6)、式 (9)。</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Algorithm 1 每轮从设备采样开始。客户端本地训练后只上传模型。</a:t>
            </a:r>
          </a:p>
          <a:p>
            <a:r>
              <a:t>服务器先完成参数聚合，再提取并聚合同架构特征，计算正交投影，最后执行特征蒸馏。</a:t>
            </a:r>
          </a:p>
          <a:p>
            <a:r>
              <a:t>FedFD 没有新增客户端上传的原型或生成器，因此网络通信形式不变。</a:t>
            </a:r>
          </a:p>
          <a:p>
            <a:r>
              <a:t>但服务器计算量会增加，论文没有给出完整墙钟时间和 FLOPs 对比。</a:t>
            </a:r>
          </a:p>
          <a:p>
            <a:r>
              <a:t>来源：论文 Algorithm 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三个数据集覆盖 10 类、100 类和更复杂的 Tiny-ImageNet。</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客户端模型由 ResNet-18 按隐藏通道 10% 递减构造十个复杂度等级，主实验使用 a-d-g。</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每轮 20 个客户端中选 40%，本地训练 10 个 epoch，总共 200 轮。</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Dirichlet α 越小，标签分布越不均衡。</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论文每个实验仅运行两次，结果使用每次最后十轮的平均值与标准差。</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来源：论文第 4.1 节。</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【实验设置中的符号】K=20 表示客户端总数，r=0.4 表示每轮参与率，T=200 为总通信轮数，E=10 为每轮本地训练 epoch 数。Dir(α) 是按标签划分客户端样本的 Dirichlet 分布，α 越小通常意味着标签分布越不均衡；论文比较 α=10、1、0.1。a…j 为 ResNet-18 子网络宽度等级，a-d-g 是主实验模型组合。来源：论文第 8 页，第 4.1 节。</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选择 α=0.1 是因为它代表较强的数据异构，更能检验方法鲁棒性。</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FedFD 在三个数据集上都高于所列代表性基线。</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其中相对 HeteroFL，CIFAR-10 提升 3.43 个百分点，CIFAR-100 提升 5.26 个百分点；右侧按选定对比对象标注。</a:t>
            </a:r>
            <a:endParaRPr lang="zh-CN" sz="1200">
              <a:latin typeface="微软雅黑" panose="020B0503020204020204" charset="-122"/>
              <a:ea typeface="微软雅黑" panose="020B0503020204020204" charset="-122"/>
            </a:endParaRPr>
          </a:p>
          <a:p>
            <a:endParaRPr lang="zh-CN" sz="1200">
              <a:latin typeface="微软雅黑" panose="020B0503020204020204" charset="-122"/>
              <a:ea typeface="微软雅黑" panose="020B0503020204020204" charset="-122"/>
            </a:endParaRPr>
          </a:p>
          <a:p>
            <a:r>
              <a:rPr lang="zh-CN" altLang="en-US" sz="1200">
                <a:latin typeface="微软雅黑" panose="020B0503020204020204" charset="-122"/>
                <a:ea typeface="微软雅黑" panose="020B0503020204020204" charset="-122"/>
              </a:rPr>
              <a:t>一、</a:t>
            </a:r>
            <a:r>
              <a:rPr lang="en-US" altLang="zh-CN" sz="1200">
                <a:latin typeface="微软雅黑" panose="020B0503020204020204" charset="-122"/>
                <a:ea typeface="微软雅黑" panose="020B0503020204020204" charset="-122"/>
              </a:rPr>
              <a:t>Classic FL（</a:t>
            </a:r>
            <a:r>
              <a:rPr lang="zh-CN" altLang="en-US" sz="1200">
                <a:latin typeface="微软雅黑" panose="020B0503020204020204" charset="-122"/>
                <a:ea typeface="微软雅黑" panose="020B0503020204020204" charset="-122"/>
              </a:rPr>
              <a:t>经典联邦学习）</a:t>
            </a:r>
            <a:endParaRPr lang="zh-CN" altLang="en-US" sz="1200">
              <a:latin typeface="微软雅黑" panose="020B0503020204020204" charset="-122"/>
              <a:ea typeface="微软雅黑" panose="020B0503020204020204" charset="-122"/>
            </a:endParaRPr>
          </a:p>
          <a:p>
            <a:r>
              <a:rPr lang="en-US" altLang="zh-CN" sz="1200"/>
              <a:t>HeteroFL	</a:t>
            </a:r>
            <a:r>
              <a:rPr lang="zh-CN" altLang="en-US" sz="1200"/>
              <a:t>通过构建不同规模的子网络并进行部分参数聚合，解决客户端计算资源异构问题，但主要依赖参数共享，难以充分融合不同模型的特征知识。</a:t>
            </a:r>
            <a:endParaRPr lang="zh-CN" altLang="en-US" sz="1200"/>
          </a:p>
          <a:p>
            <a:r>
              <a:rPr lang="en-US" altLang="zh-CN" sz="1200"/>
              <a:t>MOON-hetero	</a:t>
            </a:r>
            <a:r>
              <a:rPr lang="zh-CN" altLang="en-US" sz="1200"/>
              <a:t>通过模型级对比学习约束本地模型与全局模型的特征表示，缓解 </a:t>
            </a:r>
            <a:r>
              <a:rPr lang="en-US" altLang="zh-CN" sz="1200"/>
              <a:t>Non-IID </a:t>
            </a:r>
            <a:r>
              <a:rPr lang="zh-CN" altLang="en-US" sz="1200"/>
              <a:t>数据造成的客户端漂移问题，但在模型结构异构时特征对齐困难，性能提升有限。</a:t>
            </a:r>
            <a:endParaRPr lang="zh-CN" altLang="en-US" sz="1200"/>
          </a:p>
          <a:p>
            <a:endParaRPr lang="zh-CN" altLang="en-US" sz="1200"/>
          </a:p>
          <a:p>
            <a:r>
              <a:rPr lang="zh-CN" altLang="en-US" sz="1200"/>
              <a:t>二、</a:t>
            </a:r>
            <a:r>
              <a:rPr lang="en-US" altLang="zh-CN" sz="1200"/>
              <a:t>Homo-FL（</a:t>
            </a:r>
            <a:r>
              <a:rPr lang="zh-CN" altLang="en-US" sz="1200"/>
              <a:t>原本面向同构模型的方法）</a:t>
            </a:r>
            <a:endParaRPr lang="zh-CN" altLang="en-US" sz="1200"/>
          </a:p>
          <a:p>
            <a:r>
              <a:rPr lang="en-US" altLang="zh-CN" sz="1200"/>
              <a:t>FedFusion-hetero	</a:t>
            </a:r>
            <a:r>
              <a:rPr lang="zh-CN" altLang="en-US" sz="1200"/>
              <a:t>通过服务器端集成客户端预测并进行知识蒸馏，增强全局模型的知识融合能力，但直接融合异构模型的输出容易引入知识偏差，导致训练不稳定。</a:t>
            </a:r>
            <a:endParaRPr lang="zh-CN" altLang="en-US" sz="1200"/>
          </a:p>
          <a:p>
            <a:r>
              <a:rPr lang="en-US" altLang="zh-CN" sz="1200"/>
              <a:t>FedGen-hetero	</a:t>
            </a:r>
            <a:r>
              <a:rPr lang="zh-CN" altLang="en-US" sz="1200"/>
              <a:t>通过训练生成器产生辅助特征并传递客户端知识，缓解 </a:t>
            </a:r>
            <a:r>
              <a:rPr lang="en-US" altLang="zh-CN" sz="1200"/>
              <a:t>Non-IID </a:t>
            </a:r>
            <a:r>
              <a:rPr lang="zh-CN" altLang="en-US" sz="1200"/>
              <a:t>数据下的知识共享问题及对公共数据的依赖，但生成器训练复杂且不稳定。</a:t>
            </a:r>
            <a:endParaRPr lang="zh-CN" altLang="en-US" sz="1200"/>
          </a:p>
          <a:p>
            <a:r>
              <a:rPr lang="en-US" altLang="zh-CN" sz="1200"/>
              <a:t>DaFKD-hetero	</a:t>
            </a:r>
            <a:r>
              <a:rPr lang="zh-CN" altLang="en-US" sz="1200"/>
              <a:t>通过数据无关知识蒸馏与生成式辅助信息实现客户端知识融合，解决缺乏公共蒸馏数据的问题，但生成知识的质量难以保证，且仍可能受到异构模型输出偏差的影响。</a:t>
            </a:r>
            <a:endParaRPr lang="zh-CN" altLang="en-US" sz="1200"/>
          </a:p>
          <a:p>
            <a:endParaRPr lang="zh-CN" altLang="en-US" sz="1200"/>
          </a:p>
          <a:p>
            <a:r>
              <a:rPr lang="zh-CN" altLang="en-US" sz="1200"/>
              <a:t>三、</a:t>
            </a:r>
            <a:r>
              <a:rPr lang="en-US" altLang="zh-CN" sz="1200"/>
              <a:t>Hetero-FL（</a:t>
            </a:r>
            <a:r>
              <a:rPr lang="zh-CN" altLang="en-US" sz="1200"/>
              <a:t>面向异构模型的联邦学习）</a:t>
            </a:r>
            <a:endParaRPr lang="zh-CN" altLang="en-US" sz="1200"/>
          </a:p>
          <a:p>
            <a:r>
              <a:rPr lang="en-US" altLang="zh-CN" sz="1200"/>
              <a:t>FedMD	</a:t>
            </a:r>
            <a:r>
              <a:rPr lang="zh-CN" altLang="en-US" sz="1200"/>
              <a:t>通过公共数据集上的预测交换与知识蒸馏，实现不同架构客户端之间的知识共享，但依赖公共数据，且缺乏参数聚合带来的性能增益。</a:t>
            </a:r>
            <a:endParaRPr lang="zh-CN" altLang="en-US" sz="1200"/>
          </a:p>
          <a:p>
            <a:r>
              <a:rPr lang="en-US" altLang="zh-CN" sz="1200"/>
              <a:t>MSFKD	</a:t>
            </a:r>
            <a:r>
              <a:rPr lang="zh-CN" altLang="en-US" sz="1200"/>
              <a:t>通过知识选择与多模型蒸馏，改善异构客户端之间的知识融合，但主要依赖输出层知识，难以充分消除不同模型特征空间的差异。</a:t>
            </a:r>
            <a:endParaRPr lang="zh-CN" altLang="en-US" sz="1200"/>
          </a:p>
          <a:p>
            <a:r>
              <a:rPr lang="en-US" altLang="zh-CN" sz="1200"/>
              <a:t>FedGD	</a:t>
            </a:r>
            <a:r>
              <a:rPr lang="zh-CN" altLang="en-US" sz="1200"/>
              <a:t>通过知识选择与优化 </a:t>
            </a:r>
            <a:r>
              <a:rPr lang="en-US" altLang="zh-CN" sz="1200"/>
              <a:t>logits </a:t>
            </a:r>
            <a:r>
              <a:rPr lang="zh-CN" altLang="en-US" sz="1200"/>
              <a:t>蒸馏，提高异构模型知识传递的有效性，但仍未直接解决不同模型隐藏特征表示不一致的问题。</a:t>
            </a:r>
            <a:endParaRPr lang="zh-CN" altLang="en-US" sz="1200"/>
          </a:p>
          <a:p>
            <a:r>
              <a:rPr lang="en-US" altLang="zh-CN" sz="1200"/>
              <a:t>FedFD（</a:t>
            </a:r>
            <a:r>
              <a:rPr lang="zh-CN" altLang="en-US" sz="1200"/>
              <a:t>本文）	通过分层特征对齐与正交投影，缓解异构模型的特征知识冲突和蒸馏不稳定问题，但需要合适的蒸馏数据，并增加服务器端的投影与蒸馏计算开销。</a:t>
            </a:r>
            <a:endParaRPr lang="zh-CN" altLang="en-US" sz="1200"/>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曲线显示 FedFD 在 CIFAR-10 和 CIFAR-100 上更快达到较高精度。</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表格选择三个较高目标准确率。FedFD 分别需要 20、60 和 99 轮，明显少于基线。</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通信效率指标是达到目标准确率的轮数，而不是每轮传输字节数。FedFD 每轮通信形式不变，但总轮数减少。</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Figure 4、Table 2。</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【原表 Table 2 的阅读方法】α=1.0 表示中等程度的数据异构。acc=70% 等表头表示达到该全局测试准确率的目标门槛；表内数字是所需通信轮数，越少越好，± 项保留论文原值；&gt;200 表示在 200 轮预算内未达到目标，不能当作 200 轮。三个数据集分别有两个门槛，原表共保留六列门槛和九种方法。FedFD 的六项均值为 10、20、16、60、67、99。通信轮数减少并不直接等于服务器墙钟时间同比减少。来源：论文第 9 页 Figure 4、Table 2。</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sz="1200">
                <a:latin typeface="微软雅黑" panose="020B0503020204020204" charset="-122"/>
                <a:ea typeface="微软雅黑" panose="020B0503020204020204" charset="-122"/>
              </a:rPr>
              <a:t>消融实验显示，去掉分层对齐后性能下降较小；去掉正交投影后下降更明显。</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两者同时去掉时，结果接近普通 logit 蒸馏基线，说明两个模块互补。</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右表中模型组合越多、差异越大，所有方法性能都下降，但 FedFD 始终最好。</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来源：论文 Table 3、Table 4。</a:t>
            </a:r>
            <a:endParaRPr lang="zh-CN" sz="1200">
              <a:latin typeface="微软雅黑" panose="020B0503020204020204" charset="-122"/>
              <a:ea typeface="微软雅黑" panose="020B0503020204020204" charset="-122"/>
            </a:endParaRPr>
          </a:p>
          <a:p>
            <a:endParaRPr sz="1200"/>
          </a:p>
          <a:p>
            <a:r>
              <a:rPr lang="zh-CN" sz="1200">
                <a:latin typeface="微软雅黑" panose="020B0503020204020204" charset="-122"/>
                <a:ea typeface="微软雅黑" panose="020B0503020204020204" charset="-122"/>
              </a:rPr>
              <a:t>【原表 Table 3 与 Table 4 的阅读方法】Table 3 为组件消融，四列分别对应 CIFAR-10 和 CIFAR-100 的 α=1.0、0.1；w/o 表示移除相应组件。以 CIFAR-10、α=0.1 为例，移除分层特征对齐使准确率由 82.74 降至 81.56，下降 1.18 个百分点；移除正交投影降至 80.92，下降 1.82 个百分点；二者均移除则为 78.47。该结果说明在这些设置中正交投影的精度贡献更大，并不表示特征对齐只影响存储或没有精度作用。</a:t>
            </a:r>
            <a:endParaRPr lang="zh-CN" sz="1200">
              <a:latin typeface="微软雅黑" panose="020B0503020204020204" charset="-122"/>
              <a:ea typeface="微软雅黑" panose="020B0503020204020204" charset="-122"/>
            </a:endParaRPr>
          </a:p>
          <a:p>
            <a:r>
              <a:rPr lang="zh-CN" sz="1200">
                <a:latin typeface="微软雅黑" panose="020B0503020204020204" charset="-122"/>
                <a:ea typeface="微软雅黑" panose="020B0503020204020204" charset="-122"/>
              </a:rPr>
              <a:t>Table 4 在 CIFAR-10、α=1.0 下比较四种模型组合，a-d-g、a-f、b-d-f、a-c-d-f-i 表示不同宽度等级的组合，不是减法。原表保留了所有均值和 ± 项。FedFD 在四种组合中的均值均最高，但仅比较模型数量不足以完全刻画异构程度，网络容量分布也会变化。来源：论文第 9 页 Table 3、Table 4。</a:t>
            </a:r>
            <a:endParaRPr lang="zh-CN" sz="1200">
              <a:latin typeface="微软雅黑" panose="020B0503020204020204" charset="-122"/>
              <a:ea typeface="微软雅黑" panose="020B0503020204020204"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作者结论是 FedFD 能提升模型异构联邦学习的准确率和稳定性，并可作为现有聚合框架的附加模块。</a:t>
            </a:r>
          </a:p>
          <a:p>
            <a:r>
              <a:t>我的评价要区分论文声称与实际证据。论文的主要优势是问题、模块和实验基本一一对应。</a:t>
            </a:r>
          </a:p>
          <a:p>
            <a:r>
              <a:t>局限包括实验仅运行两次，缺少服务器端计算成本，使用公共蒸馏数据，任务集中于视觉分类，并且没有新的收敛理论。</a:t>
            </a:r>
          </a:p>
          <a:p>
            <a:r>
              <a:t>未来可以研究无公共数据的特征蒸馏、矩阵指数近似效率，以及更复杂模型架构和真实端侧设备。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第一问检验数据假设：论文需要公共蒸馏数据，数据自由方案会引入新的不稳定性。</a:t>
            </a:r>
          </a:p>
          <a:p>
            <a:r>
              <a:t>第二问检验效率口径：通信轮数减少不代表总训练时间一定减少。</a:t>
            </a:r>
          </a:p>
          <a:p>
            <a:r>
              <a:t>第三问检验外推范围：CNN 图像特征与 Transformer token 特征的对齐难度不同。</a:t>
            </a:r>
          </a:p>
          <a:p>
            <a:r>
              <a:t>这三问都没有唯一答案，适合作为课堂提问和后续研究方向。</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p:pic>
        <p:nvPicPr>
          <p:cNvPr id="7" name="图片 6"/>
          <p:cNvPicPr>
            <a:picLocks noChangeAspect="1"/>
          </p:cNvPicPr>
          <p:nvPr/>
        </p:nvPicPr>
        <p:blipFill>
          <a:blip r:embed="rId2"/>
          <a:srcRect l="43886" t="24127" r="39601" b="4444"/>
          <a:stretch>
            <a:fillRect/>
          </a:stretch>
        </p:blipFill>
        <p:spPr>
          <a:xfrm>
            <a:off x="0" y="0"/>
            <a:ext cx="4511040" cy="6858000"/>
          </a:xfrm>
        </p:spPr>
      </p:pic>
      <p:sp>
        <p:nvSpPr>
          <p:cNvPr id="8" name="矩形 7"/>
          <p:cNvSpPr>
            <a:spLocks noGrp="1"/>
          </p:cNvSpPr>
          <p:nvPr/>
        </p:nvSpPr>
        <p:spPr>
          <a:xfrm>
            <a:off x="20320" y="0"/>
            <a:ext cx="4490720" cy="6858000"/>
          </a:xfrm>
          <a:prstGeom prst="rect">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9" name="矩形 8"/>
          <p:cNvSpPr>
            <a:spLocks noGrp="1"/>
          </p:cNvSpPr>
          <p:nvPr/>
        </p:nvSpPr>
        <p:spPr>
          <a:xfrm>
            <a:off x="-20320" y="0"/>
            <a:ext cx="4531360" cy="6858000"/>
          </a:xfrm>
          <a:prstGeom prst="rect">
            <a:avLst/>
          </a:prstGeom>
          <a:solidFill>
            <a:schemeClr val="accent5">
              <a:lumMod val="50000"/>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0" name="矩形 9"/>
          <p:cNvSpPr>
            <a:spLocks noGrp="1"/>
          </p:cNvSpPr>
          <p:nvPr/>
        </p:nvSpPr>
        <p:spPr>
          <a:xfrm>
            <a:off x="1117600" y="1069975"/>
            <a:ext cx="11436350" cy="4718050"/>
          </a:xfrm>
          <a:prstGeom prst="rect">
            <a:avLst/>
          </a:prstGeom>
          <a:noFill/>
          <a:ln w="25400">
            <a:solidFill>
              <a:srgbClr val="97BAF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p:sp>
        <p:nvSpPr>
          <p:cNvPr id="7" name="îṩḻïḓé"/>
          <p:cNvSpPr>
            <a:spLocks noGrp="1"/>
          </p:cNvSpPr>
          <p:nvPr/>
        </p:nvSpPr>
        <p:spPr>
          <a:xfrm>
            <a:off x="9476838" y="2108990"/>
            <a:ext cx="3383474" cy="3443965"/>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87B8CC">
              <a:alpha val="22000"/>
            </a:srgbClr>
          </a:solidFill>
          <a:ln>
            <a:noFill/>
          </a:ln>
        </p:spPr>
        <p:txBody>
          <a:bodyPr anchor="ctr"/>
          <a:lstStyle/>
          <a:p>
            <a:pPr algn="ctr">
              <a:buNone/>
            </a:pPr>
          </a:p>
        </p:txBody>
      </p:sp>
      <p:sp>
        <p:nvSpPr>
          <p:cNvPr id="8" name="PA-矩形 18"/>
          <p:cNvSpPr>
            <a:spLocks noGrp="1"/>
          </p:cNvSpPr>
          <p:nvPr/>
        </p:nvSpPr>
        <p:spPr>
          <a:xfrm>
            <a:off x="228298" y="1305045"/>
            <a:ext cx="1294050" cy="4455675"/>
          </a:xfrm>
          <a:prstGeom prst="rect">
            <a:avLst/>
          </a:prstGeom>
          <a:solidFill>
            <a:srgbClr val="29547B"/>
          </a:solidFill>
          <a:ln>
            <a:noFill/>
          </a:ln>
          <a:effectLst>
            <a:outerShdw blurRad="266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oAutofit/>
          </a:bodyPr>
          <a:lstStyle/>
          <a:p>
            <a:pPr algn="ctr">
              <a:buNone/>
            </a:pPr>
          </a:p>
        </p:txBody>
      </p:sp>
      <p:sp>
        <p:nvSpPr>
          <p:cNvPr id="17" name="图片占位符 16"/>
          <p:cNvSpPr>
            <a:spLocks noGrp="1"/>
          </p:cNvSpPr>
          <p:nvPr>
            <p:ph type="pic" idx="10"/>
          </p:nvPr>
        </p:nvSpPr>
        <p:spPr>
          <a:xfrm>
            <a:off x="1023938" y="1036638"/>
            <a:ext cx="4070350" cy="4830762"/>
          </a:xfrm>
        </p:spPr>
        <p:txBody>
          <a:bodyPr/>
          <a:lstStyle/>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
    <p:spTree>
      <p:nvGrpSpPr>
        <p:cNvPr id="1" name=""/>
        <p:cNvGrpSpPr/>
        <p:nvPr/>
      </p:nvGrpSpPr>
      <p:grpSpPr/>
      <p:sp>
        <p:nvSpPr>
          <p:cNvPr id="8" name="直接连接符 7"/>
          <p:cNvSpPr>
            <a:spLocks noGrp="1"/>
          </p:cNvSpPr>
          <p:nvPr/>
        </p:nvSpPr>
        <p:spPr>
          <a:xfrm>
            <a:off x="619433" y="491612"/>
            <a:ext cx="481780" cy="0"/>
          </a:xfrm>
          <a:prstGeom prst="line">
            <a:avLst/>
          </a:prstGeom>
          <a:ln w="38100">
            <a:solidFill>
              <a:srgbClr val="29547B"/>
            </a:solidFill>
          </a:ln>
        </p:spPr>
        <p:style>
          <a:lnRef idx="1">
            <a:schemeClr val="accent1"/>
          </a:lnRef>
          <a:fillRef idx="0">
            <a:schemeClr val="accent1"/>
          </a:fillRef>
          <a:effectRef idx="0">
            <a:schemeClr val="accent1"/>
          </a:effectRef>
          <a:fontRef idx="minor">
            <a:schemeClr val="tx1"/>
          </a:fontRef>
        </p:style>
      </p:sp>
      <p:sp>
        <p:nvSpPr>
          <p:cNvPr id="11" name="íšľíḑe"/>
          <p:cNvSpPr>
            <a:spLocks noGrp="1"/>
          </p:cNvSpPr>
          <p:nvPr/>
        </p:nvSpPr>
        <p:spPr>
          <a:xfrm>
            <a:off x="9958107" y="670551"/>
            <a:ext cx="1542520" cy="363246"/>
          </a:xfrm>
          <a:custGeom>
            <a:avLst/>
            <a:gdLst>
              <a:gd name="T0" fmla="*/ 1846 w 2033"/>
              <a:gd name="T1" fmla="*/ 379 h 478"/>
              <a:gd name="T2" fmla="*/ 1836 w 2033"/>
              <a:gd name="T3" fmla="*/ 368 h 478"/>
              <a:gd name="T4" fmla="*/ 1932 w 2033"/>
              <a:gd name="T5" fmla="*/ 256 h 478"/>
              <a:gd name="T6" fmla="*/ 1958 w 2033"/>
              <a:gd name="T7" fmla="*/ 124 h 478"/>
              <a:gd name="T8" fmla="*/ 1868 w 2033"/>
              <a:gd name="T9" fmla="*/ 215 h 478"/>
              <a:gd name="T10" fmla="*/ 1814 w 2033"/>
              <a:gd name="T11" fmla="*/ 242 h 478"/>
              <a:gd name="T12" fmla="*/ 1796 w 2033"/>
              <a:gd name="T13" fmla="*/ 130 h 478"/>
              <a:gd name="T14" fmla="*/ 1834 w 2033"/>
              <a:gd name="T15" fmla="*/ 154 h 478"/>
              <a:gd name="T16" fmla="*/ 1859 w 2033"/>
              <a:gd name="T17" fmla="*/ 124 h 478"/>
              <a:gd name="T18" fmla="*/ 1944 w 2033"/>
              <a:gd name="T19" fmla="*/ 46 h 478"/>
              <a:gd name="T20" fmla="*/ 2022 w 2033"/>
              <a:gd name="T21" fmla="*/ 84 h 478"/>
              <a:gd name="T22" fmla="*/ 1892 w 2033"/>
              <a:gd name="T23" fmla="*/ 315 h 478"/>
              <a:gd name="T24" fmla="*/ 1927 w 2033"/>
              <a:gd name="T25" fmla="*/ 338 h 478"/>
              <a:gd name="T26" fmla="*/ 2 w 2033"/>
              <a:gd name="T27" fmla="*/ 449 h 478"/>
              <a:gd name="T28" fmla="*/ 236 w 2033"/>
              <a:gd name="T29" fmla="*/ 99 h 478"/>
              <a:gd name="T30" fmla="*/ 119 w 2033"/>
              <a:gd name="T31" fmla="*/ 112 h 478"/>
              <a:gd name="T32" fmla="*/ 276 w 2033"/>
              <a:gd name="T33" fmla="*/ 88 h 478"/>
              <a:gd name="T34" fmla="*/ 237 w 2033"/>
              <a:gd name="T35" fmla="*/ 157 h 478"/>
              <a:gd name="T36" fmla="*/ 341 w 2033"/>
              <a:gd name="T37" fmla="*/ 184 h 478"/>
              <a:gd name="T38" fmla="*/ 308 w 2033"/>
              <a:gd name="T39" fmla="*/ 295 h 478"/>
              <a:gd name="T40" fmla="*/ 253 w 2033"/>
              <a:gd name="T41" fmla="*/ 338 h 478"/>
              <a:gd name="T42" fmla="*/ 133 w 2033"/>
              <a:gd name="T43" fmla="*/ 427 h 478"/>
              <a:gd name="T44" fmla="*/ 154 w 2033"/>
              <a:gd name="T45" fmla="*/ 285 h 478"/>
              <a:gd name="T46" fmla="*/ 1171 w 2033"/>
              <a:gd name="T47" fmla="*/ 371 h 478"/>
              <a:gd name="T48" fmla="*/ 1168 w 2033"/>
              <a:gd name="T49" fmla="*/ 314 h 478"/>
              <a:gd name="T50" fmla="*/ 1220 w 2033"/>
              <a:gd name="T51" fmla="*/ 245 h 478"/>
              <a:gd name="T52" fmla="*/ 1055 w 2033"/>
              <a:gd name="T53" fmla="*/ 234 h 478"/>
              <a:gd name="T54" fmla="*/ 1168 w 2033"/>
              <a:gd name="T55" fmla="*/ 165 h 478"/>
              <a:gd name="T56" fmla="*/ 1198 w 2033"/>
              <a:gd name="T57" fmla="*/ 87 h 478"/>
              <a:gd name="T58" fmla="*/ 1204 w 2033"/>
              <a:gd name="T59" fmla="*/ 161 h 478"/>
              <a:gd name="T60" fmla="*/ 1283 w 2033"/>
              <a:gd name="T61" fmla="*/ 170 h 478"/>
              <a:gd name="T62" fmla="*/ 1235 w 2033"/>
              <a:gd name="T63" fmla="*/ 256 h 478"/>
              <a:gd name="T64" fmla="*/ 1220 w 2033"/>
              <a:gd name="T65" fmla="*/ 318 h 478"/>
              <a:gd name="T66" fmla="*/ 405 w 2033"/>
              <a:gd name="T67" fmla="*/ 412 h 478"/>
              <a:gd name="T68" fmla="*/ 434 w 2033"/>
              <a:gd name="T69" fmla="*/ 422 h 478"/>
              <a:gd name="T70" fmla="*/ 574 w 2033"/>
              <a:gd name="T71" fmla="*/ 413 h 478"/>
              <a:gd name="T72" fmla="*/ 578 w 2033"/>
              <a:gd name="T73" fmla="*/ 255 h 478"/>
              <a:gd name="T74" fmla="*/ 638 w 2033"/>
              <a:gd name="T75" fmla="*/ 104 h 478"/>
              <a:gd name="T76" fmla="*/ 466 w 2033"/>
              <a:gd name="T77" fmla="*/ 159 h 478"/>
              <a:gd name="T78" fmla="*/ 535 w 2033"/>
              <a:gd name="T79" fmla="*/ 201 h 478"/>
              <a:gd name="T80" fmla="*/ 499 w 2033"/>
              <a:gd name="T81" fmla="*/ 257 h 478"/>
              <a:gd name="T82" fmla="*/ 556 w 2033"/>
              <a:gd name="T83" fmla="*/ 225 h 478"/>
              <a:gd name="T84" fmla="*/ 531 w 2033"/>
              <a:gd name="T85" fmla="*/ 386 h 478"/>
              <a:gd name="T86" fmla="*/ 1609 w 2033"/>
              <a:gd name="T87" fmla="*/ 256 h 478"/>
              <a:gd name="T88" fmla="*/ 1562 w 2033"/>
              <a:gd name="T89" fmla="*/ 107 h 478"/>
              <a:gd name="T90" fmla="*/ 1556 w 2033"/>
              <a:gd name="T91" fmla="*/ 279 h 478"/>
              <a:gd name="T92" fmla="*/ 324 w 2033"/>
              <a:gd name="T93" fmla="*/ 382 h 478"/>
              <a:gd name="T94" fmla="*/ 1283 w 2033"/>
              <a:gd name="T95" fmla="*/ 389 h 478"/>
              <a:gd name="T96" fmla="*/ 1184 w 2033"/>
              <a:gd name="T97" fmla="*/ 385 h 478"/>
              <a:gd name="T98" fmla="*/ 731 w 2033"/>
              <a:gd name="T99" fmla="*/ 348 h 478"/>
              <a:gd name="T100" fmla="*/ 913 w 2033"/>
              <a:gd name="T101" fmla="*/ 256 h 478"/>
              <a:gd name="T102" fmla="*/ 838 w 2033"/>
              <a:gd name="T103" fmla="*/ 191 h 478"/>
              <a:gd name="T104" fmla="*/ 957 w 2033"/>
              <a:gd name="T105" fmla="*/ 243 h 478"/>
              <a:gd name="T106" fmla="*/ 875 w 2033"/>
              <a:gd name="T107" fmla="*/ 347 h 478"/>
              <a:gd name="T108" fmla="*/ 229 w 2033"/>
              <a:gd name="T109" fmla="*/ 334 h 478"/>
              <a:gd name="T110" fmla="*/ 208 w 2033"/>
              <a:gd name="T111" fmla="*/ 302 h 478"/>
              <a:gd name="T112" fmla="*/ 190 w 2033"/>
              <a:gd name="T113" fmla="*/ 339 h 478"/>
              <a:gd name="T114" fmla="*/ 651 w 2033"/>
              <a:gd name="T115" fmla="*/ 339 h 478"/>
              <a:gd name="T116" fmla="*/ 149 w 2033"/>
              <a:gd name="T117" fmla="*/ 244 h 478"/>
              <a:gd name="T118" fmla="*/ 1847 w 2033"/>
              <a:gd name="T119" fmla="*/ 174 h 478"/>
              <a:gd name="T120" fmla="*/ 1907 w 2033"/>
              <a:gd name="T121" fmla="*/ 189 h 478"/>
              <a:gd name="T122" fmla="*/ 583 w 2033"/>
              <a:gd name="T123" fmla="*/ 131 h 478"/>
              <a:gd name="T124" fmla="*/ 209 w 2033"/>
              <a:gd name="T125" fmla="*/ 19 h 478"/>
            </a:gdLst>
            <a:ahLst/>
            <a:cxnLst/>
            <a:rect l="0" t="0" r="r" b="b"/>
            <a:pathLst>
              <a:path w="2033" h="478">
                <a:moveTo>
                  <a:pt x="1888" y="478"/>
                </a:moveTo>
                <a:cubicBezTo>
                  <a:pt x="1854" y="462"/>
                  <a:pt x="1854" y="462"/>
                  <a:pt x="1854" y="462"/>
                </a:cubicBezTo>
                <a:cubicBezTo>
                  <a:pt x="1854" y="462"/>
                  <a:pt x="1854" y="462"/>
                  <a:pt x="1854" y="462"/>
                </a:cubicBezTo>
                <a:cubicBezTo>
                  <a:pt x="1851" y="463"/>
                  <a:pt x="1851" y="463"/>
                  <a:pt x="1851" y="463"/>
                </a:cubicBezTo>
                <a:cubicBezTo>
                  <a:pt x="1851" y="463"/>
                  <a:pt x="1851" y="463"/>
                  <a:pt x="1851" y="463"/>
                </a:cubicBezTo>
                <a:cubicBezTo>
                  <a:pt x="1849" y="463"/>
                  <a:pt x="1849" y="463"/>
                  <a:pt x="1849" y="463"/>
                </a:cubicBezTo>
                <a:cubicBezTo>
                  <a:pt x="1849" y="463"/>
                  <a:pt x="1849" y="463"/>
                  <a:pt x="1849" y="463"/>
                </a:cubicBezTo>
                <a:cubicBezTo>
                  <a:pt x="1846" y="463"/>
                  <a:pt x="1846" y="463"/>
                  <a:pt x="1846" y="463"/>
                </a:cubicBezTo>
                <a:cubicBezTo>
                  <a:pt x="1846" y="463"/>
                  <a:pt x="1846" y="463"/>
                  <a:pt x="1846" y="463"/>
                </a:cubicBezTo>
                <a:cubicBezTo>
                  <a:pt x="1844" y="462"/>
                  <a:pt x="1844" y="462"/>
                  <a:pt x="1844" y="462"/>
                </a:cubicBezTo>
                <a:cubicBezTo>
                  <a:pt x="1844" y="462"/>
                  <a:pt x="1844" y="462"/>
                  <a:pt x="1844" y="462"/>
                </a:cubicBezTo>
                <a:cubicBezTo>
                  <a:pt x="1841" y="462"/>
                  <a:pt x="1841" y="462"/>
                  <a:pt x="1841" y="462"/>
                </a:cubicBezTo>
                <a:cubicBezTo>
                  <a:pt x="1841" y="462"/>
                  <a:pt x="1841" y="462"/>
                  <a:pt x="1841" y="462"/>
                </a:cubicBezTo>
                <a:cubicBezTo>
                  <a:pt x="1838" y="462"/>
                  <a:pt x="1838" y="462"/>
                  <a:pt x="1838" y="462"/>
                </a:cubicBezTo>
                <a:cubicBezTo>
                  <a:pt x="1838" y="462"/>
                  <a:pt x="1838" y="462"/>
                  <a:pt x="1838" y="462"/>
                </a:cubicBezTo>
                <a:cubicBezTo>
                  <a:pt x="1835" y="462"/>
                  <a:pt x="1835" y="462"/>
                  <a:pt x="1835" y="462"/>
                </a:cubicBezTo>
                <a:cubicBezTo>
                  <a:pt x="1835" y="462"/>
                  <a:pt x="1835" y="462"/>
                  <a:pt x="1835" y="462"/>
                </a:cubicBezTo>
                <a:cubicBezTo>
                  <a:pt x="1833" y="462"/>
                  <a:pt x="1833" y="462"/>
                  <a:pt x="1833" y="462"/>
                </a:cubicBezTo>
                <a:cubicBezTo>
                  <a:pt x="1833" y="462"/>
                  <a:pt x="1833" y="462"/>
                  <a:pt x="1833" y="462"/>
                </a:cubicBezTo>
                <a:cubicBezTo>
                  <a:pt x="1829" y="460"/>
                  <a:pt x="1829" y="460"/>
                  <a:pt x="1829" y="460"/>
                </a:cubicBezTo>
                <a:cubicBezTo>
                  <a:pt x="1829" y="460"/>
                  <a:pt x="1829" y="460"/>
                  <a:pt x="1829" y="460"/>
                </a:cubicBezTo>
                <a:cubicBezTo>
                  <a:pt x="1827" y="460"/>
                  <a:pt x="1827" y="460"/>
                  <a:pt x="1827" y="460"/>
                </a:cubicBezTo>
                <a:cubicBezTo>
                  <a:pt x="1827" y="460"/>
                  <a:pt x="1827" y="460"/>
                  <a:pt x="1827" y="460"/>
                </a:cubicBezTo>
                <a:cubicBezTo>
                  <a:pt x="1827" y="460"/>
                  <a:pt x="1827" y="460"/>
                  <a:pt x="1827" y="460"/>
                </a:cubicBezTo>
                <a:cubicBezTo>
                  <a:pt x="1827" y="460"/>
                  <a:pt x="1827" y="460"/>
                  <a:pt x="1827" y="460"/>
                </a:cubicBezTo>
                <a:cubicBezTo>
                  <a:pt x="1827" y="459"/>
                  <a:pt x="1827" y="459"/>
                  <a:pt x="1827" y="459"/>
                </a:cubicBezTo>
                <a:cubicBezTo>
                  <a:pt x="1827" y="459"/>
                  <a:pt x="1827" y="459"/>
                  <a:pt x="1827" y="459"/>
                </a:cubicBezTo>
                <a:cubicBezTo>
                  <a:pt x="1827" y="457"/>
                  <a:pt x="1827" y="457"/>
                  <a:pt x="1827" y="457"/>
                </a:cubicBezTo>
                <a:cubicBezTo>
                  <a:pt x="1827" y="457"/>
                  <a:pt x="1827" y="457"/>
                  <a:pt x="1827" y="457"/>
                </a:cubicBezTo>
                <a:cubicBezTo>
                  <a:pt x="1827" y="456"/>
                  <a:pt x="1827" y="456"/>
                  <a:pt x="1827" y="456"/>
                </a:cubicBezTo>
                <a:cubicBezTo>
                  <a:pt x="1827" y="456"/>
                  <a:pt x="1827" y="456"/>
                  <a:pt x="1827" y="456"/>
                </a:cubicBezTo>
                <a:cubicBezTo>
                  <a:pt x="1827" y="454"/>
                  <a:pt x="1827" y="454"/>
                  <a:pt x="1827" y="454"/>
                </a:cubicBezTo>
                <a:cubicBezTo>
                  <a:pt x="1827" y="454"/>
                  <a:pt x="1827" y="454"/>
                  <a:pt x="1827" y="454"/>
                </a:cubicBezTo>
                <a:cubicBezTo>
                  <a:pt x="1827" y="453"/>
                  <a:pt x="1827" y="453"/>
                  <a:pt x="1827" y="453"/>
                </a:cubicBezTo>
                <a:cubicBezTo>
                  <a:pt x="1827" y="453"/>
                  <a:pt x="1827" y="453"/>
                  <a:pt x="1827" y="453"/>
                </a:cubicBezTo>
                <a:cubicBezTo>
                  <a:pt x="1827" y="452"/>
                  <a:pt x="1827" y="452"/>
                  <a:pt x="1827" y="452"/>
                </a:cubicBezTo>
                <a:cubicBezTo>
                  <a:pt x="1827" y="452"/>
                  <a:pt x="1827" y="452"/>
                  <a:pt x="1827" y="452"/>
                </a:cubicBezTo>
                <a:cubicBezTo>
                  <a:pt x="1832" y="450"/>
                  <a:pt x="1832" y="450"/>
                  <a:pt x="1832" y="450"/>
                </a:cubicBezTo>
                <a:cubicBezTo>
                  <a:pt x="1832" y="450"/>
                  <a:pt x="1832" y="450"/>
                  <a:pt x="1832" y="450"/>
                </a:cubicBezTo>
                <a:cubicBezTo>
                  <a:pt x="1840" y="449"/>
                  <a:pt x="1840" y="449"/>
                  <a:pt x="1840" y="449"/>
                </a:cubicBezTo>
                <a:cubicBezTo>
                  <a:pt x="1840" y="449"/>
                  <a:pt x="1840" y="449"/>
                  <a:pt x="1840" y="449"/>
                </a:cubicBezTo>
                <a:cubicBezTo>
                  <a:pt x="1847" y="449"/>
                  <a:pt x="1847" y="449"/>
                  <a:pt x="1847" y="449"/>
                </a:cubicBezTo>
                <a:cubicBezTo>
                  <a:pt x="1847" y="449"/>
                  <a:pt x="1847" y="449"/>
                  <a:pt x="1847" y="449"/>
                </a:cubicBezTo>
                <a:cubicBezTo>
                  <a:pt x="1855" y="449"/>
                  <a:pt x="1855" y="449"/>
                  <a:pt x="1855" y="449"/>
                </a:cubicBezTo>
                <a:cubicBezTo>
                  <a:pt x="1855" y="449"/>
                  <a:pt x="1855" y="449"/>
                  <a:pt x="1855" y="449"/>
                </a:cubicBezTo>
                <a:cubicBezTo>
                  <a:pt x="1863" y="450"/>
                  <a:pt x="1863" y="450"/>
                  <a:pt x="1863" y="450"/>
                </a:cubicBezTo>
                <a:cubicBezTo>
                  <a:pt x="1863" y="450"/>
                  <a:pt x="1863" y="450"/>
                  <a:pt x="1863" y="450"/>
                </a:cubicBezTo>
                <a:cubicBezTo>
                  <a:pt x="1870" y="449"/>
                  <a:pt x="1870" y="449"/>
                  <a:pt x="1870" y="449"/>
                </a:cubicBezTo>
                <a:cubicBezTo>
                  <a:pt x="1870" y="449"/>
                  <a:pt x="1870" y="449"/>
                  <a:pt x="1870" y="449"/>
                </a:cubicBezTo>
                <a:cubicBezTo>
                  <a:pt x="1876" y="446"/>
                  <a:pt x="1876" y="446"/>
                  <a:pt x="1876" y="446"/>
                </a:cubicBezTo>
                <a:cubicBezTo>
                  <a:pt x="1876" y="446"/>
                  <a:pt x="1876" y="446"/>
                  <a:pt x="1876" y="446"/>
                </a:cubicBezTo>
                <a:cubicBezTo>
                  <a:pt x="1883" y="439"/>
                  <a:pt x="1883" y="439"/>
                  <a:pt x="1883" y="439"/>
                </a:cubicBezTo>
                <a:cubicBezTo>
                  <a:pt x="1883" y="439"/>
                  <a:pt x="1883" y="439"/>
                  <a:pt x="1883" y="439"/>
                </a:cubicBezTo>
                <a:cubicBezTo>
                  <a:pt x="1883" y="430"/>
                  <a:pt x="1883" y="430"/>
                  <a:pt x="1883" y="430"/>
                </a:cubicBezTo>
                <a:cubicBezTo>
                  <a:pt x="1883" y="430"/>
                  <a:pt x="1883" y="430"/>
                  <a:pt x="1883" y="430"/>
                </a:cubicBezTo>
                <a:cubicBezTo>
                  <a:pt x="1884" y="420"/>
                  <a:pt x="1884" y="420"/>
                  <a:pt x="1884" y="420"/>
                </a:cubicBezTo>
                <a:cubicBezTo>
                  <a:pt x="1884" y="420"/>
                  <a:pt x="1884" y="420"/>
                  <a:pt x="1884" y="420"/>
                </a:cubicBezTo>
                <a:cubicBezTo>
                  <a:pt x="1884" y="410"/>
                  <a:pt x="1884" y="410"/>
                  <a:pt x="1884" y="410"/>
                </a:cubicBezTo>
                <a:cubicBezTo>
                  <a:pt x="1884" y="410"/>
                  <a:pt x="1884" y="410"/>
                  <a:pt x="1884" y="410"/>
                </a:cubicBezTo>
                <a:cubicBezTo>
                  <a:pt x="1885" y="398"/>
                  <a:pt x="1885" y="398"/>
                  <a:pt x="1885" y="398"/>
                </a:cubicBezTo>
                <a:cubicBezTo>
                  <a:pt x="1885" y="398"/>
                  <a:pt x="1885" y="398"/>
                  <a:pt x="1885" y="398"/>
                </a:cubicBezTo>
                <a:cubicBezTo>
                  <a:pt x="1885" y="388"/>
                  <a:pt x="1885" y="388"/>
                  <a:pt x="1885" y="388"/>
                </a:cubicBezTo>
                <a:cubicBezTo>
                  <a:pt x="1885" y="388"/>
                  <a:pt x="1885" y="388"/>
                  <a:pt x="1885" y="388"/>
                </a:cubicBezTo>
                <a:cubicBezTo>
                  <a:pt x="1885" y="377"/>
                  <a:pt x="1885" y="377"/>
                  <a:pt x="1885" y="377"/>
                </a:cubicBezTo>
                <a:cubicBezTo>
                  <a:pt x="1885" y="377"/>
                  <a:pt x="1885" y="377"/>
                  <a:pt x="1885" y="377"/>
                </a:cubicBezTo>
                <a:cubicBezTo>
                  <a:pt x="1884" y="367"/>
                  <a:pt x="1884" y="367"/>
                  <a:pt x="1884" y="367"/>
                </a:cubicBezTo>
                <a:cubicBezTo>
                  <a:pt x="1884" y="367"/>
                  <a:pt x="1884" y="367"/>
                  <a:pt x="1884" y="367"/>
                </a:cubicBezTo>
                <a:cubicBezTo>
                  <a:pt x="1883" y="356"/>
                  <a:pt x="1883" y="356"/>
                  <a:pt x="1883" y="356"/>
                </a:cubicBezTo>
                <a:cubicBezTo>
                  <a:pt x="1883" y="356"/>
                  <a:pt x="1883" y="356"/>
                  <a:pt x="1883" y="356"/>
                </a:cubicBezTo>
                <a:cubicBezTo>
                  <a:pt x="1875" y="360"/>
                  <a:pt x="1875" y="360"/>
                  <a:pt x="1875" y="360"/>
                </a:cubicBezTo>
                <a:cubicBezTo>
                  <a:pt x="1875" y="360"/>
                  <a:pt x="1875" y="360"/>
                  <a:pt x="1875" y="360"/>
                </a:cubicBezTo>
                <a:cubicBezTo>
                  <a:pt x="1868" y="364"/>
                  <a:pt x="1868" y="364"/>
                  <a:pt x="1868" y="364"/>
                </a:cubicBezTo>
                <a:cubicBezTo>
                  <a:pt x="1868" y="364"/>
                  <a:pt x="1868" y="364"/>
                  <a:pt x="1868" y="364"/>
                </a:cubicBezTo>
                <a:cubicBezTo>
                  <a:pt x="1860" y="368"/>
                  <a:pt x="1860" y="368"/>
                  <a:pt x="1860" y="368"/>
                </a:cubicBezTo>
                <a:cubicBezTo>
                  <a:pt x="1860" y="368"/>
                  <a:pt x="1860" y="368"/>
                  <a:pt x="1860" y="368"/>
                </a:cubicBezTo>
                <a:cubicBezTo>
                  <a:pt x="1854" y="373"/>
                  <a:pt x="1854" y="373"/>
                  <a:pt x="1854" y="373"/>
                </a:cubicBezTo>
                <a:cubicBezTo>
                  <a:pt x="1854" y="373"/>
                  <a:pt x="1854" y="373"/>
                  <a:pt x="1854" y="373"/>
                </a:cubicBezTo>
                <a:cubicBezTo>
                  <a:pt x="1846" y="379"/>
                  <a:pt x="1846" y="379"/>
                  <a:pt x="1846" y="379"/>
                </a:cubicBezTo>
                <a:cubicBezTo>
                  <a:pt x="1846" y="379"/>
                  <a:pt x="1846" y="379"/>
                  <a:pt x="1846" y="379"/>
                </a:cubicBezTo>
                <a:cubicBezTo>
                  <a:pt x="1838" y="383"/>
                  <a:pt x="1838" y="383"/>
                  <a:pt x="1838" y="383"/>
                </a:cubicBezTo>
                <a:cubicBezTo>
                  <a:pt x="1838" y="383"/>
                  <a:pt x="1838" y="383"/>
                  <a:pt x="1838" y="383"/>
                </a:cubicBezTo>
                <a:cubicBezTo>
                  <a:pt x="1830" y="389"/>
                  <a:pt x="1830" y="389"/>
                  <a:pt x="1830" y="389"/>
                </a:cubicBezTo>
                <a:cubicBezTo>
                  <a:pt x="1830" y="389"/>
                  <a:pt x="1830" y="389"/>
                  <a:pt x="1830" y="389"/>
                </a:cubicBezTo>
                <a:cubicBezTo>
                  <a:pt x="1823" y="392"/>
                  <a:pt x="1823" y="392"/>
                  <a:pt x="1823" y="392"/>
                </a:cubicBezTo>
                <a:cubicBezTo>
                  <a:pt x="1823" y="392"/>
                  <a:pt x="1823" y="392"/>
                  <a:pt x="1823" y="392"/>
                </a:cubicBezTo>
                <a:cubicBezTo>
                  <a:pt x="1817" y="396"/>
                  <a:pt x="1817" y="396"/>
                  <a:pt x="1817" y="396"/>
                </a:cubicBezTo>
                <a:cubicBezTo>
                  <a:pt x="1817" y="396"/>
                  <a:pt x="1817" y="396"/>
                  <a:pt x="1817" y="396"/>
                </a:cubicBezTo>
                <a:cubicBezTo>
                  <a:pt x="1812" y="398"/>
                  <a:pt x="1812" y="398"/>
                  <a:pt x="1812" y="398"/>
                </a:cubicBezTo>
                <a:cubicBezTo>
                  <a:pt x="1812" y="398"/>
                  <a:pt x="1812" y="398"/>
                  <a:pt x="1812" y="398"/>
                </a:cubicBezTo>
                <a:cubicBezTo>
                  <a:pt x="1807" y="401"/>
                  <a:pt x="1807" y="401"/>
                  <a:pt x="1807" y="401"/>
                </a:cubicBezTo>
                <a:cubicBezTo>
                  <a:pt x="1807" y="401"/>
                  <a:pt x="1807" y="401"/>
                  <a:pt x="1807" y="401"/>
                </a:cubicBezTo>
                <a:cubicBezTo>
                  <a:pt x="1803" y="403"/>
                  <a:pt x="1803" y="403"/>
                  <a:pt x="1803" y="403"/>
                </a:cubicBezTo>
                <a:cubicBezTo>
                  <a:pt x="1803" y="403"/>
                  <a:pt x="1803" y="403"/>
                  <a:pt x="1803" y="403"/>
                </a:cubicBezTo>
                <a:cubicBezTo>
                  <a:pt x="1798" y="406"/>
                  <a:pt x="1798" y="406"/>
                  <a:pt x="1798" y="406"/>
                </a:cubicBezTo>
                <a:cubicBezTo>
                  <a:pt x="1798" y="406"/>
                  <a:pt x="1798" y="406"/>
                  <a:pt x="1798" y="406"/>
                </a:cubicBezTo>
                <a:cubicBezTo>
                  <a:pt x="1792" y="407"/>
                  <a:pt x="1792" y="407"/>
                  <a:pt x="1792" y="407"/>
                </a:cubicBezTo>
                <a:cubicBezTo>
                  <a:pt x="1792" y="407"/>
                  <a:pt x="1792" y="407"/>
                  <a:pt x="1792" y="407"/>
                </a:cubicBezTo>
                <a:cubicBezTo>
                  <a:pt x="1786" y="407"/>
                  <a:pt x="1786" y="407"/>
                  <a:pt x="1786" y="407"/>
                </a:cubicBezTo>
                <a:cubicBezTo>
                  <a:pt x="1786" y="407"/>
                  <a:pt x="1786" y="407"/>
                  <a:pt x="1786" y="407"/>
                </a:cubicBezTo>
                <a:cubicBezTo>
                  <a:pt x="1781" y="405"/>
                  <a:pt x="1781" y="405"/>
                  <a:pt x="1781" y="405"/>
                </a:cubicBezTo>
                <a:cubicBezTo>
                  <a:pt x="1781" y="405"/>
                  <a:pt x="1781" y="405"/>
                  <a:pt x="1781" y="405"/>
                </a:cubicBezTo>
                <a:cubicBezTo>
                  <a:pt x="1777" y="406"/>
                  <a:pt x="1777" y="406"/>
                  <a:pt x="1777" y="406"/>
                </a:cubicBezTo>
                <a:cubicBezTo>
                  <a:pt x="1777" y="406"/>
                  <a:pt x="1777" y="406"/>
                  <a:pt x="1777" y="406"/>
                </a:cubicBezTo>
                <a:cubicBezTo>
                  <a:pt x="1774" y="406"/>
                  <a:pt x="1774" y="406"/>
                  <a:pt x="1774" y="406"/>
                </a:cubicBezTo>
                <a:cubicBezTo>
                  <a:pt x="1774" y="406"/>
                  <a:pt x="1774" y="406"/>
                  <a:pt x="1774" y="406"/>
                </a:cubicBezTo>
                <a:cubicBezTo>
                  <a:pt x="1772" y="406"/>
                  <a:pt x="1772" y="406"/>
                  <a:pt x="1772" y="406"/>
                </a:cubicBezTo>
                <a:cubicBezTo>
                  <a:pt x="1772" y="406"/>
                  <a:pt x="1772" y="406"/>
                  <a:pt x="1772" y="406"/>
                </a:cubicBezTo>
                <a:cubicBezTo>
                  <a:pt x="1770" y="405"/>
                  <a:pt x="1770" y="405"/>
                  <a:pt x="1770" y="405"/>
                </a:cubicBezTo>
                <a:cubicBezTo>
                  <a:pt x="1770" y="405"/>
                  <a:pt x="1770" y="405"/>
                  <a:pt x="1770" y="405"/>
                </a:cubicBezTo>
                <a:cubicBezTo>
                  <a:pt x="1767" y="405"/>
                  <a:pt x="1767" y="405"/>
                  <a:pt x="1767" y="405"/>
                </a:cubicBezTo>
                <a:cubicBezTo>
                  <a:pt x="1767" y="405"/>
                  <a:pt x="1767" y="405"/>
                  <a:pt x="1767" y="405"/>
                </a:cubicBezTo>
                <a:cubicBezTo>
                  <a:pt x="1765" y="403"/>
                  <a:pt x="1765" y="403"/>
                  <a:pt x="1765" y="403"/>
                </a:cubicBezTo>
                <a:cubicBezTo>
                  <a:pt x="1765" y="403"/>
                  <a:pt x="1765" y="403"/>
                  <a:pt x="1765" y="403"/>
                </a:cubicBezTo>
                <a:cubicBezTo>
                  <a:pt x="1763" y="402"/>
                  <a:pt x="1763" y="402"/>
                  <a:pt x="1763" y="402"/>
                </a:cubicBezTo>
                <a:cubicBezTo>
                  <a:pt x="1763" y="402"/>
                  <a:pt x="1763" y="402"/>
                  <a:pt x="1763" y="402"/>
                </a:cubicBezTo>
                <a:cubicBezTo>
                  <a:pt x="1761" y="399"/>
                  <a:pt x="1761" y="399"/>
                  <a:pt x="1761" y="399"/>
                </a:cubicBezTo>
                <a:cubicBezTo>
                  <a:pt x="1761" y="399"/>
                  <a:pt x="1761" y="399"/>
                  <a:pt x="1761" y="399"/>
                </a:cubicBezTo>
                <a:cubicBezTo>
                  <a:pt x="1760" y="396"/>
                  <a:pt x="1760" y="396"/>
                  <a:pt x="1760" y="396"/>
                </a:cubicBezTo>
                <a:cubicBezTo>
                  <a:pt x="1760" y="396"/>
                  <a:pt x="1760" y="396"/>
                  <a:pt x="1760" y="396"/>
                </a:cubicBezTo>
                <a:cubicBezTo>
                  <a:pt x="1763" y="394"/>
                  <a:pt x="1763" y="394"/>
                  <a:pt x="1763" y="394"/>
                </a:cubicBezTo>
                <a:cubicBezTo>
                  <a:pt x="1763" y="394"/>
                  <a:pt x="1763" y="394"/>
                  <a:pt x="1763" y="394"/>
                </a:cubicBezTo>
                <a:cubicBezTo>
                  <a:pt x="1815" y="376"/>
                  <a:pt x="1815" y="376"/>
                  <a:pt x="1815" y="376"/>
                </a:cubicBezTo>
                <a:cubicBezTo>
                  <a:pt x="1815" y="376"/>
                  <a:pt x="1815" y="376"/>
                  <a:pt x="1815" y="376"/>
                </a:cubicBezTo>
                <a:cubicBezTo>
                  <a:pt x="1815" y="377"/>
                  <a:pt x="1815" y="377"/>
                  <a:pt x="1815" y="377"/>
                </a:cubicBezTo>
                <a:cubicBezTo>
                  <a:pt x="1815" y="377"/>
                  <a:pt x="1815" y="377"/>
                  <a:pt x="1815" y="377"/>
                </a:cubicBezTo>
                <a:cubicBezTo>
                  <a:pt x="1816" y="377"/>
                  <a:pt x="1816" y="377"/>
                  <a:pt x="1816" y="377"/>
                </a:cubicBezTo>
                <a:cubicBezTo>
                  <a:pt x="1816" y="377"/>
                  <a:pt x="1816" y="377"/>
                  <a:pt x="1816" y="377"/>
                </a:cubicBezTo>
                <a:cubicBezTo>
                  <a:pt x="1817" y="377"/>
                  <a:pt x="1817" y="377"/>
                  <a:pt x="1817" y="377"/>
                </a:cubicBezTo>
                <a:cubicBezTo>
                  <a:pt x="1817" y="377"/>
                  <a:pt x="1817" y="377"/>
                  <a:pt x="1817" y="377"/>
                </a:cubicBezTo>
                <a:cubicBezTo>
                  <a:pt x="1818" y="377"/>
                  <a:pt x="1818" y="377"/>
                  <a:pt x="1818" y="377"/>
                </a:cubicBezTo>
                <a:cubicBezTo>
                  <a:pt x="1818" y="377"/>
                  <a:pt x="1818" y="377"/>
                  <a:pt x="1818" y="377"/>
                </a:cubicBezTo>
                <a:cubicBezTo>
                  <a:pt x="1819" y="377"/>
                  <a:pt x="1819" y="377"/>
                  <a:pt x="1819" y="377"/>
                </a:cubicBezTo>
                <a:cubicBezTo>
                  <a:pt x="1819" y="377"/>
                  <a:pt x="1819" y="377"/>
                  <a:pt x="1819" y="377"/>
                </a:cubicBezTo>
                <a:cubicBezTo>
                  <a:pt x="1821" y="376"/>
                  <a:pt x="1821" y="376"/>
                  <a:pt x="1821" y="376"/>
                </a:cubicBezTo>
                <a:cubicBezTo>
                  <a:pt x="1821" y="376"/>
                  <a:pt x="1821" y="376"/>
                  <a:pt x="1821" y="376"/>
                </a:cubicBezTo>
                <a:cubicBezTo>
                  <a:pt x="1822" y="375"/>
                  <a:pt x="1822" y="375"/>
                  <a:pt x="1822" y="375"/>
                </a:cubicBezTo>
                <a:cubicBezTo>
                  <a:pt x="1822" y="375"/>
                  <a:pt x="1822" y="375"/>
                  <a:pt x="1822" y="375"/>
                </a:cubicBezTo>
                <a:cubicBezTo>
                  <a:pt x="1824" y="374"/>
                  <a:pt x="1824" y="374"/>
                  <a:pt x="1824" y="374"/>
                </a:cubicBezTo>
                <a:cubicBezTo>
                  <a:pt x="1824" y="374"/>
                  <a:pt x="1824" y="374"/>
                  <a:pt x="1824" y="374"/>
                </a:cubicBezTo>
                <a:cubicBezTo>
                  <a:pt x="1824" y="374"/>
                  <a:pt x="1824" y="374"/>
                  <a:pt x="1824" y="374"/>
                </a:cubicBezTo>
                <a:cubicBezTo>
                  <a:pt x="1824" y="374"/>
                  <a:pt x="1824" y="374"/>
                  <a:pt x="1824" y="374"/>
                </a:cubicBezTo>
                <a:cubicBezTo>
                  <a:pt x="1825" y="373"/>
                  <a:pt x="1825" y="373"/>
                  <a:pt x="1825" y="373"/>
                </a:cubicBezTo>
                <a:cubicBezTo>
                  <a:pt x="1825" y="373"/>
                  <a:pt x="1825" y="373"/>
                  <a:pt x="1825" y="373"/>
                </a:cubicBezTo>
                <a:cubicBezTo>
                  <a:pt x="1826" y="373"/>
                  <a:pt x="1826" y="373"/>
                  <a:pt x="1826" y="373"/>
                </a:cubicBezTo>
                <a:cubicBezTo>
                  <a:pt x="1826" y="373"/>
                  <a:pt x="1826" y="373"/>
                  <a:pt x="1826" y="373"/>
                </a:cubicBezTo>
                <a:cubicBezTo>
                  <a:pt x="1828" y="372"/>
                  <a:pt x="1828" y="372"/>
                  <a:pt x="1828" y="372"/>
                </a:cubicBezTo>
                <a:cubicBezTo>
                  <a:pt x="1828" y="372"/>
                  <a:pt x="1828" y="372"/>
                  <a:pt x="1828" y="372"/>
                </a:cubicBezTo>
                <a:cubicBezTo>
                  <a:pt x="1829" y="372"/>
                  <a:pt x="1829" y="372"/>
                  <a:pt x="1829" y="372"/>
                </a:cubicBezTo>
                <a:cubicBezTo>
                  <a:pt x="1829" y="372"/>
                  <a:pt x="1829" y="372"/>
                  <a:pt x="1829" y="372"/>
                </a:cubicBezTo>
                <a:cubicBezTo>
                  <a:pt x="1831" y="371"/>
                  <a:pt x="1831" y="371"/>
                  <a:pt x="1831" y="371"/>
                </a:cubicBezTo>
                <a:cubicBezTo>
                  <a:pt x="1831" y="371"/>
                  <a:pt x="1831" y="371"/>
                  <a:pt x="1831" y="371"/>
                </a:cubicBezTo>
                <a:cubicBezTo>
                  <a:pt x="1833" y="371"/>
                  <a:pt x="1833" y="371"/>
                  <a:pt x="1833" y="371"/>
                </a:cubicBezTo>
                <a:cubicBezTo>
                  <a:pt x="1833" y="371"/>
                  <a:pt x="1833" y="371"/>
                  <a:pt x="1833" y="371"/>
                </a:cubicBezTo>
                <a:cubicBezTo>
                  <a:pt x="1835" y="369"/>
                  <a:pt x="1835" y="369"/>
                  <a:pt x="1835" y="369"/>
                </a:cubicBezTo>
                <a:cubicBezTo>
                  <a:pt x="1835" y="369"/>
                  <a:pt x="1835" y="369"/>
                  <a:pt x="1835" y="369"/>
                </a:cubicBezTo>
                <a:cubicBezTo>
                  <a:pt x="1836" y="368"/>
                  <a:pt x="1836" y="368"/>
                  <a:pt x="1836" y="368"/>
                </a:cubicBezTo>
                <a:cubicBezTo>
                  <a:pt x="1836" y="368"/>
                  <a:pt x="1836" y="368"/>
                  <a:pt x="1836" y="368"/>
                </a:cubicBezTo>
                <a:cubicBezTo>
                  <a:pt x="1840" y="367"/>
                  <a:pt x="1840" y="367"/>
                  <a:pt x="1840" y="367"/>
                </a:cubicBezTo>
                <a:cubicBezTo>
                  <a:pt x="1840" y="367"/>
                  <a:pt x="1840" y="367"/>
                  <a:pt x="1840" y="367"/>
                </a:cubicBezTo>
                <a:cubicBezTo>
                  <a:pt x="1843" y="365"/>
                  <a:pt x="1843" y="365"/>
                  <a:pt x="1843" y="365"/>
                </a:cubicBezTo>
                <a:cubicBezTo>
                  <a:pt x="1843" y="365"/>
                  <a:pt x="1843" y="365"/>
                  <a:pt x="1843" y="365"/>
                </a:cubicBezTo>
                <a:cubicBezTo>
                  <a:pt x="1846" y="363"/>
                  <a:pt x="1846" y="363"/>
                  <a:pt x="1846" y="363"/>
                </a:cubicBezTo>
                <a:cubicBezTo>
                  <a:pt x="1846" y="363"/>
                  <a:pt x="1846" y="363"/>
                  <a:pt x="1846" y="363"/>
                </a:cubicBezTo>
                <a:cubicBezTo>
                  <a:pt x="1848" y="361"/>
                  <a:pt x="1848" y="361"/>
                  <a:pt x="1848" y="361"/>
                </a:cubicBezTo>
                <a:cubicBezTo>
                  <a:pt x="1848" y="361"/>
                  <a:pt x="1848" y="361"/>
                  <a:pt x="1848" y="361"/>
                </a:cubicBezTo>
                <a:cubicBezTo>
                  <a:pt x="1851" y="359"/>
                  <a:pt x="1851" y="359"/>
                  <a:pt x="1851" y="359"/>
                </a:cubicBezTo>
                <a:cubicBezTo>
                  <a:pt x="1851" y="359"/>
                  <a:pt x="1851" y="359"/>
                  <a:pt x="1851" y="359"/>
                </a:cubicBezTo>
                <a:cubicBezTo>
                  <a:pt x="1854" y="356"/>
                  <a:pt x="1854" y="356"/>
                  <a:pt x="1854" y="356"/>
                </a:cubicBezTo>
                <a:cubicBezTo>
                  <a:pt x="1854" y="356"/>
                  <a:pt x="1854" y="356"/>
                  <a:pt x="1854" y="356"/>
                </a:cubicBezTo>
                <a:cubicBezTo>
                  <a:pt x="1857" y="353"/>
                  <a:pt x="1857" y="353"/>
                  <a:pt x="1857" y="353"/>
                </a:cubicBezTo>
                <a:cubicBezTo>
                  <a:pt x="1857" y="353"/>
                  <a:pt x="1857" y="353"/>
                  <a:pt x="1857" y="353"/>
                </a:cubicBezTo>
                <a:cubicBezTo>
                  <a:pt x="1858" y="351"/>
                  <a:pt x="1858" y="351"/>
                  <a:pt x="1858" y="351"/>
                </a:cubicBezTo>
                <a:cubicBezTo>
                  <a:pt x="1858" y="351"/>
                  <a:pt x="1858" y="351"/>
                  <a:pt x="1858" y="351"/>
                </a:cubicBezTo>
                <a:cubicBezTo>
                  <a:pt x="1862" y="348"/>
                  <a:pt x="1862" y="348"/>
                  <a:pt x="1862" y="348"/>
                </a:cubicBezTo>
                <a:cubicBezTo>
                  <a:pt x="1862" y="348"/>
                  <a:pt x="1862" y="348"/>
                  <a:pt x="1862" y="348"/>
                </a:cubicBezTo>
                <a:cubicBezTo>
                  <a:pt x="1863" y="346"/>
                  <a:pt x="1863" y="346"/>
                  <a:pt x="1863" y="346"/>
                </a:cubicBezTo>
                <a:cubicBezTo>
                  <a:pt x="1863" y="346"/>
                  <a:pt x="1863" y="346"/>
                  <a:pt x="1863" y="346"/>
                </a:cubicBezTo>
                <a:cubicBezTo>
                  <a:pt x="1866" y="343"/>
                  <a:pt x="1866" y="343"/>
                  <a:pt x="1866" y="343"/>
                </a:cubicBezTo>
                <a:cubicBezTo>
                  <a:pt x="1866" y="343"/>
                  <a:pt x="1866" y="343"/>
                  <a:pt x="1866" y="343"/>
                </a:cubicBezTo>
                <a:cubicBezTo>
                  <a:pt x="1867" y="341"/>
                  <a:pt x="1867" y="341"/>
                  <a:pt x="1867" y="341"/>
                </a:cubicBezTo>
                <a:cubicBezTo>
                  <a:pt x="1867" y="341"/>
                  <a:pt x="1867" y="341"/>
                  <a:pt x="1867" y="341"/>
                </a:cubicBezTo>
                <a:cubicBezTo>
                  <a:pt x="1870" y="338"/>
                  <a:pt x="1870" y="338"/>
                  <a:pt x="1870" y="338"/>
                </a:cubicBezTo>
                <a:cubicBezTo>
                  <a:pt x="1870" y="338"/>
                  <a:pt x="1870" y="338"/>
                  <a:pt x="1870" y="338"/>
                </a:cubicBezTo>
                <a:cubicBezTo>
                  <a:pt x="1873" y="337"/>
                  <a:pt x="1873" y="337"/>
                  <a:pt x="1873" y="337"/>
                </a:cubicBezTo>
                <a:cubicBezTo>
                  <a:pt x="1873" y="337"/>
                  <a:pt x="1873" y="337"/>
                  <a:pt x="1873" y="337"/>
                </a:cubicBezTo>
                <a:cubicBezTo>
                  <a:pt x="1877" y="335"/>
                  <a:pt x="1877" y="335"/>
                  <a:pt x="1877" y="335"/>
                </a:cubicBezTo>
                <a:cubicBezTo>
                  <a:pt x="1877" y="335"/>
                  <a:pt x="1877" y="335"/>
                  <a:pt x="1877" y="335"/>
                </a:cubicBezTo>
                <a:cubicBezTo>
                  <a:pt x="1877" y="334"/>
                  <a:pt x="1877" y="334"/>
                  <a:pt x="1877" y="334"/>
                </a:cubicBezTo>
                <a:cubicBezTo>
                  <a:pt x="1877" y="334"/>
                  <a:pt x="1877" y="334"/>
                  <a:pt x="1877" y="334"/>
                </a:cubicBezTo>
                <a:cubicBezTo>
                  <a:pt x="1877" y="332"/>
                  <a:pt x="1877" y="332"/>
                  <a:pt x="1877" y="332"/>
                </a:cubicBezTo>
                <a:cubicBezTo>
                  <a:pt x="1877" y="332"/>
                  <a:pt x="1877" y="332"/>
                  <a:pt x="1877" y="332"/>
                </a:cubicBezTo>
                <a:cubicBezTo>
                  <a:pt x="1877" y="330"/>
                  <a:pt x="1877" y="330"/>
                  <a:pt x="1877" y="330"/>
                </a:cubicBezTo>
                <a:cubicBezTo>
                  <a:pt x="1877" y="330"/>
                  <a:pt x="1877" y="330"/>
                  <a:pt x="1877" y="330"/>
                </a:cubicBezTo>
                <a:cubicBezTo>
                  <a:pt x="1877" y="327"/>
                  <a:pt x="1877" y="327"/>
                  <a:pt x="1877" y="327"/>
                </a:cubicBezTo>
                <a:cubicBezTo>
                  <a:pt x="1877" y="327"/>
                  <a:pt x="1877" y="327"/>
                  <a:pt x="1877" y="327"/>
                </a:cubicBezTo>
                <a:cubicBezTo>
                  <a:pt x="1876" y="325"/>
                  <a:pt x="1876" y="325"/>
                  <a:pt x="1876" y="325"/>
                </a:cubicBezTo>
                <a:cubicBezTo>
                  <a:pt x="1876" y="325"/>
                  <a:pt x="1876" y="325"/>
                  <a:pt x="1876" y="325"/>
                </a:cubicBezTo>
                <a:cubicBezTo>
                  <a:pt x="1876" y="323"/>
                  <a:pt x="1876" y="323"/>
                  <a:pt x="1876" y="323"/>
                </a:cubicBezTo>
                <a:cubicBezTo>
                  <a:pt x="1876" y="323"/>
                  <a:pt x="1876" y="323"/>
                  <a:pt x="1876" y="323"/>
                </a:cubicBezTo>
                <a:cubicBezTo>
                  <a:pt x="1876" y="321"/>
                  <a:pt x="1876" y="321"/>
                  <a:pt x="1876" y="321"/>
                </a:cubicBezTo>
                <a:cubicBezTo>
                  <a:pt x="1876" y="321"/>
                  <a:pt x="1876" y="321"/>
                  <a:pt x="1876" y="321"/>
                </a:cubicBezTo>
                <a:cubicBezTo>
                  <a:pt x="1877" y="318"/>
                  <a:pt x="1877" y="318"/>
                  <a:pt x="1877" y="318"/>
                </a:cubicBezTo>
                <a:cubicBezTo>
                  <a:pt x="1877" y="318"/>
                  <a:pt x="1877" y="318"/>
                  <a:pt x="1877" y="318"/>
                </a:cubicBezTo>
                <a:cubicBezTo>
                  <a:pt x="1897" y="294"/>
                  <a:pt x="1897" y="294"/>
                  <a:pt x="1897" y="294"/>
                </a:cubicBezTo>
                <a:cubicBezTo>
                  <a:pt x="1897" y="294"/>
                  <a:pt x="1897" y="294"/>
                  <a:pt x="1897" y="294"/>
                </a:cubicBezTo>
                <a:cubicBezTo>
                  <a:pt x="1897" y="294"/>
                  <a:pt x="1897" y="294"/>
                  <a:pt x="1897" y="294"/>
                </a:cubicBezTo>
                <a:cubicBezTo>
                  <a:pt x="1897" y="294"/>
                  <a:pt x="1897" y="294"/>
                  <a:pt x="1897" y="294"/>
                </a:cubicBezTo>
                <a:cubicBezTo>
                  <a:pt x="1898" y="294"/>
                  <a:pt x="1898" y="294"/>
                  <a:pt x="1898" y="294"/>
                </a:cubicBezTo>
                <a:cubicBezTo>
                  <a:pt x="1898" y="294"/>
                  <a:pt x="1898" y="294"/>
                  <a:pt x="1898" y="294"/>
                </a:cubicBezTo>
                <a:cubicBezTo>
                  <a:pt x="1900" y="294"/>
                  <a:pt x="1900" y="294"/>
                  <a:pt x="1900" y="294"/>
                </a:cubicBezTo>
                <a:cubicBezTo>
                  <a:pt x="1900" y="294"/>
                  <a:pt x="1900" y="294"/>
                  <a:pt x="1900" y="294"/>
                </a:cubicBezTo>
                <a:cubicBezTo>
                  <a:pt x="1900" y="293"/>
                  <a:pt x="1900" y="293"/>
                  <a:pt x="1900" y="293"/>
                </a:cubicBezTo>
                <a:cubicBezTo>
                  <a:pt x="1900" y="293"/>
                  <a:pt x="1900" y="293"/>
                  <a:pt x="1900" y="293"/>
                </a:cubicBezTo>
                <a:cubicBezTo>
                  <a:pt x="1901" y="293"/>
                  <a:pt x="1901" y="293"/>
                  <a:pt x="1901" y="293"/>
                </a:cubicBezTo>
                <a:cubicBezTo>
                  <a:pt x="1901" y="293"/>
                  <a:pt x="1901" y="293"/>
                  <a:pt x="1901" y="293"/>
                </a:cubicBezTo>
                <a:cubicBezTo>
                  <a:pt x="1902" y="293"/>
                  <a:pt x="1902" y="293"/>
                  <a:pt x="1902" y="293"/>
                </a:cubicBezTo>
                <a:cubicBezTo>
                  <a:pt x="1902" y="293"/>
                  <a:pt x="1902" y="293"/>
                  <a:pt x="1902" y="293"/>
                </a:cubicBezTo>
                <a:cubicBezTo>
                  <a:pt x="1904" y="292"/>
                  <a:pt x="1904" y="292"/>
                  <a:pt x="1904" y="292"/>
                </a:cubicBezTo>
                <a:cubicBezTo>
                  <a:pt x="1904" y="292"/>
                  <a:pt x="1904" y="292"/>
                  <a:pt x="1904" y="292"/>
                </a:cubicBezTo>
                <a:cubicBezTo>
                  <a:pt x="1906" y="291"/>
                  <a:pt x="1906" y="291"/>
                  <a:pt x="1906" y="291"/>
                </a:cubicBezTo>
                <a:cubicBezTo>
                  <a:pt x="1906" y="291"/>
                  <a:pt x="1906" y="291"/>
                  <a:pt x="1906" y="291"/>
                </a:cubicBezTo>
                <a:cubicBezTo>
                  <a:pt x="1918" y="275"/>
                  <a:pt x="1918" y="275"/>
                  <a:pt x="1918" y="275"/>
                </a:cubicBezTo>
                <a:cubicBezTo>
                  <a:pt x="1932" y="261"/>
                  <a:pt x="1932" y="261"/>
                  <a:pt x="1932" y="261"/>
                </a:cubicBezTo>
                <a:cubicBezTo>
                  <a:pt x="1932" y="261"/>
                  <a:pt x="1932" y="261"/>
                  <a:pt x="1932" y="261"/>
                </a:cubicBezTo>
                <a:cubicBezTo>
                  <a:pt x="1931" y="261"/>
                  <a:pt x="1931" y="261"/>
                  <a:pt x="1931" y="261"/>
                </a:cubicBezTo>
                <a:cubicBezTo>
                  <a:pt x="1931" y="261"/>
                  <a:pt x="1931" y="261"/>
                  <a:pt x="1931" y="261"/>
                </a:cubicBezTo>
                <a:cubicBezTo>
                  <a:pt x="1931" y="259"/>
                  <a:pt x="1931" y="259"/>
                  <a:pt x="1931" y="259"/>
                </a:cubicBezTo>
                <a:cubicBezTo>
                  <a:pt x="1931" y="259"/>
                  <a:pt x="1931" y="259"/>
                  <a:pt x="1931" y="259"/>
                </a:cubicBezTo>
                <a:cubicBezTo>
                  <a:pt x="1931" y="258"/>
                  <a:pt x="1931" y="258"/>
                  <a:pt x="1931" y="258"/>
                </a:cubicBezTo>
                <a:cubicBezTo>
                  <a:pt x="1931" y="258"/>
                  <a:pt x="1931" y="258"/>
                  <a:pt x="1931" y="258"/>
                </a:cubicBezTo>
                <a:cubicBezTo>
                  <a:pt x="1932" y="256"/>
                  <a:pt x="1932" y="256"/>
                  <a:pt x="1932" y="256"/>
                </a:cubicBezTo>
                <a:cubicBezTo>
                  <a:pt x="1932" y="256"/>
                  <a:pt x="1932" y="256"/>
                  <a:pt x="1932" y="256"/>
                </a:cubicBezTo>
                <a:cubicBezTo>
                  <a:pt x="1932" y="256"/>
                  <a:pt x="1932" y="256"/>
                  <a:pt x="1932" y="256"/>
                </a:cubicBezTo>
                <a:cubicBezTo>
                  <a:pt x="1932" y="256"/>
                  <a:pt x="1932" y="256"/>
                  <a:pt x="1932" y="256"/>
                </a:cubicBezTo>
                <a:cubicBezTo>
                  <a:pt x="1932" y="254"/>
                  <a:pt x="1932" y="254"/>
                  <a:pt x="1932" y="254"/>
                </a:cubicBezTo>
                <a:cubicBezTo>
                  <a:pt x="1932" y="254"/>
                  <a:pt x="1932" y="254"/>
                  <a:pt x="1932" y="254"/>
                </a:cubicBezTo>
                <a:cubicBezTo>
                  <a:pt x="1932" y="252"/>
                  <a:pt x="1932" y="252"/>
                  <a:pt x="1932" y="252"/>
                </a:cubicBezTo>
                <a:cubicBezTo>
                  <a:pt x="1932" y="252"/>
                  <a:pt x="1932" y="252"/>
                  <a:pt x="1932" y="252"/>
                </a:cubicBezTo>
                <a:cubicBezTo>
                  <a:pt x="1932" y="250"/>
                  <a:pt x="1932" y="250"/>
                  <a:pt x="1932" y="250"/>
                </a:cubicBezTo>
                <a:cubicBezTo>
                  <a:pt x="1932" y="250"/>
                  <a:pt x="1932" y="250"/>
                  <a:pt x="1932" y="250"/>
                </a:cubicBezTo>
                <a:cubicBezTo>
                  <a:pt x="1863" y="283"/>
                  <a:pt x="1863" y="283"/>
                  <a:pt x="1863" y="283"/>
                </a:cubicBezTo>
                <a:cubicBezTo>
                  <a:pt x="1838" y="288"/>
                  <a:pt x="1838" y="288"/>
                  <a:pt x="1838" y="288"/>
                </a:cubicBezTo>
                <a:cubicBezTo>
                  <a:pt x="1838" y="288"/>
                  <a:pt x="1838" y="288"/>
                  <a:pt x="1838" y="288"/>
                </a:cubicBezTo>
                <a:cubicBezTo>
                  <a:pt x="1836" y="288"/>
                  <a:pt x="1836" y="288"/>
                  <a:pt x="1836" y="288"/>
                </a:cubicBezTo>
                <a:cubicBezTo>
                  <a:pt x="1836" y="288"/>
                  <a:pt x="1836" y="288"/>
                  <a:pt x="1836" y="288"/>
                </a:cubicBezTo>
                <a:cubicBezTo>
                  <a:pt x="1836" y="288"/>
                  <a:pt x="1836" y="288"/>
                  <a:pt x="1836" y="288"/>
                </a:cubicBezTo>
                <a:cubicBezTo>
                  <a:pt x="1836" y="288"/>
                  <a:pt x="1836" y="288"/>
                  <a:pt x="1836" y="288"/>
                </a:cubicBezTo>
                <a:cubicBezTo>
                  <a:pt x="1834" y="288"/>
                  <a:pt x="1834" y="288"/>
                  <a:pt x="1834" y="288"/>
                </a:cubicBezTo>
                <a:cubicBezTo>
                  <a:pt x="1834" y="288"/>
                  <a:pt x="1834" y="288"/>
                  <a:pt x="1834" y="288"/>
                </a:cubicBezTo>
                <a:cubicBezTo>
                  <a:pt x="1834" y="287"/>
                  <a:pt x="1834" y="287"/>
                  <a:pt x="1834" y="287"/>
                </a:cubicBezTo>
                <a:cubicBezTo>
                  <a:pt x="1834" y="287"/>
                  <a:pt x="1834" y="287"/>
                  <a:pt x="1834" y="287"/>
                </a:cubicBezTo>
                <a:cubicBezTo>
                  <a:pt x="1833" y="287"/>
                  <a:pt x="1833" y="287"/>
                  <a:pt x="1833" y="287"/>
                </a:cubicBezTo>
                <a:cubicBezTo>
                  <a:pt x="1833" y="287"/>
                  <a:pt x="1833" y="287"/>
                  <a:pt x="1833" y="287"/>
                </a:cubicBezTo>
                <a:cubicBezTo>
                  <a:pt x="1832" y="286"/>
                  <a:pt x="1832" y="286"/>
                  <a:pt x="1832" y="286"/>
                </a:cubicBezTo>
                <a:cubicBezTo>
                  <a:pt x="1832" y="286"/>
                  <a:pt x="1832" y="286"/>
                  <a:pt x="1832" y="286"/>
                </a:cubicBezTo>
                <a:cubicBezTo>
                  <a:pt x="1832" y="285"/>
                  <a:pt x="1832" y="285"/>
                  <a:pt x="1832" y="285"/>
                </a:cubicBezTo>
                <a:cubicBezTo>
                  <a:pt x="1832" y="285"/>
                  <a:pt x="1832" y="285"/>
                  <a:pt x="1832" y="285"/>
                </a:cubicBezTo>
                <a:cubicBezTo>
                  <a:pt x="1832" y="283"/>
                  <a:pt x="1832" y="283"/>
                  <a:pt x="1832" y="283"/>
                </a:cubicBezTo>
                <a:cubicBezTo>
                  <a:pt x="1832" y="283"/>
                  <a:pt x="1832" y="283"/>
                  <a:pt x="1832" y="283"/>
                </a:cubicBezTo>
                <a:cubicBezTo>
                  <a:pt x="1834" y="277"/>
                  <a:pt x="1834" y="277"/>
                  <a:pt x="1834" y="277"/>
                </a:cubicBezTo>
                <a:cubicBezTo>
                  <a:pt x="1834" y="277"/>
                  <a:pt x="1834" y="277"/>
                  <a:pt x="1834" y="277"/>
                </a:cubicBezTo>
                <a:cubicBezTo>
                  <a:pt x="1864" y="262"/>
                  <a:pt x="1864" y="262"/>
                  <a:pt x="1864" y="262"/>
                </a:cubicBezTo>
                <a:cubicBezTo>
                  <a:pt x="1933" y="229"/>
                  <a:pt x="1933" y="229"/>
                  <a:pt x="1933" y="229"/>
                </a:cubicBezTo>
                <a:cubicBezTo>
                  <a:pt x="1933" y="229"/>
                  <a:pt x="1933" y="229"/>
                  <a:pt x="1933" y="229"/>
                </a:cubicBezTo>
                <a:cubicBezTo>
                  <a:pt x="1939" y="220"/>
                  <a:pt x="1939" y="220"/>
                  <a:pt x="1939" y="220"/>
                </a:cubicBezTo>
                <a:cubicBezTo>
                  <a:pt x="1939" y="220"/>
                  <a:pt x="1939" y="220"/>
                  <a:pt x="1939" y="220"/>
                </a:cubicBezTo>
                <a:cubicBezTo>
                  <a:pt x="1946" y="210"/>
                  <a:pt x="1946" y="210"/>
                  <a:pt x="1946" y="210"/>
                </a:cubicBezTo>
                <a:cubicBezTo>
                  <a:pt x="1946" y="210"/>
                  <a:pt x="1946" y="210"/>
                  <a:pt x="1946" y="210"/>
                </a:cubicBezTo>
                <a:cubicBezTo>
                  <a:pt x="1952" y="200"/>
                  <a:pt x="1952" y="200"/>
                  <a:pt x="1952" y="200"/>
                </a:cubicBezTo>
                <a:cubicBezTo>
                  <a:pt x="1952" y="200"/>
                  <a:pt x="1952" y="200"/>
                  <a:pt x="1952" y="200"/>
                </a:cubicBezTo>
                <a:cubicBezTo>
                  <a:pt x="1959" y="188"/>
                  <a:pt x="1959" y="188"/>
                  <a:pt x="1959" y="188"/>
                </a:cubicBezTo>
                <a:cubicBezTo>
                  <a:pt x="1959" y="188"/>
                  <a:pt x="1959" y="188"/>
                  <a:pt x="1959" y="188"/>
                </a:cubicBezTo>
                <a:cubicBezTo>
                  <a:pt x="1965" y="177"/>
                  <a:pt x="1965" y="177"/>
                  <a:pt x="1965" y="177"/>
                </a:cubicBezTo>
                <a:cubicBezTo>
                  <a:pt x="1965" y="177"/>
                  <a:pt x="1965" y="177"/>
                  <a:pt x="1965" y="177"/>
                </a:cubicBezTo>
                <a:cubicBezTo>
                  <a:pt x="1971" y="166"/>
                  <a:pt x="1971" y="166"/>
                  <a:pt x="1971" y="166"/>
                </a:cubicBezTo>
                <a:cubicBezTo>
                  <a:pt x="1971" y="166"/>
                  <a:pt x="1971" y="166"/>
                  <a:pt x="1971" y="166"/>
                </a:cubicBezTo>
                <a:cubicBezTo>
                  <a:pt x="1977" y="156"/>
                  <a:pt x="1977" y="156"/>
                  <a:pt x="1977" y="156"/>
                </a:cubicBezTo>
                <a:cubicBezTo>
                  <a:pt x="1977" y="156"/>
                  <a:pt x="1977" y="156"/>
                  <a:pt x="1977" y="156"/>
                </a:cubicBezTo>
                <a:cubicBezTo>
                  <a:pt x="1984" y="144"/>
                  <a:pt x="1984" y="144"/>
                  <a:pt x="1984" y="144"/>
                </a:cubicBezTo>
                <a:cubicBezTo>
                  <a:pt x="1984" y="144"/>
                  <a:pt x="1984" y="144"/>
                  <a:pt x="1984" y="144"/>
                </a:cubicBezTo>
                <a:cubicBezTo>
                  <a:pt x="1996" y="117"/>
                  <a:pt x="1996" y="117"/>
                  <a:pt x="1996" y="117"/>
                </a:cubicBezTo>
                <a:cubicBezTo>
                  <a:pt x="1996" y="117"/>
                  <a:pt x="1996" y="117"/>
                  <a:pt x="1996" y="117"/>
                </a:cubicBezTo>
                <a:cubicBezTo>
                  <a:pt x="1995" y="117"/>
                  <a:pt x="1995" y="117"/>
                  <a:pt x="1995" y="117"/>
                </a:cubicBezTo>
                <a:cubicBezTo>
                  <a:pt x="1995" y="117"/>
                  <a:pt x="1995" y="117"/>
                  <a:pt x="1995" y="117"/>
                </a:cubicBezTo>
                <a:cubicBezTo>
                  <a:pt x="1994" y="117"/>
                  <a:pt x="1994" y="117"/>
                  <a:pt x="1994" y="117"/>
                </a:cubicBezTo>
                <a:cubicBezTo>
                  <a:pt x="1994" y="117"/>
                  <a:pt x="1994" y="117"/>
                  <a:pt x="1994" y="117"/>
                </a:cubicBezTo>
                <a:cubicBezTo>
                  <a:pt x="1993" y="116"/>
                  <a:pt x="1993" y="116"/>
                  <a:pt x="1993" y="116"/>
                </a:cubicBezTo>
                <a:cubicBezTo>
                  <a:pt x="1993" y="116"/>
                  <a:pt x="1993" y="116"/>
                  <a:pt x="1993" y="116"/>
                </a:cubicBezTo>
                <a:cubicBezTo>
                  <a:pt x="1993" y="115"/>
                  <a:pt x="1993" y="115"/>
                  <a:pt x="1993" y="115"/>
                </a:cubicBezTo>
                <a:cubicBezTo>
                  <a:pt x="1993" y="115"/>
                  <a:pt x="1993" y="115"/>
                  <a:pt x="1993" y="115"/>
                </a:cubicBezTo>
                <a:cubicBezTo>
                  <a:pt x="1992" y="114"/>
                  <a:pt x="1992" y="114"/>
                  <a:pt x="1992" y="114"/>
                </a:cubicBezTo>
                <a:cubicBezTo>
                  <a:pt x="1992" y="114"/>
                  <a:pt x="1992" y="114"/>
                  <a:pt x="1992" y="114"/>
                </a:cubicBezTo>
                <a:cubicBezTo>
                  <a:pt x="1992" y="114"/>
                  <a:pt x="1992" y="114"/>
                  <a:pt x="1992" y="114"/>
                </a:cubicBezTo>
                <a:cubicBezTo>
                  <a:pt x="1992" y="114"/>
                  <a:pt x="1992" y="114"/>
                  <a:pt x="1992" y="114"/>
                </a:cubicBezTo>
                <a:cubicBezTo>
                  <a:pt x="1991" y="113"/>
                  <a:pt x="1991" y="113"/>
                  <a:pt x="1991" y="113"/>
                </a:cubicBezTo>
                <a:cubicBezTo>
                  <a:pt x="1991" y="113"/>
                  <a:pt x="1991" y="113"/>
                  <a:pt x="1991" y="113"/>
                </a:cubicBezTo>
                <a:cubicBezTo>
                  <a:pt x="1991" y="111"/>
                  <a:pt x="1991" y="111"/>
                  <a:pt x="1991" y="111"/>
                </a:cubicBezTo>
                <a:cubicBezTo>
                  <a:pt x="1991" y="111"/>
                  <a:pt x="1991" y="111"/>
                  <a:pt x="1991" y="111"/>
                </a:cubicBezTo>
                <a:cubicBezTo>
                  <a:pt x="1985" y="111"/>
                  <a:pt x="1985" y="111"/>
                  <a:pt x="1985" y="111"/>
                </a:cubicBezTo>
                <a:cubicBezTo>
                  <a:pt x="1985" y="111"/>
                  <a:pt x="1985" y="111"/>
                  <a:pt x="1985" y="111"/>
                </a:cubicBezTo>
                <a:cubicBezTo>
                  <a:pt x="1980" y="112"/>
                  <a:pt x="1980" y="112"/>
                  <a:pt x="1980" y="112"/>
                </a:cubicBezTo>
                <a:cubicBezTo>
                  <a:pt x="1980" y="112"/>
                  <a:pt x="1980" y="112"/>
                  <a:pt x="1980" y="112"/>
                </a:cubicBezTo>
                <a:cubicBezTo>
                  <a:pt x="1975" y="114"/>
                  <a:pt x="1975" y="114"/>
                  <a:pt x="1975" y="114"/>
                </a:cubicBezTo>
                <a:cubicBezTo>
                  <a:pt x="1975" y="114"/>
                  <a:pt x="1975" y="114"/>
                  <a:pt x="1975" y="114"/>
                </a:cubicBezTo>
                <a:cubicBezTo>
                  <a:pt x="1971" y="114"/>
                  <a:pt x="1971" y="114"/>
                  <a:pt x="1971" y="114"/>
                </a:cubicBezTo>
                <a:cubicBezTo>
                  <a:pt x="1971" y="114"/>
                  <a:pt x="1971" y="114"/>
                  <a:pt x="1971" y="114"/>
                </a:cubicBezTo>
                <a:cubicBezTo>
                  <a:pt x="1967" y="118"/>
                  <a:pt x="1967" y="118"/>
                  <a:pt x="1967" y="118"/>
                </a:cubicBezTo>
                <a:cubicBezTo>
                  <a:pt x="1967" y="118"/>
                  <a:pt x="1967" y="118"/>
                  <a:pt x="1967" y="118"/>
                </a:cubicBezTo>
                <a:cubicBezTo>
                  <a:pt x="1962" y="121"/>
                  <a:pt x="1962" y="121"/>
                  <a:pt x="1962" y="121"/>
                </a:cubicBezTo>
                <a:cubicBezTo>
                  <a:pt x="1962" y="121"/>
                  <a:pt x="1962" y="121"/>
                  <a:pt x="1962" y="121"/>
                </a:cubicBezTo>
                <a:cubicBezTo>
                  <a:pt x="1958" y="124"/>
                  <a:pt x="1958" y="124"/>
                  <a:pt x="1958" y="124"/>
                </a:cubicBezTo>
                <a:cubicBezTo>
                  <a:pt x="1958" y="124"/>
                  <a:pt x="1958" y="124"/>
                  <a:pt x="1958" y="124"/>
                </a:cubicBezTo>
                <a:cubicBezTo>
                  <a:pt x="1954" y="126"/>
                  <a:pt x="1954" y="126"/>
                  <a:pt x="1954" y="126"/>
                </a:cubicBezTo>
                <a:cubicBezTo>
                  <a:pt x="1952" y="128"/>
                  <a:pt x="1952" y="128"/>
                  <a:pt x="1952" y="128"/>
                </a:cubicBezTo>
                <a:cubicBezTo>
                  <a:pt x="1933" y="141"/>
                  <a:pt x="1933" y="141"/>
                  <a:pt x="1933" y="141"/>
                </a:cubicBezTo>
                <a:cubicBezTo>
                  <a:pt x="1933" y="141"/>
                  <a:pt x="1933" y="141"/>
                  <a:pt x="1933" y="141"/>
                </a:cubicBezTo>
                <a:cubicBezTo>
                  <a:pt x="1933" y="146"/>
                  <a:pt x="1933" y="146"/>
                  <a:pt x="1933" y="146"/>
                </a:cubicBezTo>
                <a:cubicBezTo>
                  <a:pt x="1933" y="146"/>
                  <a:pt x="1933" y="146"/>
                  <a:pt x="1933" y="146"/>
                </a:cubicBezTo>
                <a:cubicBezTo>
                  <a:pt x="1933" y="147"/>
                  <a:pt x="1933" y="147"/>
                  <a:pt x="1933" y="147"/>
                </a:cubicBezTo>
                <a:cubicBezTo>
                  <a:pt x="1933" y="147"/>
                  <a:pt x="1933" y="147"/>
                  <a:pt x="1933" y="147"/>
                </a:cubicBezTo>
                <a:cubicBezTo>
                  <a:pt x="1934" y="147"/>
                  <a:pt x="1934" y="147"/>
                  <a:pt x="1934" y="147"/>
                </a:cubicBezTo>
                <a:cubicBezTo>
                  <a:pt x="1934" y="147"/>
                  <a:pt x="1934" y="147"/>
                  <a:pt x="1934" y="147"/>
                </a:cubicBezTo>
                <a:cubicBezTo>
                  <a:pt x="1934" y="148"/>
                  <a:pt x="1934" y="148"/>
                  <a:pt x="1934" y="148"/>
                </a:cubicBezTo>
                <a:cubicBezTo>
                  <a:pt x="1934" y="148"/>
                  <a:pt x="1934" y="148"/>
                  <a:pt x="1934" y="148"/>
                </a:cubicBezTo>
                <a:cubicBezTo>
                  <a:pt x="1935" y="148"/>
                  <a:pt x="1935" y="148"/>
                  <a:pt x="1935" y="148"/>
                </a:cubicBezTo>
                <a:cubicBezTo>
                  <a:pt x="1935" y="148"/>
                  <a:pt x="1935" y="148"/>
                  <a:pt x="1935" y="148"/>
                </a:cubicBezTo>
                <a:cubicBezTo>
                  <a:pt x="1935" y="149"/>
                  <a:pt x="1935" y="149"/>
                  <a:pt x="1935" y="149"/>
                </a:cubicBezTo>
                <a:cubicBezTo>
                  <a:pt x="1935" y="149"/>
                  <a:pt x="1935" y="149"/>
                  <a:pt x="1935" y="149"/>
                </a:cubicBezTo>
                <a:cubicBezTo>
                  <a:pt x="1935" y="150"/>
                  <a:pt x="1935" y="150"/>
                  <a:pt x="1935" y="150"/>
                </a:cubicBezTo>
                <a:cubicBezTo>
                  <a:pt x="1935" y="150"/>
                  <a:pt x="1935" y="150"/>
                  <a:pt x="1935" y="150"/>
                </a:cubicBezTo>
                <a:cubicBezTo>
                  <a:pt x="1936" y="150"/>
                  <a:pt x="1936" y="150"/>
                  <a:pt x="1936" y="150"/>
                </a:cubicBezTo>
                <a:cubicBezTo>
                  <a:pt x="1936" y="150"/>
                  <a:pt x="1936" y="150"/>
                  <a:pt x="1936" y="150"/>
                </a:cubicBezTo>
                <a:cubicBezTo>
                  <a:pt x="1938" y="150"/>
                  <a:pt x="1938" y="150"/>
                  <a:pt x="1938" y="150"/>
                </a:cubicBezTo>
                <a:cubicBezTo>
                  <a:pt x="1938" y="150"/>
                  <a:pt x="1938" y="150"/>
                  <a:pt x="1938" y="150"/>
                </a:cubicBezTo>
                <a:cubicBezTo>
                  <a:pt x="1940" y="155"/>
                  <a:pt x="1940" y="155"/>
                  <a:pt x="1940" y="155"/>
                </a:cubicBezTo>
                <a:cubicBezTo>
                  <a:pt x="1940" y="155"/>
                  <a:pt x="1940" y="155"/>
                  <a:pt x="1940" y="155"/>
                </a:cubicBezTo>
                <a:cubicBezTo>
                  <a:pt x="1943" y="159"/>
                  <a:pt x="1943" y="159"/>
                  <a:pt x="1943" y="159"/>
                </a:cubicBezTo>
                <a:cubicBezTo>
                  <a:pt x="1943" y="159"/>
                  <a:pt x="1943" y="159"/>
                  <a:pt x="1943" y="159"/>
                </a:cubicBezTo>
                <a:cubicBezTo>
                  <a:pt x="1944" y="164"/>
                  <a:pt x="1944" y="164"/>
                  <a:pt x="1944" y="164"/>
                </a:cubicBezTo>
                <a:cubicBezTo>
                  <a:pt x="1944" y="164"/>
                  <a:pt x="1944" y="164"/>
                  <a:pt x="1944" y="164"/>
                </a:cubicBezTo>
                <a:cubicBezTo>
                  <a:pt x="1944" y="168"/>
                  <a:pt x="1944" y="168"/>
                  <a:pt x="1944" y="168"/>
                </a:cubicBezTo>
                <a:cubicBezTo>
                  <a:pt x="1944" y="168"/>
                  <a:pt x="1944" y="168"/>
                  <a:pt x="1944" y="168"/>
                </a:cubicBezTo>
                <a:cubicBezTo>
                  <a:pt x="1943" y="173"/>
                  <a:pt x="1943" y="173"/>
                  <a:pt x="1943" y="173"/>
                </a:cubicBezTo>
                <a:cubicBezTo>
                  <a:pt x="1943" y="173"/>
                  <a:pt x="1943" y="173"/>
                  <a:pt x="1943" y="173"/>
                </a:cubicBezTo>
                <a:cubicBezTo>
                  <a:pt x="1942" y="178"/>
                  <a:pt x="1942" y="178"/>
                  <a:pt x="1942" y="178"/>
                </a:cubicBezTo>
                <a:cubicBezTo>
                  <a:pt x="1942" y="178"/>
                  <a:pt x="1942" y="178"/>
                  <a:pt x="1942" y="178"/>
                </a:cubicBezTo>
                <a:cubicBezTo>
                  <a:pt x="1939" y="183"/>
                  <a:pt x="1939" y="183"/>
                  <a:pt x="1939" y="183"/>
                </a:cubicBezTo>
                <a:cubicBezTo>
                  <a:pt x="1939" y="183"/>
                  <a:pt x="1939" y="183"/>
                  <a:pt x="1939" y="183"/>
                </a:cubicBezTo>
                <a:cubicBezTo>
                  <a:pt x="1938" y="187"/>
                  <a:pt x="1938" y="187"/>
                  <a:pt x="1938" y="187"/>
                </a:cubicBezTo>
                <a:cubicBezTo>
                  <a:pt x="1938" y="187"/>
                  <a:pt x="1938" y="187"/>
                  <a:pt x="1938" y="187"/>
                </a:cubicBezTo>
                <a:cubicBezTo>
                  <a:pt x="1907" y="222"/>
                  <a:pt x="1907" y="222"/>
                  <a:pt x="1907" y="222"/>
                </a:cubicBezTo>
                <a:cubicBezTo>
                  <a:pt x="1907" y="222"/>
                  <a:pt x="1907" y="222"/>
                  <a:pt x="1907" y="222"/>
                </a:cubicBezTo>
                <a:cubicBezTo>
                  <a:pt x="1904" y="225"/>
                  <a:pt x="1904" y="225"/>
                  <a:pt x="1904" y="225"/>
                </a:cubicBezTo>
                <a:cubicBezTo>
                  <a:pt x="1904" y="225"/>
                  <a:pt x="1904" y="225"/>
                  <a:pt x="1904" y="225"/>
                </a:cubicBezTo>
                <a:cubicBezTo>
                  <a:pt x="1900" y="221"/>
                  <a:pt x="1900" y="221"/>
                  <a:pt x="1900" y="221"/>
                </a:cubicBezTo>
                <a:cubicBezTo>
                  <a:pt x="1900" y="221"/>
                  <a:pt x="1900" y="221"/>
                  <a:pt x="1900" y="221"/>
                </a:cubicBezTo>
                <a:cubicBezTo>
                  <a:pt x="1913" y="197"/>
                  <a:pt x="1913" y="197"/>
                  <a:pt x="1913" y="197"/>
                </a:cubicBezTo>
                <a:cubicBezTo>
                  <a:pt x="1913" y="197"/>
                  <a:pt x="1913" y="197"/>
                  <a:pt x="1913" y="197"/>
                </a:cubicBezTo>
                <a:cubicBezTo>
                  <a:pt x="1910" y="197"/>
                  <a:pt x="1910" y="197"/>
                  <a:pt x="1910" y="197"/>
                </a:cubicBezTo>
                <a:cubicBezTo>
                  <a:pt x="1910" y="197"/>
                  <a:pt x="1910" y="197"/>
                  <a:pt x="1910" y="197"/>
                </a:cubicBezTo>
                <a:cubicBezTo>
                  <a:pt x="1908" y="196"/>
                  <a:pt x="1908" y="196"/>
                  <a:pt x="1908" y="196"/>
                </a:cubicBezTo>
                <a:cubicBezTo>
                  <a:pt x="1908" y="196"/>
                  <a:pt x="1908" y="196"/>
                  <a:pt x="1908" y="196"/>
                </a:cubicBezTo>
                <a:cubicBezTo>
                  <a:pt x="1906" y="196"/>
                  <a:pt x="1906" y="196"/>
                  <a:pt x="1906" y="196"/>
                </a:cubicBezTo>
                <a:cubicBezTo>
                  <a:pt x="1906" y="196"/>
                  <a:pt x="1906" y="196"/>
                  <a:pt x="1906" y="196"/>
                </a:cubicBezTo>
                <a:cubicBezTo>
                  <a:pt x="1904" y="195"/>
                  <a:pt x="1904" y="195"/>
                  <a:pt x="1904" y="195"/>
                </a:cubicBezTo>
                <a:cubicBezTo>
                  <a:pt x="1904" y="195"/>
                  <a:pt x="1904" y="195"/>
                  <a:pt x="1904" y="195"/>
                </a:cubicBezTo>
                <a:cubicBezTo>
                  <a:pt x="1900" y="196"/>
                  <a:pt x="1900" y="196"/>
                  <a:pt x="1900" y="196"/>
                </a:cubicBezTo>
                <a:cubicBezTo>
                  <a:pt x="1900" y="196"/>
                  <a:pt x="1900" y="196"/>
                  <a:pt x="1900" y="196"/>
                </a:cubicBezTo>
                <a:cubicBezTo>
                  <a:pt x="1898" y="196"/>
                  <a:pt x="1898" y="196"/>
                  <a:pt x="1898" y="196"/>
                </a:cubicBezTo>
                <a:cubicBezTo>
                  <a:pt x="1898" y="196"/>
                  <a:pt x="1898" y="196"/>
                  <a:pt x="1898" y="196"/>
                </a:cubicBezTo>
                <a:cubicBezTo>
                  <a:pt x="1896" y="196"/>
                  <a:pt x="1896" y="196"/>
                  <a:pt x="1896" y="196"/>
                </a:cubicBezTo>
                <a:cubicBezTo>
                  <a:pt x="1896" y="196"/>
                  <a:pt x="1896" y="196"/>
                  <a:pt x="1896" y="196"/>
                </a:cubicBezTo>
                <a:cubicBezTo>
                  <a:pt x="1894" y="196"/>
                  <a:pt x="1894" y="196"/>
                  <a:pt x="1894" y="196"/>
                </a:cubicBezTo>
                <a:cubicBezTo>
                  <a:pt x="1894" y="196"/>
                  <a:pt x="1894" y="196"/>
                  <a:pt x="1894" y="196"/>
                </a:cubicBezTo>
                <a:cubicBezTo>
                  <a:pt x="1869" y="229"/>
                  <a:pt x="1869" y="229"/>
                  <a:pt x="1869" y="229"/>
                </a:cubicBezTo>
                <a:cubicBezTo>
                  <a:pt x="1869" y="229"/>
                  <a:pt x="1869" y="229"/>
                  <a:pt x="1869" y="229"/>
                </a:cubicBezTo>
                <a:cubicBezTo>
                  <a:pt x="1864" y="229"/>
                  <a:pt x="1864" y="229"/>
                  <a:pt x="1864" y="229"/>
                </a:cubicBezTo>
                <a:cubicBezTo>
                  <a:pt x="1864" y="229"/>
                  <a:pt x="1864" y="229"/>
                  <a:pt x="1864" y="229"/>
                </a:cubicBezTo>
                <a:cubicBezTo>
                  <a:pt x="1862" y="228"/>
                  <a:pt x="1862" y="228"/>
                  <a:pt x="1862" y="228"/>
                </a:cubicBezTo>
                <a:cubicBezTo>
                  <a:pt x="1862" y="228"/>
                  <a:pt x="1862" y="228"/>
                  <a:pt x="1862" y="228"/>
                </a:cubicBezTo>
                <a:cubicBezTo>
                  <a:pt x="1863" y="225"/>
                  <a:pt x="1863" y="225"/>
                  <a:pt x="1863" y="225"/>
                </a:cubicBezTo>
                <a:cubicBezTo>
                  <a:pt x="1863" y="225"/>
                  <a:pt x="1863" y="225"/>
                  <a:pt x="1863" y="225"/>
                </a:cubicBezTo>
                <a:cubicBezTo>
                  <a:pt x="1863" y="223"/>
                  <a:pt x="1863" y="223"/>
                  <a:pt x="1863" y="223"/>
                </a:cubicBezTo>
                <a:cubicBezTo>
                  <a:pt x="1863" y="223"/>
                  <a:pt x="1863" y="223"/>
                  <a:pt x="1863" y="223"/>
                </a:cubicBezTo>
                <a:cubicBezTo>
                  <a:pt x="1865" y="220"/>
                  <a:pt x="1865" y="220"/>
                  <a:pt x="1865" y="220"/>
                </a:cubicBezTo>
                <a:cubicBezTo>
                  <a:pt x="1865" y="220"/>
                  <a:pt x="1865" y="220"/>
                  <a:pt x="1865" y="220"/>
                </a:cubicBezTo>
                <a:cubicBezTo>
                  <a:pt x="1866" y="218"/>
                  <a:pt x="1866" y="218"/>
                  <a:pt x="1866" y="218"/>
                </a:cubicBezTo>
                <a:cubicBezTo>
                  <a:pt x="1866" y="218"/>
                  <a:pt x="1866" y="218"/>
                  <a:pt x="1866" y="218"/>
                </a:cubicBezTo>
                <a:cubicBezTo>
                  <a:pt x="1868" y="215"/>
                  <a:pt x="1868" y="215"/>
                  <a:pt x="1868" y="215"/>
                </a:cubicBezTo>
                <a:cubicBezTo>
                  <a:pt x="1868" y="215"/>
                  <a:pt x="1868" y="215"/>
                  <a:pt x="1868" y="215"/>
                </a:cubicBezTo>
                <a:cubicBezTo>
                  <a:pt x="1869" y="213"/>
                  <a:pt x="1869" y="213"/>
                  <a:pt x="1869" y="213"/>
                </a:cubicBezTo>
                <a:cubicBezTo>
                  <a:pt x="1869" y="213"/>
                  <a:pt x="1869" y="213"/>
                  <a:pt x="1869" y="213"/>
                </a:cubicBezTo>
                <a:cubicBezTo>
                  <a:pt x="1870" y="210"/>
                  <a:pt x="1870" y="210"/>
                  <a:pt x="1870" y="210"/>
                </a:cubicBezTo>
                <a:cubicBezTo>
                  <a:pt x="1870" y="210"/>
                  <a:pt x="1870" y="210"/>
                  <a:pt x="1870" y="210"/>
                </a:cubicBezTo>
                <a:cubicBezTo>
                  <a:pt x="1870" y="209"/>
                  <a:pt x="1870" y="209"/>
                  <a:pt x="1870" y="209"/>
                </a:cubicBezTo>
                <a:cubicBezTo>
                  <a:pt x="1870" y="209"/>
                  <a:pt x="1870" y="209"/>
                  <a:pt x="1870" y="209"/>
                </a:cubicBezTo>
                <a:cubicBezTo>
                  <a:pt x="1871" y="208"/>
                  <a:pt x="1871" y="208"/>
                  <a:pt x="1871" y="208"/>
                </a:cubicBezTo>
                <a:cubicBezTo>
                  <a:pt x="1871" y="208"/>
                  <a:pt x="1871" y="208"/>
                  <a:pt x="1871" y="208"/>
                </a:cubicBezTo>
                <a:cubicBezTo>
                  <a:pt x="1872" y="207"/>
                  <a:pt x="1872" y="207"/>
                  <a:pt x="1872" y="207"/>
                </a:cubicBezTo>
                <a:cubicBezTo>
                  <a:pt x="1872" y="207"/>
                  <a:pt x="1872" y="207"/>
                  <a:pt x="1872" y="207"/>
                </a:cubicBezTo>
                <a:cubicBezTo>
                  <a:pt x="1874" y="205"/>
                  <a:pt x="1874" y="205"/>
                  <a:pt x="1874" y="205"/>
                </a:cubicBezTo>
                <a:cubicBezTo>
                  <a:pt x="1874" y="205"/>
                  <a:pt x="1874" y="205"/>
                  <a:pt x="1874" y="205"/>
                </a:cubicBezTo>
                <a:cubicBezTo>
                  <a:pt x="1875" y="204"/>
                  <a:pt x="1875" y="204"/>
                  <a:pt x="1875" y="204"/>
                </a:cubicBezTo>
                <a:cubicBezTo>
                  <a:pt x="1875" y="204"/>
                  <a:pt x="1875" y="204"/>
                  <a:pt x="1875" y="204"/>
                </a:cubicBezTo>
                <a:cubicBezTo>
                  <a:pt x="1876" y="202"/>
                  <a:pt x="1876" y="202"/>
                  <a:pt x="1876" y="202"/>
                </a:cubicBezTo>
                <a:cubicBezTo>
                  <a:pt x="1876" y="202"/>
                  <a:pt x="1876" y="202"/>
                  <a:pt x="1876" y="202"/>
                </a:cubicBezTo>
                <a:cubicBezTo>
                  <a:pt x="1877" y="200"/>
                  <a:pt x="1877" y="200"/>
                  <a:pt x="1877" y="200"/>
                </a:cubicBezTo>
                <a:cubicBezTo>
                  <a:pt x="1877" y="200"/>
                  <a:pt x="1877" y="200"/>
                  <a:pt x="1877" y="200"/>
                </a:cubicBezTo>
                <a:cubicBezTo>
                  <a:pt x="1879" y="198"/>
                  <a:pt x="1879" y="198"/>
                  <a:pt x="1879" y="198"/>
                </a:cubicBezTo>
                <a:cubicBezTo>
                  <a:pt x="1879" y="198"/>
                  <a:pt x="1879" y="198"/>
                  <a:pt x="1879" y="198"/>
                </a:cubicBezTo>
                <a:cubicBezTo>
                  <a:pt x="1879" y="194"/>
                  <a:pt x="1879" y="194"/>
                  <a:pt x="1879" y="194"/>
                </a:cubicBezTo>
                <a:cubicBezTo>
                  <a:pt x="1879" y="194"/>
                  <a:pt x="1879" y="194"/>
                  <a:pt x="1879" y="194"/>
                </a:cubicBezTo>
                <a:cubicBezTo>
                  <a:pt x="1878" y="194"/>
                  <a:pt x="1878" y="194"/>
                  <a:pt x="1878" y="194"/>
                </a:cubicBezTo>
                <a:cubicBezTo>
                  <a:pt x="1878" y="194"/>
                  <a:pt x="1878" y="194"/>
                  <a:pt x="1878" y="194"/>
                </a:cubicBezTo>
                <a:cubicBezTo>
                  <a:pt x="1877" y="193"/>
                  <a:pt x="1877" y="193"/>
                  <a:pt x="1877" y="193"/>
                </a:cubicBezTo>
                <a:cubicBezTo>
                  <a:pt x="1877" y="193"/>
                  <a:pt x="1877" y="193"/>
                  <a:pt x="1877" y="193"/>
                </a:cubicBezTo>
                <a:cubicBezTo>
                  <a:pt x="1876" y="192"/>
                  <a:pt x="1876" y="192"/>
                  <a:pt x="1876" y="192"/>
                </a:cubicBezTo>
                <a:cubicBezTo>
                  <a:pt x="1876" y="192"/>
                  <a:pt x="1876" y="192"/>
                  <a:pt x="1876" y="192"/>
                </a:cubicBezTo>
                <a:cubicBezTo>
                  <a:pt x="1876" y="191"/>
                  <a:pt x="1876" y="191"/>
                  <a:pt x="1876" y="191"/>
                </a:cubicBezTo>
                <a:cubicBezTo>
                  <a:pt x="1876" y="191"/>
                  <a:pt x="1876" y="191"/>
                  <a:pt x="1876" y="191"/>
                </a:cubicBezTo>
                <a:cubicBezTo>
                  <a:pt x="1875" y="191"/>
                  <a:pt x="1875" y="191"/>
                  <a:pt x="1875" y="191"/>
                </a:cubicBezTo>
                <a:cubicBezTo>
                  <a:pt x="1875" y="191"/>
                  <a:pt x="1875" y="191"/>
                  <a:pt x="1875" y="191"/>
                </a:cubicBezTo>
                <a:cubicBezTo>
                  <a:pt x="1874" y="190"/>
                  <a:pt x="1874" y="190"/>
                  <a:pt x="1874" y="190"/>
                </a:cubicBezTo>
                <a:cubicBezTo>
                  <a:pt x="1874" y="190"/>
                  <a:pt x="1874" y="190"/>
                  <a:pt x="1874" y="190"/>
                </a:cubicBezTo>
                <a:cubicBezTo>
                  <a:pt x="1873" y="189"/>
                  <a:pt x="1873" y="189"/>
                  <a:pt x="1873" y="189"/>
                </a:cubicBezTo>
                <a:cubicBezTo>
                  <a:pt x="1873" y="189"/>
                  <a:pt x="1873" y="189"/>
                  <a:pt x="1873" y="189"/>
                </a:cubicBezTo>
                <a:cubicBezTo>
                  <a:pt x="1873" y="188"/>
                  <a:pt x="1873" y="188"/>
                  <a:pt x="1873" y="188"/>
                </a:cubicBezTo>
                <a:cubicBezTo>
                  <a:pt x="1873" y="188"/>
                  <a:pt x="1873" y="188"/>
                  <a:pt x="1873" y="188"/>
                </a:cubicBezTo>
                <a:cubicBezTo>
                  <a:pt x="1865" y="191"/>
                  <a:pt x="1865" y="191"/>
                  <a:pt x="1865" y="191"/>
                </a:cubicBezTo>
                <a:cubicBezTo>
                  <a:pt x="1865" y="191"/>
                  <a:pt x="1865" y="191"/>
                  <a:pt x="1865" y="191"/>
                </a:cubicBezTo>
                <a:cubicBezTo>
                  <a:pt x="1858" y="194"/>
                  <a:pt x="1858" y="194"/>
                  <a:pt x="1858" y="194"/>
                </a:cubicBezTo>
                <a:cubicBezTo>
                  <a:pt x="1858" y="194"/>
                  <a:pt x="1858" y="194"/>
                  <a:pt x="1858" y="194"/>
                </a:cubicBezTo>
                <a:cubicBezTo>
                  <a:pt x="1852" y="198"/>
                  <a:pt x="1852" y="198"/>
                  <a:pt x="1852" y="198"/>
                </a:cubicBezTo>
                <a:cubicBezTo>
                  <a:pt x="1852" y="198"/>
                  <a:pt x="1852" y="198"/>
                  <a:pt x="1852" y="198"/>
                </a:cubicBezTo>
                <a:cubicBezTo>
                  <a:pt x="1847" y="201"/>
                  <a:pt x="1847" y="201"/>
                  <a:pt x="1847" y="201"/>
                </a:cubicBezTo>
                <a:cubicBezTo>
                  <a:pt x="1847" y="201"/>
                  <a:pt x="1847" y="201"/>
                  <a:pt x="1847" y="201"/>
                </a:cubicBezTo>
                <a:cubicBezTo>
                  <a:pt x="1841" y="207"/>
                  <a:pt x="1841" y="207"/>
                  <a:pt x="1841" y="207"/>
                </a:cubicBezTo>
                <a:cubicBezTo>
                  <a:pt x="1841" y="207"/>
                  <a:pt x="1841" y="207"/>
                  <a:pt x="1841" y="207"/>
                </a:cubicBezTo>
                <a:cubicBezTo>
                  <a:pt x="1835" y="212"/>
                  <a:pt x="1835" y="212"/>
                  <a:pt x="1835" y="212"/>
                </a:cubicBezTo>
                <a:cubicBezTo>
                  <a:pt x="1835" y="212"/>
                  <a:pt x="1835" y="212"/>
                  <a:pt x="1835" y="212"/>
                </a:cubicBezTo>
                <a:cubicBezTo>
                  <a:pt x="1829" y="216"/>
                  <a:pt x="1829" y="216"/>
                  <a:pt x="1829" y="216"/>
                </a:cubicBezTo>
                <a:cubicBezTo>
                  <a:pt x="1829" y="216"/>
                  <a:pt x="1829" y="216"/>
                  <a:pt x="1829" y="216"/>
                </a:cubicBezTo>
                <a:cubicBezTo>
                  <a:pt x="1825" y="221"/>
                  <a:pt x="1825" y="221"/>
                  <a:pt x="1825" y="221"/>
                </a:cubicBezTo>
                <a:cubicBezTo>
                  <a:pt x="1825" y="221"/>
                  <a:pt x="1825" y="221"/>
                  <a:pt x="1825" y="221"/>
                </a:cubicBezTo>
                <a:cubicBezTo>
                  <a:pt x="1824" y="224"/>
                  <a:pt x="1824" y="224"/>
                  <a:pt x="1824" y="224"/>
                </a:cubicBezTo>
                <a:cubicBezTo>
                  <a:pt x="1824" y="224"/>
                  <a:pt x="1824" y="224"/>
                  <a:pt x="1824" y="224"/>
                </a:cubicBezTo>
                <a:cubicBezTo>
                  <a:pt x="1824" y="226"/>
                  <a:pt x="1824" y="226"/>
                  <a:pt x="1824" y="226"/>
                </a:cubicBezTo>
                <a:cubicBezTo>
                  <a:pt x="1824" y="226"/>
                  <a:pt x="1824" y="226"/>
                  <a:pt x="1824" y="226"/>
                </a:cubicBezTo>
                <a:cubicBezTo>
                  <a:pt x="1824" y="228"/>
                  <a:pt x="1824" y="228"/>
                  <a:pt x="1824" y="228"/>
                </a:cubicBezTo>
                <a:cubicBezTo>
                  <a:pt x="1824" y="228"/>
                  <a:pt x="1824" y="228"/>
                  <a:pt x="1824" y="228"/>
                </a:cubicBezTo>
                <a:cubicBezTo>
                  <a:pt x="1824" y="229"/>
                  <a:pt x="1824" y="229"/>
                  <a:pt x="1824" y="229"/>
                </a:cubicBezTo>
                <a:cubicBezTo>
                  <a:pt x="1824" y="229"/>
                  <a:pt x="1824" y="229"/>
                  <a:pt x="1824" y="229"/>
                </a:cubicBezTo>
                <a:cubicBezTo>
                  <a:pt x="1823" y="232"/>
                  <a:pt x="1823" y="232"/>
                  <a:pt x="1823" y="232"/>
                </a:cubicBezTo>
                <a:cubicBezTo>
                  <a:pt x="1823" y="232"/>
                  <a:pt x="1823" y="232"/>
                  <a:pt x="1823" y="232"/>
                </a:cubicBezTo>
                <a:cubicBezTo>
                  <a:pt x="1823" y="234"/>
                  <a:pt x="1823" y="234"/>
                  <a:pt x="1823" y="234"/>
                </a:cubicBezTo>
                <a:cubicBezTo>
                  <a:pt x="1823" y="234"/>
                  <a:pt x="1823" y="234"/>
                  <a:pt x="1823" y="234"/>
                </a:cubicBezTo>
                <a:cubicBezTo>
                  <a:pt x="1822" y="236"/>
                  <a:pt x="1822" y="236"/>
                  <a:pt x="1822" y="236"/>
                </a:cubicBezTo>
                <a:cubicBezTo>
                  <a:pt x="1822" y="236"/>
                  <a:pt x="1822" y="236"/>
                  <a:pt x="1822" y="236"/>
                </a:cubicBezTo>
                <a:cubicBezTo>
                  <a:pt x="1822" y="238"/>
                  <a:pt x="1822" y="238"/>
                  <a:pt x="1822" y="238"/>
                </a:cubicBezTo>
                <a:cubicBezTo>
                  <a:pt x="1822" y="238"/>
                  <a:pt x="1822" y="238"/>
                  <a:pt x="1822" y="238"/>
                </a:cubicBezTo>
                <a:cubicBezTo>
                  <a:pt x="1819" y="239"/>
                  <a:pt x="1819" y="239"/>
                  <a:pt x="1819" y="239"/>
                </a:cubicBezTo>
                <a:cubicBezTo>
                  <a:pt x="1819" y="239"/>
                  <a:pt x="1819" y="239"/>
                  <a:pt x="1819" y="239"/>
                </a:cubicBezTo>
                <a:cubicBezTo>
                  <a:pt x="1817" y="240"/>
                  <a:pt x="1817" y="240"/>
                  <a:pt x="1817" y="240"/>
                </a:cubicBezTo>
                <a:cubicBezTo>
                  <a:pt x="1817" y="240"/>
                  <a:pt x="1817" y="240"/>
                  <a:pt x="1817" y="240"/>
                </a:cubicBezTo>
                <a:cubicBezTo>
                  <a:pt x="1815" y="241"/>
                  <a:pt x="1815" y="241"/>
                  <a:pt x="1815" y="241"/>
                </a:cubicBezTo>
                <a:cubicBezTo>
                  <a:pt x="1815" y="241"/>
                  <a:pt x="1815" y="241"/>
                  <a:pt x="1815" y="241"/>
                </a:cubicBezTo>
                <a:cubicBezTo>
                  <a:pt x="1814" y="242"/>
                  <a:pt x="1814" y="242"/>
                  <a:pt x="1814" y="242"/>
                </a:cubicBezTo>
                <a:cubicBezTo>
                  <a:pt x="1814" y="242"/>
                  <a:pt x="1814" y="242"/>
                  <a:pt x="1814" y="242"/>
                </a:cubicBezTo>
                <a:cubicBezTo>
                  <a:pt x="1812" y="243"/>
                  <a:pt x="1812" y="243"/>
                  <a:pt x="1812" y="243"/>
                </a:cubicBezTo>
                <a:cubicBezTo>
                  <a:pt x="1812" y="243"/>
                  <a:pt x="1812" y="243"/>
                  <a:pt x="1812" y="243"/>
                </a:cubicBezTo>
                <a:cubicBezTo>
                  <a:pt x="1810" y="243"/>
                  <a:pt x="1810" y="243"/>
                  <a:pt x="1810" y="243"/>
                </a:cubicBezTo>
                <a:cubicBezTo>
                  <a:pt x="1810" y="243"/>
                  <a:pt x="1810" y="243"/>
                  <a:pt x="1810" y="243"/>
                </a:cubicBezTo>
                <a:cubicBezTo>
                  <a:pt x="1808" y="243"/>
                  <a:pt x="1808" y="243"/>
                  <a:pt x="1808" y="243"/>
                </a:cubicBezTo>
                <a:cubicBezTo>
                  <a:pt x="1808" y="243"/>
                  <a:pt x="1808" y="243"/>
                  <a:pt x="1808" y="243"/>
                </a:cubicBezTo>
                <a:cubicBezTo>
                  <a:pt x="1807" y="242"/>
                  <a:pt x="1807" y="242"/>
                  <a:pt x="1807" y="242"/>
                </a:cubicBezTo>
                <a:cubicBezTo>
                  <a:pt x="1807" y="242"/>
                  <a:pt x="1807" y="242"/>
                  <a:pt x="1807" y="242"/>
                </a:cubicBezTo>
                <a:cubicBezTo>
                  <a:pt x="1804" y="235"/>
                  <a:pt x="1804" y="235"/>
                  <a:pt x="1804" y="235"/>
                </a:cubicBezTo>
                <a:cubicBezTo>
                  <a:pt x="1804" y="235"/>
                  <a:pt x="1804" y="235"/>
                  <a:pt x="1804" y="235"/>
                </a:cubicBezTo>
                <a:cubicBezTo>
                  <a:pt x="1800" y="227"/>
                  <a:pt x="1800" y="227"/>
                  <a:pt x="1800" y="227"/>
                </a:cubicBezTo>
                <a:cubicBezTo>
                  <a:pt x="1800" y="227"/>
                  <a:pt x="1800" y="227"/>
                  <a:pt x="1800" y="227"/>
                </a:cubicBezTo>
                <a:cubicBezTo>
                  <a:pt x="1798" y="219"/>
                  <a:pt x="1798" y="219"/>
                  <a:pt x="1798" y="219"/>
                </a:cubicBezTo>
                <a:cubicBezTo>
                  <a:pt x="1798" y="219"/>
                  <a:pt x="1798" y="219"/>
                  <a:pt x="1798" y="219"/>
                </a:cubicBezTo>
                <a:cubicBezTo>
                  <a:pt x="1794" y="211"/>
                  <a:pt x="1794" y="211"/>
                  <a:pt x="1794" y="211"/>
                </a:cubicBezTo>
                <a:cubicBezTo>
                  <a:pt x="1794" y="211"/>
                  <a:pt x="1794" y="211"/>
                  <a:pt x="1794" y="211"/>
                </a:cubicBezTo>
                <a:cubicBezTo>
                  <a:pt x="1790" y="204"/>
                  <a:pt x="1790" y="204"/>
                  <a:pt x="1790" y="204"/>
                </a:cubicBezTo>
                <a:cubicBezTo>
                  <a:pt x="1790" y="204"/>
                  <a:pt x="1790" y="204"/>
                  <a:pt x="1790" y="204"/>
                </a:cubicBezTo>
                <a:cubicBezTo>
                  <a:pt x="1786" y="197"/>
                  <a:pt x="1786" y="197"/>
                  <a:pt x="1786" y="197"/>
                </a:cubicBezTo>
                <a:cubicBezTo>
                  <a:pt x="1786" y="197"/>
                  <a:pt x="1786" y="197"/>
                  <a:pt x="1786" y="197"/>
                </a:cubicBezTo>
                <a:cubicBezTo>
                  <a:pt x="1781" y="191"/>
                  <a:pt x="1781" y="191"/>
                  <a:pt x="1781" y="191"/>
                </a:cubicBezTo>
                <a:cubicBezTo>
                  <a:pt x="1781" y="191"/>
                  <a:pt x="1781" y="191"/>
                  <a:pt x="1781" y="191"/>
                </a:cubicBezTo>
                <a:cubicBezTo>
                  <a:pt x="1775" y="185"/>
                  <a:pt x="1775" y="185"/>
                  <a:pt x="1775" y="185"/>
                </a:cubicBezTo>
                <a:cubicBezTo>
                  <a:pt x="1775" y="185"/>
                  <a:pt x="1775" y="185"/>
                  <a:pt x="1775" y="185"/>
                </a:cubicBezTo>
                <a:cubicBezTo>
                  <a:pt x="1775" y="185"/>
                  <a:pt x="1775" y="185"/>
                  <a:pt x="1775" y="185"/>
                </a:cubicBezTo>
                <a:cubicBezTo>
                  <a:pt x="1775" y="185"/>
                  <a:pt x="1775" y="185"/>
                  <a:pt x="1775" y="185"/>
                </a:cubicBezTo>
                <a:cubicBezTo>
                  <a:pt x="1775" y="184"/>
                  <a:pt x="1775" y="184"/>
                  <a:pt x="1775" y="184"/>
                </a:cubicBezTo>
                <a:cubicBezTo>
                  <a:pt x="1775" y="184"/>
                  <a:pt x="1775" y="184"/>
                  <a:pt x="1775" y="184"/>
                </a:cubicBezTo>
                <a:cubicBezTo>
                  <a:pt x="1775" y="183"/>
                  <a:pt x="1775" y="183"/>
                  <a:pt x="1775" y="183"/>
                </a:cubicBezTo>
                <a:cubicBezTo>
                  <a:pt x="1775" y="183"/>
                  <a:pt x="1775" y="183"/>
                  <a:pt x="1775" y="183"/>
                </a:cubicBezTo>
                <a:cubicBezTo>
                  <a:pt x="1775" y="183"/>
                  <a:pt x="1775" y="183"/>
                  <a:pt x="1775" y="183"/>
                </a:cubicBezTo>
                <a:cubicBezTo>
                  <a:pt x="1775" y="183"/>
                  <a:pt x="1775" y="183"/>
                  <a:pt x="1775" y="183"/>
                </a:cubicBezTo>
                <a:cubicBezTo>
                  <a:pt x="1776" y="182"/>
                  <a:pt x="1776" y="182"/>
                  <a:pt x="1776" y="182"/>
                </a:cubicBezTo>
                <a:cubicBezTo>
                  <a:pt x="1776" y="182"/>
                  <a:pt x="1776" y="182"/>
                  <a:pt x="1776" y="182"/>
                </a:cubicBezTo>
                <a:cubicBezTo>
                  <a:pt x="1777" y="181"/>
                  <a:pt x="1777" y="181"/>
                  <a:pt x="1777" y="181"/>
                </a:cubicBezTo>
                <a:cubicBezTo>
                  <a:pt x="1777" y="181"/>
                  <a:pt x="1777" y="181"/>
                  <a:pt x="1777" y="181"/>
                </a:cubicBezTo>
                <a:cubicBezTo>
                  <a:pt x="1779" y="179"/>
                  <a:pt x="1779" y="179"/>
                  <a:pt x="1779" y="179"/>
                </a:cubicBezTo>
                <a:cubicBezTo>
                  <a:pt x="1779" y="179"/>
                  <a:pt x="1779" y="179"/>
                  <a:pt x="1779" y="179"/>
                </a:cubicBezTo>
                <a:cubicBezTo>
                  <a:pt x="1780" y="179"/>
                  <a:pt x="1780" y="179"/>
                  <a:pt x="1780" y="179"/>
                </a:cubicBezTo>
                <a:cubicBezTo>
                  <a:pt x="1780" y="179"/>
                  <a:pt x="1780" y="179"/>
                  <a:pt x="1780" y="179"/>
                </a:cubicBezTo>
                <a:cubicBezTo>
                  <a:pt x="1782" y="179"/>
                  <a:pt x="1782" y="179"/>
                  <a:pt x="1782" y="179"/>
                </a:cubicBezTo>
                <a:cubicBezTo>
                  <a:pt x="1782" y="179"/>
                  <a:pt x="1782" y="179"/>
                  <a:pt x="1782" y="179"/>
                </a:cubicBezTo>
                <a:cubicBezTo>
                  <a:pt x="1784" y="179"/>
                  <a:pt x="1784" y="179"/>
                  <a:pt x="1784" y="179"/>
                </a:cubicBezTo>
                <a:cubicBezTo>
                  <a:pt x="1784" y="179"/>
                  <a:pt x="1784" y="179"/>
                  <a:pt x="1784" y="179"/>
                </a:cubicBezTo>
                <a:cubicBezTo>
                  <a:pt x="1786" y="178"/>
                  <a:pt x="1786" y="178"/>
                  <a:pt x="1786" y="178"/>
                </a:cubicBezTo>
                <a:cubicBezTo>
                  <a:pt x="1786" y="178"/>
                  <a:pt x="1786" y="178"/>
                  <a:pt x="1786" y="178"/>
                </a:cubicBezTo>
                <a:cubicBezTo>
                  <a:pt x="1788" y="179"/>
                  <a:pt x="1788" y="179"/>
                  <a:pt x="1788" y="179"/>
                </a:cubicBezTo>
                <a:cubicBezTo>
                  <a:pt x="1788" y="179"/>
                  <a:pt x="1788" y="179"/>
                  <a:pt x="1788" y="179"/>
                </a:cubicBezTo>
                <a:cubicBezTo>
                  <a:pt x="1790" y="179"/>
                  <a:pt x="1790" y="179"/>
                  <a:pt x="1790" y="179"/>
                </a:cubicBezTo>
                <a:cubicBezTo>
                  <a:pt x="1790" y="179"/>
                  <a:pt x="1790" y="179"/>
                  <a:pt x="1790" y="179"/>
                </a:cubicBezTo>
                <a:cubicBezTo>
                  <a:pt x="1792" y="179"/>
                  <a:pt x="1792" y="179"/>
                  <a:pt x="1792" y="179"/>
                </a:cubicBezTo>
                <a:cubicBezTo>
                  <a:pt x="1792" y="179"/>
                  <a:pt x="1792" y="179"/>
                  <a:pt x="1792" y="179"/>
                </a:cubicBezTo>
                <a:cubicBezTo>
                  <a:pt x="1795" y="179"/>
                  <a:pt x="1795" y="179"/>
                  <a:pt x="1795" y="179"/>
                </a:cubicBezTo>
                <a:cubicBezTo>
                  <a:pt x="1795" y="179"/>
                  <a:pt x="1795" y="179"/>
                  <a:pt x="1795" y="179"/>
                </a:cubicBezTo>
                <a:cubicBezTo>
                  <a:pt x="1821" y="209"/>
                  <a:pt x="1821" y="209"/>
                  <a:pt x="1821" y="209"/>
                </a:cubicBezTo>
                <a:cubicBezTo>
                  <a:pt x="1821" y="209"/>
                  <a:pt x="1821" y="209"/>
                  <a:pt x="1821" y="209"/>
                </a:cubicBezTo>
                <a:cubicBezTo>
                  <a:pt x="1822" y="209"/>
                  <a:pt x="1822" y="209"/>
                  <a:pt x="1822" y="209"/>
                </a:cubicBezTo>
                <a:cubicBezTo>
                  <a:pt x="1822" y="209"/>
                  <a:pt x="1822" y="209"/>
                  <a:pt x="1822" y="209"/>
                </a:cubicBezTo>
                <a:cubicBezTo>
                  <a:pt x="1824" y="209"/>
                  <a:pt x="1824" y="209"/>
                  <a:pt x="1824" y="209"/>
                </a:cubicBezTo>
                <a:cubicBezTo>
                  <a:pt x="1824" y="209"/>
                  <a:pt x="1824" y="209"/>
                  <a:pt x="1824" y="209"/>
                </a:cubicBezTo>
                <a:cubicBezTo>
                  <a:pt x="1825" y="209"/>
                  <a:pt x="1825" y="209"/>
                  <a:pt x="1825" y="209"/>
                </a:cubicBezTo>
                <a:cubicBezTo>
                  <a:pt x="1825" y="209"/>
                  <a:pt x="1825" y="209"/>
                  <a:pt x="1825" y="209"/>
                </a:cubicBezTo>
                <a:cubicBezTo>
                  <a:pt x="1827" y="208"/>
                  <a:pt x="1827" y="208"/>
                  <a:pt x="1827" y="208"/>
                </a:cubicBezTo>
                <a:cubicBezTo>
                  <a:pt x="1827" y="208"/>
                  <a:pt x="1827" y="208"/>
                  <a:pt x="1827" y="208"/>
                </a:cubicBezTo>
                <a:cubicBezTo>
                  <a:pt x="1828" y="208"/>
                  <a:pt x="1828" y="208"/>
                  <a:pt x="1828" y="208"/>
                </a:cubicBezTo>
                <a:cubicBezTo>
                  <a:pt x="1828" y="208"/>
                  <a:pt x="1828" y="208"/>
                  <a:pt x="1828" y="208"/>
                </a:cubicBezTo>
                <a:cubicBezTo>
                  <a:pt x="1829" y="206"/>
                  <a:pt x="1829" y="206"/>
                  <a:pt x="1829" y="206"/>
                </a:cubicBezTo>
                <a:cubicBezTo>
                  <a:pt x="1829" y="206"/>
                  <a:pt x="1829" y="206"/>
                  <a:pt x="1829" y="206"/>
                </a:cubicBezTo>
                <a:cubicBezTo>
                  <a:pt x="1830" y="205"/>
                  <a:pt x="1830" y="205"/>
                  <a:pt x="1830" y="205"/>
                </a:cubicBezTo>
                <a:cubicBezTo>
                  <a:pt x="1830" y="205"/>
                  <a:pt x="1830" y="205"/>
                  <a:pt x="1830" y="205"/>
                </a:cubicBezTo>
                <a:cubicBezTo>
                  <a:pt x="1832" y="202"/>
                  <a:pt x="1832" y="202"/>
                  <a:pt x="1832" y="202"/>
                </a:cubicBezTo>
                <a:cubicBezTo>
                  <a:pt x="1832" y="202"/>
                  <a:pt x="1832" y="202"/>
                  <a:pt x="1832" y="202"/>
                </a:cubicBezTo>
                <a:cubicBezTo>
                  <a:pt x="1821" y="171"/>
                  <a:pt x="1821" y="171"/>
                  <a:pt x="1821" y="171"/>
                </a:cubicBezTo>
                <a:cubicBezTo>
                  <a:pt x="1821" y="171"/>
                  <a:pt x="1821" y="171"/>
                  <a:pt x="1821" y="171"/>
                </a:cubicBezTo>
                <a:cubicBezTo>
                  <a:pt x="1798" y="130"/>
                  <a:pt x="1798" y="130"/>
                  <a:pt x="1798" y="130"/>
                </a:cubicBezTo>
                <a:cubicBezTo>
                  <a:pt x="1798" y="130"/>
                  <a:pt x="1798" y="130"/>
                  <a:pt x="1798" y="130"/>
                </a:cubicBezTo>
                <a:cubicBezTo>
                  <a:pt x="1796" y="130"/>
                  <a:pt x="1796" y="130"/>
                  <a:pt x="1796" y="130"/>
                </a:cubicBezTo>
                <a:cubicBezTo>
                  <a:pt x="1796" y="130"/>
                  <a:pt x="1796" y="130"/>
                  <a:pt x="1796" y="130"/>
                </a:cubicBezTo>
                <a:cubicBezTo>
                  <a:pt x="1796" y="128"/>
                  <a:pt x="1796" y="128"/>
                  <a:pt x="1796" y="128"/>
                </a:cubicBezTo>
                <a:cubicBezTo>
                  <a:pt x="1796" y="128"/>
                  <a:pt x="1796" y="128"/>
                  <a:pt x="1796" y="128"/>
                </a:cubicBezTo>
                <a:cubicBezTo>
                  <a:pt x="1796" y="128"/>
                  <a:pt x="1796" y="128"/>
                  <a:pt x="1796" y="128"/>
                </a:cubicBezTo>
                <a:cubicBezTo>
                  <a:pt x="1796" y="128"/>
                  <a:pt x="1796" y="128"/>
                  <a:pt x="1796" y="128"/>
                </a:cubicBezTo>
                <a:cubicBezTo>
                  <a:pt x="1796" y="127"/>
                  <a:pt x="1796" y="127"/>
                  <a:pt x="1796" y="127"/>
                </a:cubicBezTo>
                <a:cubicBezTo>
                  <a:pt x="1796" y="127"/>
                  <a:pt x="1796" y="127"/>
                  <a:pt x="1796" y="127"/>
                </a:cubicBezTo>
                <a:cubicBezTo>
                  <a:pt x="1795" y="126"/>
                  <a:pt x="1795" y="126"/>
                  <a:pt x="1795" y="126"/>
                </a:cubicBezTo>
                <a:cubicBezTo>
                  <a:pt x="1795" y="126"/>
                  <a:pt x="1795" y="126"/>
                  <a:pt x="1795" y="126"/>
                </a:cubicBezTo>
                <a:cubicBezTo>
                  <a:pt x="1795" y="124"/>
                  <a:pt x="1795" y="124"/>
                  <a:pt x="1795" y="124"/>
                </a:cubicBezTo>
                <a:cubicBezTo>
                  <a:pt x="1795" y="124"/>
                  <a:pt x="1795" y="124"/>
                  <a:pt x="1795" y="124"/>
                </a:cubicBezTo>
                <a:cubicBezTo>
                  <a:pt x="1795" y="123"/>
                  <a:pt x="1795" y="123"/>
                  <a:pt x="1795" y="123"/>
                </a:cubicBezTo>
                <a:cubicBezTo>
                  <a:pt x="1795" y="123"/>
                  <a:pt x="1795" y="123"/>
                  <a:pt x="1795" y="123"/>
                </a:cubicBezTo>
                <a:cubicBezTo>
                  <a:pt x="1795" y="121"/>
                  <a:pt x="1795" y="121"/>
                  <a:pt x="1795" y="121"/>
                </a:cubicBezTo>
                <a:cubicBezTo>
                  <a:pt x="1795" y="121"/>
                  <a:pt x="1795" y="121"/>
                  <a:pt x="1795" y="121"/>
                </a:cubicBezTo>
                <a:cubicBezTo>
                  <a:pt x="1792" y="121"/>
                  <a:pt x="1792" y="121"/>
                  <a:pt x="1792" y="121"/>
                </a:cubicBezTo>
                <a:cubicBezTo>
                  <a:pt x="1792" y="121"/>
                  <a:pt x="1792" y="121"/>
                  <a:pt x="1792" y="121"/>
                </a:cubicBezTo>
                <a:cubicBezTo>
                  <a:pt x="1789" y="118"/>
                  <a:pt x="1789" y="118"/>
                  <a:pt x="1789" y="118"/>
                </a:cubicBezTo>
                <a:cubicBezTo>
                  <a:pt x="1789" y="118"/>
                  <a:pt x="1789" y="118"/>
                  <a:pt x="1789" y="118"/>
                </a:cubicBezTo>
                <a:cubicBezTo>
                  <a:pt x="1786" y="115"/>
                  <a:pt x="1786" y="115"/>
                  <a:pt x="1786" y="115"/>
                </a:cubicBezTo>
                <a:cubicBezTo>
                  <a:pt x="1786" y="115"/>
                  <a:pt x="1786" y="115"/>
                  <a:pt x="1786" y="115"/>
                </a:cubicBezTo>
                <a:cubicBezTo>
                  <a:pt x="1786" y="113"/>
                  <a:pt x="1786" y="113"/>
                  <a:pt x="1786" y="113"/>
                </a:cubicBezTo>
                <a:cubicBezTo>
                  <a:pt x="1786" y="113"/>
                  <a:pt x="1786" y="113"/>
                  <a:pt x="1786" y="113"/>
                </a:cubicBezTo>
                <a:cubicBezTo>
                  <a:pt x="1784" y="110"/>
                  <a:pt x="1784" y="110"/>
                  <a:pt x="1784" y="110"/>
                </a:cubicBezTo>
                <a:cubicBezTo>
                  <a:pt x="1784" y="110"/>
                  <a:pt x="1784" y="110"/>
                  <a:pt x="1784" y="110"/>
                </a:cubicBezTo>
                <a:cubicBezTo>
                  <a:pt x="1784" y="107"/>
                  <a:pt x="1784" y="107"/>
                  <a:pt x="1784" y="107"/>
                </a:cubicBezTo>
                <a:cubicBezTo>
                  <a:pt x="1784" y="107"/>
                  <a:pt x="1784" y="107"/>
                  <a:pt x="1784" y="107"/>
                </a:cubicBezTo>
                <a:cubicBezTo>
                  <a:pt x="1784" y="103"/>
                  <a:pt x="1784" y="103"/>
                  <a:pt x="1784" y="103"/>
                </a:cubicBezTo>
                <a:cubicBezTo>
                  <a:pt x="1784" y="103"/>
                  <a:pt x="1784" y="103"/>
                  <a:pt x="1784" y="103"/>
                </a:cubicBezTo>
                <a:cubicBezTo>
                  <a:pt x="1786" y="99"/>
                  <a:pt x="1786" y="99"/>
                  <a:pt x="1786" y="99"/>
                </a:cubicBezTo>
                <a:cubicBezTo>
                  <a:pt x="1786" y="99"/>
                  <a:pt x="1786" y="99"/>
                  <a:pt x="1786" y="99"/>
                </a:cubicBezTo>
                <a:cubicBezTo>
                  <a:pt x="1793" y="99"/>
                  <a:pt x="1793" y="99"/>
                  <a:pt x="1793" y="99"/>
                </a:cubicBezTo>
                <a:cubicBezTo>
                  <a:pt x="1793" y="99"/>
                  <a:pt x="1793" y="99"/>
                  <a:pt x="1793" y="99"/>
                </a:cubicBezTo>
                <a:cubicBezTo>
                  <a:pt x="1795" y="100"/>
                  <a:pt x="1795" y="100"/>
                  <a:pt x="1795" y="100"/>
                </a:cubicBezTo>
                <a:cubicBezTo>
                  <a:pt x="1795" y="100"/>
                  <a:pt x="1795" y="100"/>
                  <a:pt x="1795" y="100"/>
                </a:cubicBezTo>
                <a:cubicBezTo>
                  <a:pt x="1798" y="101"/>
                  <a:pt x="1798" y="101"/>
                  <a:pt x="1798" y="101"/>
                </a:cubicBezTo>
                <a:cubicBezTo>
                  <a:pt x="1798" y="101"/>
                  <a:pt x="1798" y="101"/>
                  <a:pt x="1798" y="101"/>
                </a:cubicBezTo>
                <a:cubicBezTo>
                  <a:pt x="1802" y="103"/>
                  <a:pt x="1802" y="103"/>
                  <a:pt x="1802" y="103"/>
                </a:cubicBezTo>
                <a:cubicBezTo>
                  <a:pt x="1802" y="103"/>
                  <a:pt x="1802" y="103"/>
                  <a:pt x="1802" y="103"/>
                </a:cubicBezTo>
                <a:cubicBezTo>
                  <a:pt x="1805" y="104"/>
                  <a:pt x="1805" y="104"/>
                  <a:pt x="1805" y="104"/>
                </a:cubicBezTo>
                <a:cubicBezTo>
                  <a:pt x="1805" y="104"/>
                  <a:pt x="1805" y="104"/>
                  <a:pt x="1805" y="104"/>
                </a:cubicBezTo>
                <a:cubicBezTo>
                  <a:pt x="1807" y="107"/>
                  <a:pt x="1807" y="107"/>
                  <a:pt x="1807" y="107"/>
                </a:cubicBezTo>
                <a:cubicBezTo>
                  <a:pt x="1807" y="107"/>
                  <a:pt x="1807" y="107"/>
                  <a:pt x="1807" y="107"/>
                </a:cubicBezTo>
                <a:cubicBezTo>
                  <a:pt x="1810" y="109"/>
                  <a:pt x="1810" y="109"/>
                  <a:pt x="1810" y="109"/>
                </a:cubicBezTo>
                <a:cubicBezTo>
                  <a:pt x="1810" y="109"/>
                  <a:pt x="1810" y="109"/>
                  <a:pt x="1810" y="109"/>
                </a:cubicBezTo>
                <a:cubicBezTo>
                  <a:pt x="1812" y="112"/>
                  <a:pt x="1812" y="112"/>
                  <a:pt x="1812" y="112"/>
                </a:cubicBezTo>
                <a:cubicBezTo>
                  <a:pt x="1812" y="112"/>
                  <a:pt x="1812" y="112"/>
                  <a:pt x="1812" y="112"/>
                </a:cubicBezTo>
                <a:cubicBezTo>
                  <a:pt x="1814" y="114"/>
                  <a:pt x="1814" y="114"/>
                  <a:pt x="1814" y="114"/>
                </a:cubicBezTo>
                <a:cubicBezTo>
                  <a:pt x="1814" y="114"/>
                  <a:pt x="1814" y="114"/>
                  <a:pt x="1814" y="114"/>
                </a:cubicBezTo>
                <a:cubicBezTo>
                  <a:pt x="1815" y="116"/>
                  <a:pt x="1815" y="116"/>
                  <a:pt x="1815" y="116"/>
                </a:cubicBezTo>
                <a:cubicBezTo>
                  <a:pt x="1815" y="116"/>
                  <a:pt x="1815" y="116"/>
                  <a:pt x="1815" y="116"/>
                </a:cubicBezTo>
                <a:cubicBezTo>
                  <a:pt x="1816" y="117"/>
                  <a:pt x="1816" y="117"/>
                  <a:pt x="1816" y="117"/>
                </a:cubicBezTo>
                <a:cubicBezTo>
                  <a:pt x="1816" y="117"/>
                  <a:pt x="1816" y="117"/>
                  <a:pt x="1816" y="117"/>
                </a:cubicBezTo>
                <a:cubicBezTo>
                  <a:pt x="1817" y="119"/>
                  <a:pt x="1817" y="119"/>
                  <a:pt x="1817" y="119"/>
                </a:cubicBezTo>
                <a:cubicBezTo>
                  <a:pt x="1817" y="119"/>
                  <a:pt x="1817" y="119"/>
                  <a:pt x="1817" y="119"/>
                </a:cubicBezTo>
                <a:cubicBezTo>
                  <a:pt x="1818" y="120"/>
                  <a:pt x="1818" y="120"/>
                  <a:pt x="1818" y="120"/>
                </a:cubicBezTo>
                <a:cubicBezTo>
                  <a:pt x="1818" y="120"/>
                  <a:pt x="1818" y="120"/>
                  <a:pt x="1818" y="120"/>
                </a:cubicBezTo>
                <a:cubicBezTo>
                  <a:pt x="1818" y="122"/>
                  <a:pt x="1818" y="122"/>
                  <a:pt x="1818" y="122"/>
                </a:cubicBezTo>
                <a:cubicBezTo>
                  <a:pt x="1818" y="122"/>
                  <a:pt x="1818" y="122"/>
                  <a:pt x="1818" y="122"/>
                </a:cubicBezTo>
                <a:cubicBezTo>
                  <a:pt x="1819" y="124"/>
                  <a:pt x="1819" y="124"/>
                  <a:pt x="1819" y="124"/>
                </a:cubicBezTo>
                <a:cubicBezTo>
                  <a:pt x="1819" y="124"/>
                  <a:pt x="1819" y="124"/>
                  <a:pt x="1819" y="124"/>
                </a:cubicBezTo>
                <a:cubicBezTo>
                  <a:pt x="1821" y="126"/>
                  <a:pt x="1821" y="126"/>
                  <a:pt x="1821" y="126"/>
                </a:cubicBezTo>
                <a:cubicBezTo>
                  <a:pt x="1821" y="126"/>
                  <a:pt x="1821" y="126"/>
                  <a:pt x="1821" y="126"/>
                </a:cubicBezTo>
                <a:cubicBezTo>
                  <a:pt x="1823" y="126"/>
                  <a:pt x="1823" y="126"/>
                  <a:pt x="1823" y="126"/>
                </a:cubicBezTo>
                <a:cubicBezTo>
                  <a:pt x="1823" y="126"/>
                  <a:pt x="1823" y="126"/>
                  <a:pt x="1823" y="126"/>
                </a:cubicBezTo>
                <a:cubicBezTo>
                  <a:pt x="1822" y="131"/>
                  <a:pt x="1822" y="131"/>
                  <a:pt x="1822" y="131"/>
                </a:cubicBezTo>
                <a:cubicBezTo>
                  <a:pt x="1822" y="131"/>
                  <a:pt x="1822" y="131"/>
                  <a:pt x="1822" y="131"/>
                </a:cubicBezTo>
                <a:cubicBezTo>
                  <a:pt x="1822" y="135"/>
                  <a:pt x="1822" y="135"/>
                  <a:pt x="1822" y="135"/>
                </a:cubicBezTo>
                <a:cubicBezTo>
                  <a:pt x="1822" y="135"/>
                  <a:pt x="1822" y="135"/>
                  <a:pt x="1822" y="135"/>
                </a:cubicBezTo>
                <a:cubicBezTo>
                  <a:pt x="1823" y="140"/>
                  <a:pt x="1823" y="140"/>
                  <a:pt x="1823" y="140"/>
                </a:cubicBezTo>
                <a:cubicBezTo>
                  <a:pt x="1823" y="140"/>
                  <a:pt x="1823" y="140"/>
                  <a:pt x="1823" y="140"/>
                </a:cubicBezTo>
                <a:cubicBezTo>
                  <a:pt x="1826" y="142"/>
                  <a:pt x="1826" y="142"/>
                  <a:pt x="1826" y="142"/>
                </a:cubicBezTo>
                <a:cubicBezTo>
                  <a:pt x="1826" y="142"/>
                  <a:pt x="1826" y="142"/>
                  <a:pt x="1826" y="142"/>
                </a:cubicBezTo>
                <a:cubicBezTo>
                  <a:pt x="1828" y="146"/>
                  <a:pt x="1828" y="146"/>
                  <a:pt x="1828" y="146"/>
                </a:cubicBezTo>
                <a:cubicBezTo>
                  <a:pt x="1828" y="146"/>
                  <a:pt x="1828" y="146"/>
                  <a:pt x="1828" y="146"/>
                </a:cubicBezTo>
                <a:cubicBezTo>
                  <a:pt x="1831" y="150"/>
                  <a:pt x="1831" y="150"/>
                  <a:pt x="1831" y="150"/>
                </a:cubicBezTo>
                <a:cubicBezTo>
                  <a:pt x="1831" y="150"/>
                  <a:pt x="1831" y="150"/>
                  <a:pt x="1831" y="150"/>
                </a:cubicBezTo>
                <a:cubicBezTo>
                  <a:pt x="1834" y="154"/>
                  <a:pt x="1834" y="154"/>
                  <a:pt x="1834" y="154"/>
                </a:cubicBezTo>
                <a:cubicBezTo>
                  <a:pt x="1834" y="154"/>
                  <a:pt x="1834" y="154"/>
                  <a:pt x="1834" y="154"/>
                </a:cubicBezTo>
                <a:cubicBezTo>
                  <a:pt x="1837" y="157"/>
                  <a:pt x="1837" y="157"/>
                  <a:pt x="1837" y="157"/>
                </a:cubicBezTo>
                <a:cubicBezTo>
                  <a:pt x="1837" y="157"/>
                  <a:pt x="1837" y="157"/>
                  <a:pt x="1837" y="157"/>
                </a:cubicBezTo>
                <a:cubicBezTo>
                  <a:pt x="1837" y="157"/>
                  <a:pt x="1837" y="157"/>
                  <a:pt x="1837" y="157"/>
                </a:cubicBezTo>
                <a:cubicBezTo>
                  <a:pt x="1837" y="157"/>
                  <a:pt x="1837" y="157"/>
                  <a:pt x="1837" y="157"/>
                </a:cubicBezTo>
                <a:cubicBezTo>
                  <a:pt x="1838" y="157"/>
                  <a:pt x="1838" y="157"/>
                  <a:pt x="1838" y="157"/>
                </a:cubicBezTo>
                <a:cubicBezTo>
                  <a:pt x="1838" y="157"/>
                  <a:pt x="1838" y="157"/>
                  <a:pt x="1838" y="157"/>
                </a:cubicBezTo>
                <a:cubicBezTo>
                  <a:pt x="1840" y="157"/>
                  <a:pt x="1840" y="157"/>
                  <a:pt x="1840" y="157"/>
                </a:cubicBezTo>
                <a:cubicBezTo>
                  <a:pt x="1840" y="157"/>
                  <a:pt x="1840" y="157"/>
                  <a:pt x="1840" y="157"/>
                </a:cubicBezTo>
                <a:cubicBezTo>
                  <a:pt x="1841" y="157"/>
                  <a:pt x="1841" y="157"/>
                  <a:pt x="1841" y="157"/>
                </a:cubicBezTo>
                <a:cubicBezTo>
                  <a:pt x="1841" y="157"/>
                  <a:pt x="1841" y="157"/>
                  <a:pt x="1841" y="157"/>
                </a:cubicBezTo>
                <a:cubicBezTo>
                  <a:pt x="1842" y="157"/>
                  <a:pt x="1842" y="157"/>
                  <a:pt x="1842" y="157"/>
                </a:cubicBezTo>
                <a:cubicBezTo>
                  <a:pt x="1842" y="157"/>
                  <a:pt x="1842" y="157"/>
                  <a:pt x="1842" y="157"/>
                </a:cubicBezTo>
                <a:cubicBezTo>
                  <a:pt x="1843" y="157"/>
                  <a:pt x="1843" y="157"/>
                  <a:pt x="1843" y="157"/>
                </a:cubicBezTo>
                <a:cubicBezTo>
                  <a:pt x="1843" y="157"/>
                  <a:pt x="1843" y="157"/>
                  <a:pt x="1843" y="157"/>
                </a:cubicBezTo>
                <a:cubicBezTo>
                  <a:pt x="1844" y="157"/>
                  <a:pt x="1844" y="157"/>
                  <a:pt x="1844" y="157"/>
                </a:cubicBezTo>
                <a:cubicBezTo>
                  <a:pt x="1844" y="157"/>
                  <a:pt x="1844" y="157"/>
                  <a:pt x="1844" y="157"/>
                </a:cubicBezTo>
                <a:cubicBezTo>
                  <a:pt x="1846" y="157"/>
                  <a:pt x="1846" y="157"/>
                  <a:pt x="1846" y="157"/>
                </a:cubicBezTo>
                <a:cubicBezTo>
                  <a:pt x="1846" y="157"/>
                  <a:pt x="1846" y="157"/>
                  <a:pt x="1846" y="157"/>
                </a:cubicBezTo>
                <a:cubicBezTo>
                  <a:pt x="1846" y="156"/>
                  <a:pt x="1846" y="156"/>
                  <a:pt x="1846" y="156"/>
                </a:cubicBezTo>
                <a:cubicBezTo>
                  <a:pt x="1846" y="156"/>
                  <a:pt x="1846" y="156"/>
                  <a:pt x="1846" y="156"/>
                </a:cubicBezTo>
                <a:cubicBezTo>
                  <a:pt x="1848" y="154"/>
                  <a:pt x="1848" y="154"/>
                  <a:pt x="1848" y="154"/>
                </a:cubicBezTo>
                <a:cubicBezTo>
                  <a:pt x="1848" y="154"/>
                  <a:pt x="1848" y="154"/>
                  <a:pt x="1848" y="154"/>
                </a:cubicBezTo>
                <a:cubicBezTo>
                  <a:pt x="1849" y="153"/>
                  <a:pt x="1849" y="153"/>
                  <a:pt x="1849" y="153"/>
                </a:cubicBezTo>
                <a:cubicBezTo>
                  <a:pt x="1849" y="153"/>
                  <a:pt x="1849" y="153"/>
                  <a:pt x="1849" y="153"/>
                </a:cubicBezTo>
                <a:cubicBezTo>
                  <a:pt x="1851" y="150"/>
                  <a:pt x="1851" y="150"/>
                  <a:pt x="1851" y="150"/>
                </a:cubicBezTo>
                <a:cubicBezTo>
                  <a:pt x="1851" y="150"/>
                  <a:pt x="1851" y="150"/>
                  <a:pt x="1851" y="150"/>
                </a:cubicBezTo>
                <a:cubicBezTo>
                  <a:pt x="1851" y="148"/>
                  <a:pt x="1851" y="148"/>
                  <a:pt x="1851" y="148"/>
                </a:cubicBezTo>
                <a:cubicBezTo>
                  <a:pt x="1851" y="148"/>
                  <a:pt x="1851" y="148"/>
                  <a:pt x="1851" y="148"/>
                </a:cubicBezTo>
                <a:cubicBezTo>
                  <a:pt x="1852" y="145"/>
                  <a:pt x="1852" y="145"/>
                  <a:pt x="1852" y="145"/>
                </a:cubicBezTo>
                <a:cubicBezTo>
                  <a:pt x="1852" y="145"/>
                  <a:pt x="1852" y="145"/>
                  <a:pt x="1852" y="145"/>
                </a:cubicBezTo>
                <a:cubicBezTo>
                  <a:pt x="1852" y="143"/>
                  <a:pt x="1852" y="143"/>
                  <a:pt x="1852" y="143"/>
                </a:cubicBezTo>
                <a:cubicBezTo>
                  <a:pt x="1852" y="143"/>
                  <a:pt x="1852" y="143"/>
                  <a:pt x="1852" y="143"/>
                </a:cubicBezTo>
                <a:cubicBezTo>
                  <a:pt x="1853" y="141"/>
                  <a:pt x="1853" y="141"/>
                  <a:pt x="1853" y="141"/>
                </a:cubicBezTo>
                <a:cubicBezTo>
                  <a:pt x="1853" y="141"/>
                  <a:pt x="1853" y="141"/>
                  <a:pt x="1853" y="141"/>
                </a:cubicBezTo>
                <a:cubicBezTo>
                  <a:pt x="1850" y="142"/>
                  <a:pt x="1850" y="142"/>
                  <a:pt x="1850" y="142"/>
                </a:cubicBezTo>
                <a:cubicBezTo>
                  <a:pt x="1850" y="142"/>
                  <a:pt x="1850" y="142"/>
                  <a:pt x="1850" y="142"/>
                </a:cubicBezTo>
                <a:cubicBezTo>
                  <a:pt x="1848" y="142"/>
                  <a:pt x="1848" y="142"/>
                  <a:pt x="1848" y="142"/>
                </a:cubicBezTo>
                <a:cubicBezTo>
                  <a:pt x="1848" y="142"/>
                  <a:pt x="1848" y="142"/>
                  <a:pt x="1848" y="142"/>
                </a:cubicBezTo>
                <a:cubicBezTo>
                  <a:pt x="1845" y="142"/>
                  <a:pt x="1845" y="142"/>
                  <a:pt x="1845" y="142"/>
                </a:cubicBezTo>
                <a:cubicBezTo>
                  <a:pt x="1845" y="142"/>
                  <a:pt x="1845" y="142"/>
                  <a:pt x="1845" y="142"/>
                </a:cubicBezTo>
                <a:cubicBezTo>
                  <a:pt x="1844" y="142"/>
                  <a:pt x="1844" y="142"/>
                  <a:pt x="1844" y="142"/>
                </a:cubicBezTo>
                <a:cubicBezTo>
                  <a:pt x="1844" y="142"/>
                  <a:pt x="1844" y="142"/>
                  <a:pt x="1844" y="142"/>
                </a:cubicBezTo>
                <a:cubicBezTo>
                  <a:pt x="1842" y="143"/>
                  <a:pt x="1842" y="143"/>
                  <a:pt x="1842" y="143"/>
                </a:cubicBezTo>
                <a:cubicBezTo>
                  <a:pt x="1842" y="143"/>
                  <a:pt x="1842" y="143"/>
                  <a:pt x="1842" y="143"/>
                </a:cubicBezTo>
                <a:cubicBezTo>
                  <a:pt x="1840" y="143"/>
                  <a:pt x="1840" y="143"/>
                  <a:pt x="1840" y="143"/>
                </a:cubicBezTo>
                <a:cubicBezTo>
                  <a:pt x="1840" y="143"/>
                  <a:pt x="1840" y="143"/>
                  <a:pt x="1840" y="143"/>
                </a:cubicBezTo>
                <a:cubicBezTo>
                  <a:pt x="1837" y="143"/>
                  <a:pt x="1837" y="143"/>
                  <a:pt x="1837" y="143"/>
                </a:cubicBezTo>
                <a:cubicBezTo>
                  <a:pt x="1837" y="143"/>
                  <a:pt x="1837" y="143"/>
                  <a:pt x="1837" y="143"/>
                </a:cubicBezTo>
                <a:cubicBezTo>
                  <a:pt x="1835" y="142"/>
                  <a:pt x="1835" y="142"/>
                  <a:pt x="1835" y="142"/>
                </a:cubicBezTo>
                <a:cubicBezTo>
                  <a:pt x="1835" y="142"/>
                  <a:pt x="1835" y="142"/>
                  <a:pt x="1835" y="142"/>
                </a:cubicBezTo>
                <a:cubicBezTo>
                  <a:pt x="1834" y="142"/>
                  <a:pt x="1834" y="142"/>
                  <a:pt x="1834" y="142"/>
                </a:cubicBezTo>
                <a:cubicBezTo>
                  <a:pt x="1834" y="142"/>
                  <a:pt x="1834" y="142"/>
                  <a:pt x="1834" y="142"/>
                </a:cubicBezTo>
                <a:cubicBezTo>
                  <a:pt x="1833" y="141"/>
                  <a:pt x="1833" y="141"/>
                  <a:pt x="1833" y="141"/>
                </a:cubicBezTo>
                <a:cubicBezTo>
                  <a:pt x="1833" y="141"/>
                  <a:pt x="1833" y="141"/>
                  <a:pt x="1833" y="141"/>
                </a:cubicBezTo>
                <a:cubicBezTo>
                  <a:pt x="1832" y="140"/>
                  <a:pt x="1832" y="140"/>
                  <a:pt x="1832" y="140"/>
                </a:cubicBezTo>
                <a:cubicBezTo>
                  <a:pt x="1832" y="140"/>
                  <a:pt x="1832" y="140"/>
                  <a:pt x="1832" y="140"/>
                </a:cubicBezTo>
                <a:cubicBezTo>
                  <a:pt x="1832" y="138"/>
                  <a:pt x="1832" y="138"/>
                  <a:pt x="1832" y="138"/>
                </a:cubicBezTo>
                <a:cubicBezTo>
                  <a:pt x="1832" y="138"/>
                  <a:pt x="1832" y="138"/>
                  <a:pt x="1832" y="138"/>
                </a:cubicBezTo>
                <a:cubicBezTo>
                  <a:pt x="1832" y="137"/>
                  <a:pt x="1832" y="137"/>
                  <a:pt x="1832" y="137"/>
                </a:cubicBezTo>
                <a:cubicBezTo>
                  <a:pt x="1832" y="137"/>
                  <a:pt x="1832" y="137"/>
                  <a:pt x="1832" y="137"/>
                </a:cubicBezTo>
                <a:cubicBezTo>
                  <a:pt x="1832" y="134"/>
                  <a:pt x="1832" y="134"/>
                  <a:pt x="1832" y="134"/>
                </a:cubicBezTo>
                <a:cubicBezTo>
                  <a:pt x="1832" y="134"/>
                  <a:pt x="1832" y="134"/>
                  <a:pt x="1832" y="134"/>
                </a:cubicBezTo>
                <a:cubicBezTo>
                  <a:pt x="1832" y="133"/>
                  <a:pt x="1832" y="133"/>
                  <a:pt x="1832" y="133"/>
                </a:cubicBezTo>
                <a:cubicBezTo>
                  <a:pt x="1832" y="133"/>
                  <a:pt x="1832" y="133"/>
                  <a:pt x="1832" y="133"/>
                </a:cubicBezTo>
                <a:cubicBezTo>
                  <a:pt x="1834" y="130"/>
                  <a:pt x="1834" y="130"/>
                  <a:pt x="1834" y="130"/>
                </a:cubicBezTo>
                <a:cubicBezTo>
                  <a:pt x="1834" y="130"/>
                  <a:pt x="1834" y="130"/>
                  <a:pt x="1834" y="130"/>
                </a:cubicBezTo>
                <a:cubicBezTo>
                  <a:pt x="1837" y="129"/>
                  <a:pt x="1837" y="129"/>
                  <a:pt x="1837" y="129"/>
                </a:cubicBezTo>
                <a:cubicBezTo>
                  <a:pt x="1837" y="129"/>
                  <a:pt x="1837" y="129"/>
                  <a:pt x="1837" y="129"/>
                </a:cubicBezTo>
                <a:cubicBezTo>
                  <a:pt x="1841" y="128"/>
                  <a:pt x="1841" y="128"/>
                  <a:pt x="1841" y="128"/>
                </a:cubicBezTo>
                <a:cubicBezTo>
                  <a:pt x="1841" y="128"/>
                  <a:pt x="1841" y="128"/>
                  <a:pt x="1841" y="128"/>
                </a:cubicBezTo>
                <a:cubicBezTo>
                  <a:pt x="1845" y="128"/>
                  <a:pt x="1845" y="128"/>
                  <a:pt x="1845" y="128"/>
                </a:cubicBezTo>
                <a:cubicBezTo>
                  <a:pt x="1845" y="128"/>
                  <a:pt x="1845" y="128"/>
                  <a:pt x="1845" y="128"/>
                </a:cubicBezTo>
                <a:cubicBezTo>
                  <a:pt x="1850" y="126"/>
                  <a:pt x="1850" y="126"/>
                  <a:pt x="1850" y="126"/>
                </a:cubicBezTo>
                <a:cubicBezTo>
                  <a:pt x="1850" y="126"/>
                  <a:pt x="1850" y="126"/>
                  <a:pt x="1850" y="126"/>
                </a:cubicBezTo>
                <a:cubicBezTo>
                  <a:pt x="1854" y="126"/>
                  <a:pt x="1854" y="126"/>
                  <a:pt x="1854" y="126"/>
                </a:cubicBezTo>
                <a:cubicBezTo>
                  <a:pt x="1854" y="126"/>
                  <a:pt x="1854" y="126"/>
                  <a:pt x="1854" y="126"/>
                </a:cubicBezTo>
                <a:cubicBezTo>
                  <a:pt x="1859" y="124"/>
                  <a:pt x="1859" y="124"/>
                  <a:pt x="1859" y="124"/>
                </a:cubicBezTo>
                <a:cubicBezTo>
                  <a:pt x="1859" y="124"/>
                  <a:pt x="1859" y="124"/>
                  <a:pt x="1859" y="124"/>
                </a:cubicBezTo>
                <a:cubicBezTo>
                  <a:pt x="1864" y="123"/>
                  <a:pt x="1864" y="123"/>
                  <a:pt x="1864" y="123"/>
                </a:cubicBezTo>
                <a:cubicBezTo>
                  <a:pt x="1864" y="123"/>
                  <a:pt x="1864" y="123"/>
                  <a:pt x="1864" y="123"/>
                </a:cubicBezTo>
                <a:cubicBezTo>
                  <a:pt x="1869" y="121"/>
                  <a:pt x="1869" y="121"/>
                  <a:pt x="1869" y="121"/>
                </a:cubicBezTo>
                <a:cubicBezTo>
                  <a:pt x="1869" y="121"/>
                  <a:pt x="1869" y="121"/>
                  <a:pt x="1869" y="121"/>
                </a:cubicBezTo>
                <a:cubicBezTo>
                  <a:pt x="1869" y="121"/>
                  <a:pt x="1869" y="121"/>
                  <a:pt x="1869" y="121"/>
                </a:cubicBezTo>
                <a:cubicBezTo>
                  <a:pt x="1869" y="121"/>
                  <a:pt x="1869" y="121"/>
                  <a:pt x="1869" y="121"/>
                </a:cubicBezTo>
                <a:cubicBezTo>
                  <a:pt x="1869" y="119"/>
                  <a:pt x="1869" y="119"/>
                  <a:pt x="1869" y="119"/>
                </a:cubicBezTo>
                <a:cubicBezTo>
                  <a:pt x="1869" y="119"/>
                  <a:pt x="1869" y="119"/>
                  <a:pt x="1869" y="119"/>
                </a:cubicBezTo>
                <a:cubicBezTo>
                  <a:pt x="1869" y="118"/>
                  <a:pt x="1869" y="118"/>
                  <a:pt x="1869" y="118"/>
                </a:cubicBezTo>
                <a:cubicBezTo>
                  <a:pt x="1869" y="118"/>
                  <a:pt x="1869" y="118"/>
                  <a:pt x="1869" y="118"/>
                </a:cubicBezTo>
                <a:cubicBezTo>
                  <a:pt x="1870" y="116"/>
                  <a:pt x="1870" y="116"/>
                  <a:pt x="1870" y="116"/>
                </a:cubicBezTo>
                <a:cubicBezTo>
                  <a:pt x="1870" y="116"/>
                  <a:pt x="1870" y="116"/>
                  <a:pt x="1870" y="116"/>
                </a:cubicBezTo>
                <a:cubicBezTo>
                  <a:pt x="1870" y="115"/>
                  <a:pt x="1870" y="115"/>
                  <a:pt x="1870" y="115"/>
                </a:cubicBezTo>
                <a:cubicBezTo>
                  <a:pt x="1870" y="115"/>
                  <a:pt x="1870" y="115"/>
                  <a:pt x="1870" y="115"/>
                </a:cubicBezTo>
                <a:cubicBezTo>
                  <a:pt x="1871" y="114"/>
                  <a:pt x="1871" y="114"/>
                  <a:pt x="1871" y="114"/>
                </a:cubicBezTo>
                <a:cubicBezTo>
                  <a:pt x="1871" y="114"/>
                  <a:pt x="1871" y="114"/>
                  <a:pt x="1871" y="114"/>
                </a:cubicBezTo>
                <a:cubicBezTo>
                  <a:pt x="1872" y="113"/>
                  <a:pt x="1872" y="113"/>
                  <a:pt x="1872" y="113"/>
                </a:cubicBezTo>
                <a:cubicBezTo>
                  <a:pt x="1872" y="113"/>
                  <a:pt x="1872" y="113"/>
                  <a:pt x="1872" y="113"/>
                </a:cubicBezTo>
                <a:cubicBezTo>
                  <a:pt x="1873" y="111"/>
                  <a:pt x="1873" y="111"/>
                  <a:pt x="1873" y="111"/>
                </a:cubicBezTo>
                <a:cubicBezTo>
                  <a:pt x="1873" y="111"/>
                  <a:pt x="1873" y="111"/>
                  <a:pt x="1873" y="111"/>
                </a:cubicBezTo>
                <a:cubicBezTo>
                  <a:pt x="1907" y="54"/>
                  <a:pt x="1907" y="54"/>
                  <a:pt x="1907" y="54"/>
                </a:cubicBezTo>
                <a:cubicBezTo>
                  <a:pt x="1907" y="54"/>
                  <a:pt x="1907" y="54"/>
                  <a:pt x="1907" y="54"/>
                </a:cubicBezTo>
                <a:cubicBezTo>
                  <a:pt x="1908" y="48"/>
                  <a:pt x="1908" y="48"/>
                  <a:pt x="1908" y="48"/>
                </a:cubicBezTo>
                <a:cubicBezTo>
                  <a:pt x="1908" y="48"/>
                  <a:pt x="1908" y="48"/>
                  <a:pt x="1908" y="48"/>
                </a:cubicBezTo>
                <a:cubicBezTo>
                  <a:pt x="1909" y="43"/>
                  <a:pt x="1909" y="43"/>
                  <a:pt x="1909" y="43"/>
                </a:cubicBezTo>
                <a:cubicBezTo>
                  <a:pt x="1909" y="43"/>
                  <a:pt x="1909" y="43"/>
                  <a:pt x="1909" y="43"/>
                </a:cubicBezTo>
                <a:cubicBezTo>
                  <a:pt x="1909" y="37"/>
                  <a:pt x="1909" y="37"/>
                  <a:pt x="1909" y="37"/>
                </a:cubicBezTo>
                <a:cubicBezTo>
                  <a:pt x="1909" y="37"/>
                  <a:pt x="1909" y="37"/>
                  <a:pt x="1909" y="37"/>
                </a:cubicBezTo>
                <a:cubicBezTo>
                  <a:pt x="1910" y="32"/>
                  <a:pt x="1910" y="32"/>
                  <a:pt x="1910" y="32"/>
                </a:cubicBezTo>
                <a:cubicBezTo>
                  <a:pt x="1910" y="32"/>
                  <a:pt x="1910" y="32"/>
                  <a:pt x="1910" y="32"/>
                </a:cubicBezTo>
                <a:cubicBezTo>
                  <a:pt x="1909" y="26"/>
                  <a:pt x="1909" y="26"/>
                  <a:pt x="1909" y="26"/>
                </a:cubicBezTo>
                <a:cubicBezTo>
                  <a:pt x="1909" y="26"/>
                  <a:pt x="1909" y="26"/>
                  <a:pt x="1909" y="26"/>
                </a:cubicBezTo>
                <a:cubicBezTo>
                  <a:pt x="1909" y="19"/>
                  <a:pt x="1909" y="19"/>
                  <a:pt x="1909" y="19"/>
                </a:cubicBezTo>
                <a:cubicBezTo>
                  <a:pt x="1909" y="19"/>
                  <a:pt x="1909" y="19"/>
                  <a:pt x="1909" y="19"/>
                </a:cubicBezTo>
                <a:cubicBezTo>
                  <a:pt x="1908" y="14"/>
                  <a:pt x="1908" y="14"/>
                  <a:pt x="1908" y="14"/>
                </a:cubicBezTo>
                <a:cubicBezTo>
                  <a:pt x="1908" y="14"/>
                  <a:pt x="1908" y="14"/>
                  <a:pt x="1908" y="14"/>
                </a:cubicBezTo>
                <a:cubicBezTo>
                  <a:pt x="1907" y="7"/>
                  <a:pt x="1907" y="7"/>
                  <a:pt x="1907" y="7"/>
                </a:cubicBezTo>
                <a:cubicBezTo>
                  <a:pt x="1907" y="7"/>
                  <a:pt x="1907" y="7"/>
                  <a:pt x="1907" y="7"/>
                </a:cubicBezTo>
                <a:cubicBezTo>
                  <a:pt x="1910" y="2"/>
                  <a:pt x="1910" y="2"/>
                  <a:pt x="1910" y="2"/>
                </a:cubicBezTo>
                <a:cubicBezTo>
                  <a:pt x="1910" y="2"/>
                  <a:pt x="1910" y="2"/>
                  <a:pt x="1910" y="2"/>
                </a:cubicBezTo>
                <a:cubicBezTo>
                  <a:pt x="1911" y="1"/>
                  <a:pt x="1911" y="1"/>
                  <a:pt x="1911" y="1"/>
                </a:cubicBezTo>
                <a:cubicBezTo>
                  <a:pt x="1911" y="1"/>
                  <a:pt x="1911" y="1"/>
                  <a:pt x="1911" y="1"/>
                </a:cubicBezTo>
                <a:cubicBezTo>
                  <a:pt x="1913" y="0"/>
                  <a:pt x="1913" y="0"/>
                  <a:pt x="1913" y="0"/>
                </a:cubicBezTo>
                <a:cubicBezTo>
                  <a:pt x="1913" y="0"/>
                  <a:pt x="1913" y="0"/>
                  <a:pt x="1913" y="0"/>
                </a:cubicBezTo>
                <a:cubicBezTo>
                  <a:pt x="1915" y="0"/>
                  <a:pt x="1915" y="0"/>
                  <a:pt x="1915" y="0"/>
                </a:cubicBezTo>
                <a:cubicBezTo>
                  <a:pt x="1915" y="0"/>
                  <a:pt x="1915" y="0"/>
                  <a:pt x="1915" y="0"/>
                </a:cubicBezTo>
                <a:cubicBezTo>
                  <a:pt x="1918" y="0"/>
                  <a:pt x="1918" y="0"/>
                  <a:pt x="1918" y="0"/>
                </a:cubicBezTo>
                <a:cubicBezTo>
                  <a:pt x="1918" y="0"/>
                  <a:pt x="1918" y="0"/>
                  <a:pt x="1918" y="0"/>
                </a:cubicBezTo>
                <a:cubicBezTo>
                  <a:pt x="1920" y="1"/>
                  <a:pt x="1920" y="1"/>
                  <a:pt x="1920" y="1"/>
                </a:cubicBezTo>
                <a:cubicBezTo>
                  <a:pt x="1920" y="1"/>
                  <a:pt x="1920" y="1"/>
                  <a:pt x="1920" y="1"/>
                </a:cubicBezTo>
                <a:cubicBezTo>
                  <a:pt x="1924" y="2"/>
                  <a:pt x="1924" y="2"/>
                  <a:pt x="1924" y="2"/>
                </a:cubicBezTo>
                <a:cubicBezTo>
                  <a:pt x="1924" y="2"/>
                  <a:pt x="1924" y="2"/>
                  <a:pt x="1924" y="2"/>
                </a:cubicBezTo>
                <a:cubicBezTo>
                  <a:pt x="1927" y="3"/>
                  <a:pt x="1927" y="3"/>
                  <a:pt x="1927" y="3"/>
                </a:cubicBezTo>
                <a:cubicBezTo>
                  <a:pt x="1927" y="3"/>
                  <a:pt x="1927" y="3"/>
                  <a:pt x="1927" y="3"/>
                </a:cubicBezTo>
                <a:cubicBezTo>
                  <a:pt x="1930" y="3"/>
                  <a:pt x="1930" y="3"/>
                  <a:pt x="1930" y="3"/>
                </a:cubicBezTo>
                <a:cubicBezTo>
                  <a:pt x="1930" y="3"/>
                  <a:pt x="1930" y="3"/>
                  <a:pt x="1930" y="3"/>
                </a:cubicBezTo>
                <a:cubicBezTo>
                  <a:pt x="1933" y="7"/>
                  <a:pt x="1933" y="7"/>
                  <a:pt x="1933" y="7"/>
                </a:cubicBezTo>
                <a:cubicBezTo>
                  <a:pt x="1933" y="7"/>
                  <a:pt x="1933" y="7"/>
                  <a:pt x="1933" y="7"/>
                </a:cubicBezTo>
                <a:cubicBezTo>
                  <a:pt x="1936" y="12"/>
                  <a:pt x="1936" y="12"/>
                  <a:pt x="1936" y="12"/>
                </a:cubicBezTo>
                <a:cubicBezTo>
                  <a:pt x="1936" y="12"/>
                  <a:pt x="1936" y="12"/>
                  <a:pt x="1936" y="12"/>
                </a:cubicBezTo>
                <a:cubicBezTo>
                  <a:pt x="1939" y="17"/>
                  <a:pt x="1939" y="17"/>
                  <a:pt x="1939" y="17"/>
                </a:cubicBezTo>
                <a:cubicBezTo>
                  <a:pt x="1939" y="17"/>
                  <a:pt x="1939" y="17"/>
                  <a:pt x="1939" y="17"/>
                </a:cubicBezTo>
                <a:cubicBezTo>
                  <a:pt x="1944" y="20"/>
                  <a:pt x="1944" y="20"/>
                  <a:pt x="1944" y="20"/>
                </a:cubicBezTo>
                <a:cubicBezTo>
                  <a:pt x="1944" y="20"/>
                  <a:pt x="1944" y="20"/>
                  <a:pt x="1944" y="20"/>
                </a:cubicBezTo>
                <a:cubicBezTo>
                  <a:pt x="1946" y="26"/>
                  <a:pt x="1946" y="26"/>
                  <a:pt x="1946" y="26"/>
                </a:cubicBezTo>
                <a:cubicBezTo>
                  <a:pt x="1946" y="26"/>
                  <a:pt x="1946" y="26"/>
                  <a:pt x="1946" y="26"/>
                </a:cubicBezTo>
                <a:cubicBezTo>
                  <a:pt x="1948" y="32"/>
                  <a:pt x="1948" y="32"/>
                  <a:pt x="1948" y="32"/>
                </a:cubicBezTo>
                <a:cubicBezTo>
                  <a:pt x="1948" y="32"/>
                  <a:pt x="1948" y="32"/>
                  <a:pt x="1948" y="32"/>
                </a:cubicBezTo>
                <a:cubicBezTo>
                  <a:pt x="1947" y="37"/>
                  <a:pt x="1947" y="37"/>
                  <a:pt x="1947" y="37"/>
                </a:cubicBezTo>
                <a:cubicBezTo>
                  <a:pt x="1947" y="37"/>
                  <a:pt x="1947" y="37"/>
                  <a:pt x="1947" y="37"/>
                </a:cubicBezTo>
                <a:cubicBezTo>
                  <a:pt x="1946" y="43"/>
                  <a:pt x="1946" y="43"/>
                  <a:pt x="1946" y="43"/>
                </a:cubicBezTo>
                <a:cubicBezTo>
                  <a:pt x="1946" y="43"/>
                  <a:pt x="1946" y="43"/>
                  <a:pt x="1946" y="43"/>
                </a:cubicBezTo>
                <a:cubicBezTo>
                  <a:pt x="1944" y="44"/>
                  <a:pt x="1944" y="44"/>
                  <a:pt x="1944" y="44"/>
                </a:cubicBezTo>
                <a:cubicBezTo>
                  <a:pt x="1944" y="44"/>
                  <a:pt x="1944" y="44"/>
                  <a:pt x="1944" y="44"/>
                </a:cubicBezTo>
                <a:cubicBezTo>
                  <a:pt x="1944" y="45"/>
                  <a:pt x="1944" y="45"/>
                  <a:pt x="1944" y="45"/>
                </a:cubicBezTo>
                <a:cubicBezTo>
                  <a:pt x="1944" y="45"/>
                  <a:pt x="1944" y="45"/>
                  <a:pt x="1944" y="45"/>
                </a:cubicBezTo>
                <a:cubicBezTo>
                  <a:pt x="1944" y="46"/>
                  <a:pt x="1944" y="46"/>
                  <a:pt x="1944" y="46"/>
                </a:cubicBezTo>
                <a:cubicBezTo>
                  <a:pt x="1944" y="46"/>
                  <a:pt x="1944" y="46"/>
                  <a:pt x="1944" y="46"/>
                </a:cubicBezTo>
                <a:cubicBezTo>
                  <a:pt x="1944" y="46"/>
                  <a:pt x="1944" y="46"/>
                  <a:pt x="1944" y="46"/>
                </a:cubicBezTo>
                <a:cubicBezTo>
                  <a:pt x="1944" y="46"/>
                  <a:pt x="1944" y="46"/>
                  <a:pt x="1944" y="46"/>
                </a:cubicBezTo>
                <a:cubicBezTo>
                  <a:pt x="1944" y="47"/>
                  <a:pt x="1944" y="47"/>
                  <a:pt x="1944" y="47"/>
                </a:cubicBezTo>
                <a:cubicBezTo>
                  <a:pt x="1944" y="47"/>
                  <a:pt x="1944" y="47"/>
                  <a:pt x="1944" y="47"/>
                </a:cubicBezTo>
                <a:cubicBezTo>
                  <a:pt x="1944" y="47"/>
                  <a:pt x="1944" y="47"/>
                  <a:pt x="1944" y="47"/>
                </a:cubicBezTo>
                <a:cubicBezTo>
                  <a:pt x="1944" y="47"/>
                  <a:pt x="1944" y="47"/>
                  <a:pt x="1944" y="47"/>
                </a:cubicBezTo>
                <a:cubicBezTo>
                  <a:pt x="1943" y="48"/>
                  <a:pt x="1943" y="48"/>
                  <a:pt x="1943" y="48"/>
                </a:cubicBezTo>
                <a:cubicBezTo>
                  <a:pt x="1943" y="48"/>
                  <a:pt x="1943" y="48"/>
                  <a:pt x="1943" y="48"/>
                </a:cubicBezTo>
                <a:cubicBezTo>
                  <a:pt x="1943" y="48"/>
                  <a:pt x="1943" y="48"/>
                  <a:pt x="1943" y="48"/>
                </a:cubicBezTo>
                <a:cubicBezTo>
                  <a:pt x="1939" y="50"/>
                  <a:pt x="1939" y="50"/>
                  <a:pt x="1939" y="50"/>
                </a:cubicBezTo>
                <a:cubicBezTo>
                  <a:pt x="1933" y="55"/>
                  <a:pt x="1933" y="55"/>
                  <a:pt x="1933" y="55"/>
                </a:cubicBezTo>
                <a:cubicBezTo>
                  <a:pt x="1933" y="55"/>
                  <a:pt x="1933" y="55"/>
                  <a:pt x="1933" y="55"/>
                </a:cubicBezTo>
                <a:cubicBezTo>
                  <a:pt x="1929" y="60"/>
                  <a:pt x="1929" y="60"/>
                  <a:pt x="1929" y="60"/>
                </a:cubicBezTo>
                <a:cubicBezTo>
                  <a:pt x="1929" y="60"/>
                  <a:pt x="1929" y="60"/>
                  <a:pt x="1929" y="60"/>
                </a:cubicBezTo>
                <a:cubicBezTo>
                  <a:pt x="1926" y="65"/>
                  <a:pt x="1926" y="65"/>
                  <a:pt x="1926" y="65"/>
                </a:cubicBezTo>
                <a:cubicBezTo>
                  <a:pt x="1926" y="65"/>
                  <a:pt x="1926" y="65"/>
                  <a:pt x="1926" y="65"/>
                </a:cubicBezTo>
                <a:cubicBezTo>
                  <a:pt x="1923" y="71"/>
                  <a:pt x="1923" y="71"/>
                  <a:pt x="1923" y="71"/>
                </a:cubicBezTo>
                <a:cubicBezTo>
                  <a:pt x="1923" y="71"/>
                  <a:pt x="1923" y="71"/>
                  <a:pt x="1923" y="71"/>
                </a:cubicBezTo>
                <a:cubicBezTo>
                  <a:pt x="1918" y="77"/>
                  <a:pt x="1918" y="77"/>
                  <a:pt x="1918" y="77"/>
                </a:cubicBezTo>
                <a:cubicBezTo>
                  <a:pt x="1918" y="77"/>
                  <a:pt x="1918" y="77"/>
                  <a:pt x="1918" y="77"/>
                </a:cubicBezTo>
                <a:cubicBezTo>
                  <a:pt x="1914" y="83"/>
                  <a:pt x="1914" y="83"/>
                  <a:pt x="1914" y="83"/>
                </a:cubicBezTo>
                <a:cubicBezTo>
                  <a:pt x="1914" y="83"/>
                  <a:pt x="1914" y="83"/>
                  <a:pt x="1914" y="83"/>
                </a:cubicBezTo>
                <a:cubicBezTo>
                  <a:pt x="1910" y="88"/>
                  <a:pt x="1910" y="88"/>
                  <a:pt x="1910" y="88"/>
                </a:cubicBezTo>
                <a:cubicBezTo>
                  <a:pt x="1910" y="88"/>
                  <a:pt x="1910" y="88"/>
                  <a:pt x="1910" y="88"/>
                </a:cubicBezTo>
                <a:cubicBezTo>
                  <a:pt x="1906" y="92"/>
                  <a:pt x="1906" y="92"/>
                  <a:pt x="1906" y="92"/>
                </a:cubicBezTo>
                <a:cubicBezTo>
                  <a:pt x="1906" y="92"/>
                  <a:pt x="1906" y="92"/>
                  <a:pt x="1906" y="92"/>
                </a:cubicBezTo>
                <a:cubicBezTo>
                  <a:pt x="1888" y="120"/>
                  <a:pt x="1888" y="120"/>
                  <a:pt x="1888" y="120"/>
                </a:cubicBezTo>
                <a:cubicBezTo>
                  <a:pt x="1888" y="120"/>
                  <a:pt x="1888" y="120"/>
                  <a:pt x="1888" y="120"/>
                </a:cubicBezTo>
                <a:cubicBezTo>
                  <a:pt x="1888" y="123"/>
                  <a:pt x="1888" y="123"/>
                  <a:pt x="1888" y="123"/>
                </a:cubicBezTo>
                <a:cubicBezTo>
                  <a:pt x="1888" y="123"/>
                  <a:pt x="1888" y="123"/>
                  <a:pt x="1888" y="123"/>
                </a:cubicBezTo>
                <a:cubicBezTo>
                  <a:pt x="1892" y="125"/>
                  <a:pt x="1892" y="125"/>
                  <a:pt x="1892" y="125"/>
                </a:cubicBezTo>
                <a:cubicBezTo>
                  <a:pt x="1892" y="125"/>
                  <a:pt x="1892" y="125"/>
                  <a:pt x="1892" y="125"/>
                </a:cubicBezTo>
                <a:cubicBezTo>
                  <a:pt x="1897" y="127"/>
                  <a:pt x="1897" y="127"/>
                  <a:pt x="1897" y="127"/>
                </a:cubicBezTo>
                <a:cubicBezTo>
                  <a:pt x="1897" y="127"/>
                  <a:pt x="1897" y="127"/>
                  <a:pt x="1897" y="127"/>
                </a:cubicBezTo>
                <a:cubicBezTo>
                  <a:pt x="1901" y="129"/>
                  <a:pt x="1901" y="129"/>
                  <a:pt x="1901" y="129"/>
                </a:cubicBezTo>
                <a:cubicBezTo>
                  <a:pt x="1901" y="129"/>
                  <a:pt x="1901" y="129"/>
                  <a:pt x="1901" y="129"/>
                </a:cubicBezTo>
                <a:cubicBezTo>
                  <a:pt x="1908" y="131"/>
                  <a:pt x="1908" y="131"/>
                  <a:pt x="1908" y="131"/>
                </a:cubicBezTo>
                <a:cubicBezTo>
                  <a:pt x="1908" y="131"/>
                  <a:pt x="1908" y="131"/>
                  <a:pt x="1908" y="131"/>
                </a:cubicBezTo>
                <a:cubicBezTo>
                  <a:pt x="1913" y="134"/>
                  <a:pt x="1913" y="134"/>
                  <a:pt x="1913" y="134"/>
                </a:cubicBezTo>
                <a:cubicBezTo>
                  <a:pt x="1913" y="134"/>
                  <a:pt x="1913" y="134"/>
                  <a:pt x="1913" y="134"/>
                </a:cubicBezTo>
                <a:cubicBezTo>
                  <a:pt x="1919" y="134"/>
                  <a:pt x="1919" y="134"/>
                  <a:pt x="1919" y="134"/>
                </a:cubicBezTo>
                <a:cubicBezTo>
                  <a:pt x="1919" y="134"/>
                  <a:pt x="1919" y="134"/>
                  <a:pt x="1919" y="134"/>
                </a:cubicBezTo>
                <a:cubicBezTo>
                  <a:pt x="1926" y="133"/>
                  <a:pt x="1926" y="133"/>
                  <a:pt x="1926" y="133"/>
                </a:cubicBezTo>
                <a:cubicBezTo>
                  <a:pt x="1926" y="133"/>
                  <a:pt x="1926" y="133"/>
                  <a:pt x="1926" y="133"/>
                </a:cubicBezTo>
                <a:cubicBezTo>
                  <a:pt x="1932" y="128"/>
                  <a:pt x="1932" y="128"/>
                  <a:pt x="1932" y="128"/>
                </a:cubicBezTo>
                <a:cubicBezTo>
                  <a:pt x="1932" y="128"/>
                  <a:pt x="1932" y="128"/>
                  <a:pt x="1932" y="128"/>
                </a:cubicBezTo>
                <a:cubicBezTo>
                  <a:pt x="1955" y="108"/>
                  <a:pt x="1955" y="108"/>
                  <a:pt x="1955" y="108"/>
                </a:cubicBezTo>
                <a:cubicBezTo>
                  <a:pt x="1955" y="108"/>
                  <a:pt x="1955" y="108"/>
                  <a:pt x="1955" y="108"/>
                </a:cubicBezTo>
                <a:cubicBezTo>
                  <a:pt x="1956" y="108"/>
                  <a:pt x="1956" y="108"/>
                  <a:pt x="1956" y="108"/>
                </a:cubicBezTo>
                <a:cubicBezTo>
                  <a:pt x="1956" y="108"/>
                  <a:pt x="1956" y="108"/>
                  <a:pt x="1956" y="108"/>
                </a:cubicBezTo>
                <a:cubicBezTo>
                  <a:pt x="1957" y="107"/>
                  <a:pt x="1957" y="107"/>
                  <a:pt x="1957" y="107"/>
                </a:cubicBezTo>
                <a:cubicBezTo>
                  <a:pt x="1957" y="107"/>
                  <a:pt x="1957" y="107"/>
                  <a:pt x="1957" y="107"/>
                </a:cubicBezTo>
                <a:cubicBezTo>
                  <a:pt x="1958" y="107"/>
                  <a:pt x="1958" y="107"/>
                  <a:pt x="1958" y="107"/>
                </a:cubicBezTo>
                <a:cubicBezTo>
                  <a:pt x="1958" y="107"/>
                  <a:pt x="1958" y="107"/>
                  <a:pt x="1958" y="107"/>
                </a:cubicBezTo>
                <a:cubicBezTo>
                  <a:pt x="1959" y="105"/>
                  <a:pt x="1959" y="105"/>
                  <a:pt x="1959" y="105"/>
                </a:cubicBezTo>
                <a:cubicBezTo>
                  <a:pt x="1959" y="105"/>
                  <a:pt x="1959" y="105"/>
                  <a:pt x="1959" y="105"/>
                </a:cubicBezTo>
                <a:cubicBezTo>
                  <a:pt x="1959" y="104"/>
                  <a:pt x="1959" y="104"/>
                  <a:pt x="1959" y="104"/>
                </a:cubicBezTo>
                <a:cubicBezTo>
                  <a:pt x="1959" y="104"/>
                  <a:pt x="1959" y="104"/>
                  <a:pt x="1959" y="104"/>
                </a:cubicBezTo>
                <a:cubicBezTo>
                  <a:pt x="1960" y="102"/>
                  <a:pt x="1960" y="102"/>
                  <a:pt x="1960" y="102"/>
                </a:cubicBezTo>
                <a:cubicBezTo>
                  <a:pt x="1960" y="102"/>
                  <a:pt x="1960" y="102"/>
                  <a:pt x="1960" y="102"/>
                </a:cubicBezTo>
                <a:cubicBezTo>
                  <a:pt x="1961" y="101"/>
                  <a:pt x="1961" y="101"/>
                  <a:pt x="1961" y="101"/>
                </a:cubicBezTo>
                <a:cubicBezTo>
                  <a:pt x="1961" y="101"/>
                  <a:pt x="1961" y="101"/>
                  <a:pt x="1961" y="101"/>
                </a:cubicBezTo>
                <a:cubicBezTo>
                  <a:pt x="1963" y="99"/>
                  <a:pt x="1963" y="99"/>
                  <a:pt x="1963" y="99"/>
                </a:cubicBezTo>
                <a:cubicBezTo>
                  <a:pt x="1963" y="99"/>
                  <a:pt x="1963" y="99"/>
                  <a:pt x="1963" y="99"/>
                </a:cubicBezTo>
                <a:cubicBezTo>
                  <a:pt x="1999" y="77"/>
                  <a:pt x="1999" y="77"/>
                  <a:pt x="1999" y="77"/>
                </a:cubicBezTo>
                <a:cubicBezTo>
                  <a:pt x="1999" y="77"/>
                  <a:pt x="1999" y="77"/>
                  <a:pt x="1999" y="77"/>
                </a:cubicBezTo>
                <a:cubicBezTo>
                  <a:pt x="2003" y="77"/>
                  <a:pt x="2003" y="77"/>
                  <a:pt x="2003" y="77"/>
                </a:cubicBezTo>
                <a:cubicBezTo>
                  <a:pt x="2003" y="77"/>
                  <a:pt x="2003" y="77"/>
                  <a:pt x="2003" y="77"/>
                </a:cubicBezTo>
                <a:cubicBezTo>
                  <a:pt x="2007" y="76"/>
                  <a:pt x="2007" y="76"/>
                  <a:pt x="2007" y="76"/>
                </a:cubicBezTo>
                <a:cubicBezTo>
                  <a:pt x="2007" y="76"/>
                  <a:pt x="2007" y="76"/>
                  <a:pt x="2007" y="76"/>
                </a:cubicBezTo>
                <a:cubicBezTo>
                  <a:pt x="2011" y="78"/>
                  <a:pt x="2011" y="78"/>
                  <a:pt x="2011" y="78"/>
                </a:cubicBezTo>
                <a:cubicBezTo>
                  <a:pt x="2011" y="78"/>
                  <a:pt x="2011" y="78"/>
                  <a:pt x="2011" y="78"/>
                </a:cubicBezTo>
                <a:cubicBezTo>
                  <a:pt x="2015" y="79"/>
                  <a:pt x="2015" y="79"/>
                  <a:pt x="2015" y="79"/>
                </a:cubicBezTo>
                <a:cubicBezTo>
                  <a:pt x="2015" y="79"/>
                  <a:pt x="2015" y="79"/>
                  <a:pt x="2015" y="79"/>
                </a:cubicBezTo>
                <a:cubicBezTo>
                  <a:pt x="2018" y="82"/>
                  <a:pt x="2018" y="82"/>
                  <a:pt x="2018" y="82"/>
                </a:cubicBezTo>
                <a:cubicBezTo>
                  <a:pt x="2018" y="82"/>
                  <a:pt x="2018" y="82"/>
                  <a:pt x="2018" y="82"/>
                </a:cubicBezTo>
                <a:cubicBezTo>
                  <a:pt x="2022" y="84"/>
                  <a:pt x="2022" y="84"/>
                  <a:pt x="2022" y="84"/>
                </a:cubicBezTo>
                <a:cubicBezTo>
                  <a:pt x="2022" y="84"/>
                  <a:pt x="2022" y="84"/>
                  <a:pt x="2022" y="84"/>
                </a:cubicBezTo>
                <a:cubicBezTo>
                  <a:pt x="2027" y="86"/>
                  <a:pt x="2027" y="86"/>
                  <a:pt x="2027" y="86"/>
                </a:cubicBezTo>
                <a:cubicBezTo>
                  <a:pt x="2027" y="86"/>
                  <a:pt x="2027" y="86"/>
                  <a:pt x="2027" y="86"/>
                </a:cubicBezTo>
                <a:cubicBezTo>
                  <a:pt x="2033" y="86"/>
                  <a:pt x="2033" y="86"/>
                  <a:pt x="2033" y="86"/>
                </a:cubicBezTo>
                <a:cubicBezTo>
                  <a:pt x="2033" y="86"/>
                  <a:pt x="2033" y="86"/>
                  <a:pt x="2033" y="86"/>
                </a:cubicBezTo>
                <a:cubicBezTo>
                  <a:pt x="2032" y="92"/>
                  <a:pt x="2032" y="92"/>
                  <a:pt x="2032" y="92"/>
                </a:cubicBezTo>
                <a:cubicBezTo>
                  <a:pt x="2032" y="92"/>
                  <a:pt x="2032" y="92"/>
                  <a:pt x="2032" y="92"/>
                </a:cubicBezTo>
                <a:cubicBezTo>
                  <a:pt x="2032" y="98"/>
                  <a:pt x="2032" y="98"/>
                  <a:pt x="2032" y="98"/>
                </a:cubicBezTo>
                <a:cubicBezTo>
                  <a:pt x="2032" y="98"/>
                  <a:pt x="2032" y="98"/>
                  <a:pt x="2032" y="98"/>
                </a:cubicBezTo>
                <a:cubicBezTo>
                  <a:pt x="2031" y="103"/>
                  <a:pt x="2031" y="103"/>
                  <a:pt x="2031" y="103"/>
                </a:cubicBezTo>
                <a:cubicBezTo>
                  <a:pt x="2031" y="103"/>
                  <a:pt x="2031" y="103"/>
                  <a:pt x="2031" y="103"/>
                </a:cubicBezTo>
                <a:cubicBezTo>
                  <a:pt x="2031" y="108"/>
                  <a:pt x="2031" y="108"/>
                  <a:pt x="2031" y="108"/>
                </a:cubicBezTo>
                <a:cubicBezTo>
                  <a:pt x="2031" y="108"/>
                  <a:pt x="2031" y="108"/>
                  <a:pt x="2031" y="108"/>
                </a:cubicBezTo>
                <a:cubicBezTo>
                  <a:pt x="2029" y="114"/>
                  <a:pt x="2029" y="114"/>
                  <a:pt x="2029" y="114"/>
                </a:cubicBezTo>
                <a:cubicBezTo>
                  <a:pt x="2029" y="114"/>
                  <a:pt x="2029" y="114"/>
                  <a:pt x="2029" y="114"/>
                </a:cubicBezTo>
                <a:cubicBezTo>
                  <a:pt x="2028" y="119"/>
                  <a:pt x="2028" y="119"/>
                  <a:pt x="2028" y="119"/>
                </a:cubicBezTo>
                <a:cubicBezTo>
                  <a:pt x="2028" y="119"/>
                  <a:pt x="2028" y="119"/>
                  <a:pt x="2028" y="119"/>
                </a:cubicBezTo>
                <a:cubicBezTo>
                  <a:pt x="2024" y="124"/>
                  <a:pt x="2024" y="124"/>
                  <a:pt x="2024" y="124"/>
                </a:cubicBezTo>
                <a:cubicBezTo>
                  <a:pt x="2024" y="124"/>
                  <a:pt x="2024" y="124"/>
                  <a:pt x="2024" y="124"/>
                </a:cubicBezTo>
                <a:cubicBezTo>
                  <a:pt x="2021" y="127"/>
                  <a:pt x="2021" y="127"/>
                  <a:pt x="2021" y="127"/>
                </a:cubicBezTo>
                <a:cubicBezTo>
                  <a:pt x="2021" y="127"/>
                  <a:pt x="2021" y="127"/>
                  <a:pt x="2021" y="127"/>
                </a:cubicBezTo>
                <a:cubicBezTo>
                  <a:pt x="2018" y="128"/>
                  <a:pt x="2018" y="128"/>
                  <a:pt x="2018" y="128"/>
                </a:cubicBezTo>
                <a:cubicBezTo>
                  <a:pt x="2018" y="128"/>
                  <a:pt x="2018" y="128"/>
                  <a:pt x="2018" y="128"/>
                </a:cubicBezTo>
                <a:cubicBezTo>
                  <a:pt x="2016" y="130"/>
                  <a:pt x="2016" y="130"/>
                  <a:pt x="2016" y="130"/>
                </a:cubicBezTo>
                <a:cubicBezTo>
                  <a:pt x="2016" y="130"/>
                  <a:pt x="2016" y="130"/>
                  <a:pt x="2016" y="130"/>
                </a:cubicBezTo>
                <a:cubicBezTo>
                  <a:pt x="2014" y="133"/>
                  <a:pt x="2014" y="133"/>
                  <a:pt x="2014" y="133"/>
                </a:cubicBezTo>
                <a:cubicBezTo>
                  <a:pt x="2014" y="133"/>
                  <a:pt x="2014" y="133"/>
                  <a:pt x="2014" y="133"/>
                </a:cubicBezTo>
                <a:cubicBezTo>
                  <a:pt x="2013" y="135"/>
                  <a:pt x="2013" y="135"/>
                  <a:pt x="2013" y="135"/>
                </a:cubicBezTo>
                <a:cubicBezTo>
                  <a:pt x="2013" y="135"/>
                  <a:pt x="2013" y="135"/>
                  <a:pt x="2013" y="135"/>
                </a:cubicBezTo>
                <a:cubicBezTo>
                  <a:pt x="2011" y="138"/>
                  <a:pt x="2011" y="138"/>
                  <a:pt x="2011" y="138"/>
                </a:cubicBezTo>
                <a:cubicBezTo>
                  <a:pt x="2011" y="138"/>
                  <a:pt x="2011" y="138"/>
                  <a:pt x="2011" y="138"/>
                </a:cubicBezTo>
                <a:cubicBezTo>
                  <a:pt x="2009" y="140"/>
                  <a:pt x="2009" y="140"/>
                  <a:pt x="2009" y="140"/>
                </a:cubicBezTo>
                <a:cubicBezTo>
                  <a:pt x="2009" y="140"/>
                  <a:pt x="2009" y="140"/>
                  <a:pt x="2009" y="140"/>
                </a:cubicBezTo>
                <a:cubicBezTo>
                  <a:pt x="2005" y="142"/>
                  <a:pt x="2005" y="142"/>
                  <a:pt x="2005" y="142"/>
                </a:cubicBezTo>
                <a:cubicBezTo>
                  <a:pt x="2005" y="142"/>
                  <a:pt x="2005" y="142"/>
                  <a:pt x="2005" y="142"/>
                </a:cubicBezTo>
                <a:cubicBezTo>
                  <a:pt x="2006" y="144"/>
                  <a:pt x="2006" y="144"/>
                  <a:pt x="2006" y="144"/>
                </a:cubicBezTo>
                <a:cubicBezTo>
                  <a:pt x="2003" y="142"/>
                  <a:pt x="2003" y="142"/>
                  <a:pt x="2003" y="142"/>
                </a:cubicBezTo>
                <a:cubicBezTo>
                  <a:pt x="1971" y="194"/>
                  <a:pt x="1971" y="194"/>
                  <a:pt x="1971" y="194"/>
                </a:cubicBezTo>
                <a:cubicBezTo>
                  <a:pt x="1967" y="195"/>
                  <a:pt x="1967" y="195"/>
                  <a:pt x="1967" y="195"/>
                </a:cubicBezTo>
                <a:cubicBezTo>
                  <a:pt x="1950" y="219"/>
                  <a:pt x="1950" y="219"/>
                  <a:pt x="1950" y="219"/>
                </a:cubicBezTo>
                <a:cubicBezTo>
                  <a:pt x="1948" y="221"/>
                  <a:pt x="1948" y="221"/>
                  <a:pt x="1948" y="221"/>
                </a:cubicBezTo>
                <a:cubicBezTo>
                  <a:pt x="1952" y="225"/>
                  <a:pt x="1952" y="225"/>
                  <a:pt x="1952" y="225"/>
                </a:cubicBezTo>
                <a:cubicBezTo>
                  <a:pt x="1952" y="225"/>
                  <a:pt x="1952" y="225"/>
                  <a:pt x="1952" y="225"/>
                </a:cubicBezTo>
                <a:cubicBezTo>
                  <a:pt x="1953" y="225"/>
                  <a:pt x="1953" y="225"/>
                  <a:pt x="1953" y="225"/>
                </a:cubicBezTo>
                <a:cubicBezTo>
                  <a:pt x="1953" y="225"/>
                  <a:pt x="1953" y="225"/>
                  <a:pt x="1953" y="225"/>
                </a:cubicBezTo>
                <a:cubicBezTo>
                  <a:pt x="1956" y="224"/>
                  <a:pt x="1956" y="224"/>
                  <a:pt x="1956" y="224"/>
                </a:cubicBezTo>
                <a:cubicBezTo>
                  <a:pt x="1956" y="224"/>
                  <a:pt x="1956" y="224"/>
                  <a:pt x="1956" y="224"/>
                </a:cubicBezTo>
                <a:cubicBezTo>
                  <a:pt x="1957" y="223"/>
                  <a:pt x="1957" y="223"/>
                  <a:pt x="1957" y="223"/>
                </a:cubicBezTo>
                <a:cubicBezTo>
                  <a:pt x="1957" y="223"/>
                  <a:pt x="1957" y="223"/>
                  <a:pt x="1957" y="223"/>
                </a:cubicBezTo>
                <a:cubicBezTo>
                  <a:pt x="1960" y="222"/>
                  <a:pt x="1960" y="222"/>
                  <a:pt x="1960" y="222"/>
                </a:cubicBezTo>
                <a:cubicBezTo>
                  <a:pt x="1960" y="222"/>
                  <a:pt x="1960" y="222"/>
                  <a:pt x="1960" y="222"/>
                </a:cubicBezTo>
                <a:cubicBezTo>
                  <a:pt x="1962" y="222"/>
                  <a:pt x="1962" y="222"/>
                  <a:pt x="1962" y="222"/>
                </a:cubicBezTo>
                <a:cubicBezTo>
                  <a:pt x="1962" y="222"/>
                  <a:pt x="1962" y="222"/>
                  <a:pt x="1962" y="222"/>
                </a:cubicBezTo>
                <a:cubicBezTo>
                  <a:pt x="1965" y="221"/>
                  <a:pt x="1965" y="221"/>
                  <a:pt x="1965" y="221"/>
                </a:cubicBezTo>
                <a:cubicBezTo>
                  <a:pt x="1965" y="221"/>
                  <a:pt x="1965" y="221"/>
                  <a:pt x="1965" y="221"/>
                </a:cubicBezTo>
                <a:cubicBezTo>
                  <a:pt x="1968" y="221"/>
                  <a:pt x="1968" y="221"/>
                  <a:pt x="1968" y="221"/>
                </a:cubicBezTo>
                <a:cubicBezTo>
                  <a:pt x="1968" y="221"/>
                  <a:pt x="1968" y="221"/>
                  <a:pt x="1968" y="221"/>
                </a:cubicBezTo>
                <a:cubicBezTo>
                  <a:pt x="1971" y="220"/>
                  <a:pt x="1971" y="220"/>
                  <a:pt x="1971" y="220"/>
                </a:cubicBezTo>
                <a:cubicBezTo>
                  <a:pt x="1971" y="220"/>
                  <a:pt x="1971" y="220"/>
                  <a:pt x="1971" y="220"/>
                </a:cubicBezTo>
                <a:cubicBezTo>
                  <a:pt x="1972" y="224"/>
                  <a:pt x="1972" y="224"/>
                  <a:pt x="1972" y="224"/>
                </a:cubicBezTo>
                <a:cubicBezTo>
                  <a:pt x="1972" y="224"/>
                  <a:pt x="1972" y="224"/>
                  <a:pt x="1972" y="224"/>
                </a:cubicBezTo>
                <a:cubicBezTo>
                  <a:pt x="1973" y="227"/>
                  <a:pt x="1973" y="227"/>
                  <a:pt x="1973" y="227"/>
                </a:cubicBezTo>
                <a:cubicBezTo>
                  <a:pt x="1973" y="227"/>
                  <a:pt x="1973" y="227"/>
                  <a:pt x="1973" y="227"/>
                </a:cubicBezTo>
                <a:cubicBezTo>
                  <a:pt x="1974" y="229"/>
                  <a:pt x="1974" y="229"/>
                  <a:pt x="1974" y="229"/>
                </a:cubicBezTo>
                <a:cubicBezTo>
                  <a:pt x="1974" y="229"/>
                  <a:pt x="1974" y="229"/>
                  <a:pt x="1974" y="229"/>
                </a:cubicBezTo>
                <a:cubicBezTo>
                  <a:pt x="1976" y="232"/>
                  <a:pt x="1976" y="232"/>
                  <a:pt x="1976" y="232"/>
                </a:cubicBezTo>
                <a:cubicBezTo>
                  <a:pt x="1976" y="232"/>
                  <a:pt x="1976" y="232"/>
                  <a:pt x="1976" y="232"/>
                </a:cubicBezTo>
                <a:cubicBezTo>
                  <a:pt x="1976" y="236"/>
                  <a:pt x="1976" y="236"/>
                  <a:pt x="1976" y="236"/>
                </a:cubicBezTo>
                <a:cubicBezTo>
                  <a:pt x="1976" y="236"/>
                  <a:pt x="1976" y="236"/>
                  <a:pt x="1976" y="236"/>
                </a:cubicBezTo>
                <a:cubicBezTo>
                  <a:pt x="1977" y="240"/>
                  <a:pt x="1977" y="240"/>
                  <a:pt x="1977" y="240"/>
                </a:cubicBezTo>
                <a:cubicBezTo>
                  <a:pt x="1977" y="240"/>
                  <a:pt x="1977" y="240"/>
                  <a:pt x="1977" y="240"/>
                </a:cubicBezTo>
                <a:cubicBezTo>
                  <a:pt x="1977" y="243"/>
                  <a:pt x="1977" y="243"/>
                  <a:pt x="1977" y="243"/>
                </a:cubicBezTo>
                <a:cubicBezTo>
                  <a:pt x="1977" y="243"/>
                  <a:pt x="1977" y="243"/>
                  <a:pt x="1977" y="243"/>
                </a:cubicBezTo>
                <a:cubicBezTo>
                  <a:pt x="1977" y="245"/>
                  <a:pt x="1977" y="245"/>
                  <a:pt x="1977" y="245"/>
                </a:cubicBezTo>
                <a:cubicBezTo>
                  <a:pt x="1977" y="245"/>
                  <a:pt x="1977" y="245"/>
                  <a:pt x="1977" y="245"/>
                </a:cubicBezTo>
                <a:cubicBezTo>
                  <a:pt x="1947" y="267"/>
                  <a:pt x="1947" y="267"/>
                  <a:pt x="1947" y="267"/>
                </a:cubicBezTo>
                <a:cubicBezTo>
                  <a:pt x="1947" y="267"/>
                  <a:pt x="1947" y="267"/>
                  <a:pt x="1947" y="267"/>
                </a:cubicBezTo>
                <a:cubicBezTo>
                  <a:pt x="1892" y="315"/>
                  <a:pt x="1892" y="315"/>
                  <a:pt x="1892" y="315"/>
                </a:cubicBezTo>
                <a:cubicBezTo>
                  <a:pt x="1892" y="315"/>
                  <a:pt x="1892" y="315"/>
                  <a:pt x="1892" y="315"/>
                </a:cubicBezTo>
                <a:cubicBezTo>
                  <a:pt x="1894" y="319"/>
                  <a:pt x="1894" y="319"/>
                  <a:pt x="1894" y="319"/>
                </a:cubicBezTo>
                <a:cubicBezTo>
                  <a:pt x="1894" y="319"/>
                  <a:pt x="1894" y="319"/>
                  <a:pt x="1894" y="319"/>
                </a:cubicBezTo>
                <a:cubicBezTo>
                  <a:pt x="1923" y="307"/>
                  <a:pt x="1923" y="307"/>
                  <a:pt x="1923" y="307"/>
                </a:cubicBezTo>
                <a:cubicBezTo>
                  <a:pt x="1923" y="307"/>
                  <a:pt x="1923" y="307"/>
                  <a:pt x="1923" y="307"/>
                </a:cubicBezTo>
                <a:cubicBezTo>
                  <a:pt x="1925" y="306"/>
                  <a:pt x="1925" y="306"/>
                  <a:pt x="1925" y="306"/>
                </a:cubicBezTo>
                <a:cubicBezTo>
                  <a:pt x="1925" y="306"/>
                  <a:pt x="1925" y="306"/>
                  <a:pt x="1925" y="306"/>
                </a:cubicBezTo>
                <a:cubicBezTo>
                  <a:pt x="1928" y="305"/>
                  <a:pt x="1928" y="305"/>
                  <a:pt x="1928" y="305"/>
                </a:cubicBezTo>
                <a:cubicBezTo>
                  <a:pt x="1928" y="305"/>
                  <a:pt x="1928" y="305"/>
                  <a:pt x="1928" y="305"/>
                </a:cubicBezTo>
                <a:cubicBezTo>
                  <a:pt x="1931" y="304"/>
                  <a:pt x="1931" y="304"/>
                  <a:pt x="1931" y="304"/>
                </a:cubicBezTo>
                <a:cubicBezTo>
                  <a:pt x="1931" y="304"/>
                  <a:pt x="1931" y="304"/>
                  <a:pt x="1931" y="304"/>
                </a:cubicBezTo>
                <a:cubicBezTo>
                  <a:pt x="1934" y="303"/>
                  <a:pt x="1934" y="303"/>
                  <a:pt x="1934" y="303"/>
                </a:cubicBezTo>
                <a:cubicBezTo>
                  <a:pt x="1934" y="303"/>
                  <a:pt x="1934" y="303"/>
                  <a:pt x="1934" y="303"/>
                </a:cubicBezTo>
                <a:cubicBezTo>
                  <a:pt x="1937" y="304"/>
                  <a:pt x="1937" y="304"/>
                  <a:pt x="1937" y="304"/>
                </a:cubicBezTo>
                <a:cubicBezTo>
                  <a:pt x="1937" y="304"/>
                  <a:pt x="1937" y="304"/>
                  <a:pt x="1937" y="304"/>
                </a:cubicBezTo>
                <a:cubicBezTo>
                  <a:pt x="1940" y="304"/>
                  <a:pt x="1940" y="304"/>
                  <a:pt x="1940" y="304"/>
                </a:cubicBezTo>
                <a:cubicBezTo>
                  <a:pt x="1940" y="304"/>
                  <a:pt x="1940" y="304"/>
                  <a:pt x="1940" y="304"/>
                </a:cubicBezTo>
                <a:cubicBezTo>
                  <a:pt x="1944" y="305"/>
                  <a:pt x="1944" y="305"/>
                  <a:pt x="1944" y="305"/>
                </a:cubicBezTo>
                <a:cubicBezTo>
                  <a:pt x="1944" y="305"/>
                  <a:pt x="1944" y="305"/>
                  <a:pt x="1944" y="305"/>
                </a:cubicBezTo>
                <a:cubicBezTo>
                  <a:pt x="1949" y="305"/>
                  <a:pt x="1949" y="305"/>
                  <a:pt x="1949" y="305"/>
                </a:cubicBezTo>
                <a:cubicBezTo>
                  <a:pt x="1949" y="305"/>
                  <a:pt x="1949" y="305"/>
                  <a:pt x="1949" y="305"/>
                </a:cubicBezTo>
                <a:cubicBezTo>
                  <a:pt x="1950" y="306"/>
                  <a:pt x="1950" y="306"/>
                  <a:pt x="1950" y="306"/>
                </a:cubicBezTo>
                <a:cubicBezTo>
                  <a:pt x="1950" y="306"/>
                  <a:pt x="1950" y="306"/>
                  <a:pt x="1950" y="306"/>
                </a:cubicBezTo>
                <a:cubicBezTo>
                  <a:pt x="1951" y="307"/>
                  <a:pt x="1951" y="307"/>
                  <a:pt x="1951" y="307"/>
                </a:cubicBezTo>
                <a:cubicBezTo>
                  <a:pt x="1951" y="307"/>
                  <a:pt x="1951" y="307"/>
                  <a:pt x="1951" y="307"/>
                </a:cubicBezTo>
                <a:cubicBezTo>
                  <a:pt x="1952" y="308"/>
                  <a:pt x="1952" y="308"/>
                  <a:pt x="1952" y="308"/>
                </a:cubicBezTo>
                <a:cubicBezTo>
                  <a:pt x="1952" y="308"/>
                  <a:pt x="1952" y="308"/>
                  <a:pt x="1952" y="308"/>
                </a:cubicBezTo>
                <a:cubicBezTo>
                  <a:pt x="1953" y="308"/>
                  <a:pt x="1953" y="308"/>
                  <a:pt x="1953" y="308"/>
                </a:cubicBezTo>
                <a:cubicBezTo>
                  <a:pt x="1953" y="308"/>
                  <a:pt x="1953" y="308"/>
                  <a:pt x="1953" y="308"/>
                </a:cubicBezTo>
                <a:cubicBezTo>
                  <a:pt x="1954" y="309"/>
                  <a:pt x="1954" y="309"/>
                  <a:pt x="1954" y="309"/>
                </a:cubicBezTo>
                <a:cubicBezTo>
                  <a:pt x="1954" y="309"/>
                  <a:pt x="1954" y="309"/>
                  <a:pt x="1954" y="309"/>
                </a:cubicBezTo>
                <a:cubicBezTo>
                  <a:pt x="1955" y="310"/>
                  <a:pt x="1955" y="310"/>
                  <a:pt x="1955" y="310"/>
                </a:cubicBezTo>
                <a:cubicBezTo>
                  <a:pt x="1955" y="310"/>
                  <a:pt x="1955" y="310"/>
                  <a:pt x="1955" y="310"/>
                </a:cubicBezTo>
                <a:cubicBezTo>
                  <a:pt x="1956" y="310"/>
                  <a:pt x="1956" y="310"/>
                  <a:pt x="1956" y="310"/>
                </a:cubicBezTo>
                <a:cubicBezTo>
                  <a:pt x="1956" y="310"/>
                  <a:pt x="1956" y="310"/>
                  <a:pt x="1956" y="310"/>
                </a:cubicBezTo>
                <a:cubicBezTo>
                  <a:pt x="1959" y="310"/>
                  <a:pt x="1959" y="310"/>
                  <a:pt x="1959" y="310"/>
                </a:cubicBezTo>
                <a:cubicBezTo>
                  <a:pt x="1959" y="310"/>
                  <a:pt x="1959" y="310"/>
                  <a:pt x="1959" y="310"/>
                </a:cubicBezTo>
                <a:cubicBezTo>
                  <a:pt x="1959" y="313"/>
                  <a:pt x="1959" y="313"/>
                  <a:pt x="1959" y="313"/>
                </a:cubicBezTo>
                <a:cubicBezTo>
                  <a:pt x="1959" y="313"/>
                  <a:pt x="1959" y="313"/>
                  <a:pt x="1959" y="313"/>
                </a:cubicBezTo>
                <a:cubicBezTo>
                  <a:pt x="1960" y="316"/>
                  <a:pt x="1960" y="316"/>
                  <a:pt x="1960" y="316"/>
                </a:cubicBezTo>
                <a:cubicBezTo>
                  <a:pt x="1960" y="316"/>
                  <a:pt x="1960" y="316"/>
                  <a:pt x="1960" y="316"/>
                </a:cubicBezTo>
                <a:cubicBezTo>
                  <a:pt x="1960" y="319"/>
                  <a:pt x="1960" y="319"/>
                  <a:pt x="1960" y="319"/>
                </a:cubicBezTo>
                <a:cubicBezTo>
                  <a:pt x="1960" y="319"/>
                  <a:pt x="1960" y="319"/>
                  <a:pt x="1960" y="319"/>
                </a:cubicBezTo>
                <a:cubicBezTo>
                  <a:pt x="1960" y="322"/>
                  <a:pt x="1960" y="322"/>
                  <a:pt x="1960" y="322"/>
                </a:cubicBezTo>
                <a:cubicBezTo>
                  <a:pt x="1960" y="322"/>
                  <a:pt x="1960" y="322"/>
                  <a:pt x="1960" y="322"/>
                </a:cubicBezTo>
                <a:cubicBezTo>
                  <a:pt x="1958" y="324"/>
                  <a:pt x="1958" y="324"/>
                  <a:pt x="1958" y="324"/>
                </a:cubicBezTo>
                <a:cubicBezTo>
                  <a:pt x="1958" y="324"/>
                  <a:pt x="1958" y="324"/>
                  <a:pt x="1958" y="324"/>
                </a:cubicBezTo>
                <a:cubicBezTo>
                  <a:pt x="1957" y="326"/>
                  <a:pt x="1957" y="326"/>
                  <a:pt x="1957" y="326"/>
                </a:cubicBezTo>
                <a:cubicBezTo>
                  <a:pt x="1957" y="326"/>
                  <a:pt x="1957" y="326"/>
                  <a:pt x="1957" y="326"/>
                </a:cubicBezTo>
                <a:cubicBezTo>
                  <a:pt x="1955" y="329"/>
                  <a:pt x="1955" y="329"/>
                  <a:pt x="1955" y="329"/>
                </a:cubicBezTo>
                <a:cubicBezTo>
                  <a:pt x="1955" y="329"/>
                  <a:pt x="1955" y="329"/>
                  <a:pt x="1955" y="329"/>
                </a:cubicBezTo>
                <a:cubicBezTo>
                  <a:pt x="1954" y="331"/>
                  <a:pt x="1954" y="331"/>
                  <a:pt x="1954" y="331"/>
                </a:cubicBezTo>
                <a:cubicBezTo>
                  <a:pt x="1954" y="331"/>
                  <a:pt x="1954" y="331"/>
                  <a:pt x="1954" y="331"/>
                </a:cubicBezTo>
                <a:cubicBezTo>
                  <a:pt x="1948" y="335"/>
                  <a:pt x="1948" y="335"/>
                  <a:pt x="1948" y="335"/>
                </a:cubicBezTo>
                <a:cubicBezTo>
                  <a:pt x="1948" y="335"/>
                  <a:pt x="1948" y="335"/>
                  <a:pt x="1948" y="335"/>
                </a:cubicBezTo>
                <a:cubicBezTo>
                  <a:pt x="1944" y="338"/>
                  <a:pt x="1944" y="338"/>
                  <a:pt x="1944" y="338"/>
                </a:cubicBezTo>
                <a:cubicBezTo>
                  <a:pt x="1944" y="338"/>
                  <a:pt x="1944" y="338"/>
                  <a:pt x="1944" y="338"/>
                </a:cubicBezTo>
                <a:cubicBezTo>
                  <a:pt x="1940" y="341"/>
                  <a:pt x="1940" y="341"/>
                  <a:pt x="1940" y="341"/>
                </a:cubicBezTo>
                <a:cubicBezTo>
                  <a:pt x="1940" y="341"/>
                  <a:pt x="1940" y="341"/>
                  <a:pt x="1940" y="341"/>
                </a:cubicBezTo>
                <a:cubicBezTo>
                  <a:pt x="1937" y="345"/>
                  <a:pt x="1937" y="345"/>
                  <a:pt x="1937" y="345"/>
                </a:cubicBezTo>
                <a:cubicBezTo>
                  <a:pt x="1937" y="345"/>
                  <a:pt x="1937" y="345"/>
                  <a:pt x="1937" y="345"/>
                </a:cubicBezTo>
                <a:cubicBezTo>
                  <a:pt x="1933" y="350"/>
                  <a:pt x="1933" y="350"/>
                  <a:pt x="1933" y="350"/>
                </a:cubicBezTo>
                <a:cubicBezTo>
                  <a:pt x="1933" y="350"/>
                  <a:pt x="1933" y="350"/>
                  <a:pt x="1933" y="350"/>
                </a:cubicBezTo>
                <a:cubicBezTo>
                  <a:pt x="1930" y="353"/>
                  <a:pt x="1930" y="353"/>
                  <a:pt x="1930" y="353"/>
                </a:cubicBezTo>
                <a:cubicBezTo>
                  <a:pt x="1930" y="353"/>
                  <a:pt x="1930" y="353"/>
                  <a:pt x="1930" y="353"/>
                </a:cubicBezTo>
                <a:cubicBezTo>
                  <a:pt x="1925" y="356"/>
                  <a:pt x="1925" y="356"/>
                  <a:pt x="1925" y="356"/>
                </a:cubicBezTo>
                <a:cubicBezTo>
                  <a:pt x="1925" y="356"/>
                  <a:pt x="1925" y="356"/>
                  <a:pt x="1925" y="356"/>
                </a:cubicBezTo>
                <a:cubicBezTo>
                  <a:pt x="1919" y="356"/>
                  <a:pt x="1919" y="356"/>
                  <a:pt x="1919" y="356"/>
                </a:cubicBezTo>
                <a:cubicBezTo>
                  <a:pt x="1919" y="356"/>
                  <a:pt x="1919" y="356"/>
                  <a:pt x="1919" y="356"/>
                </a:cubicBezTo>
                <a:cubicBezTo>
                  <a:pt x="1917" y="353"/>
                  <a:pt x="1917" y="353"/>
                  <a:pt x="1917" y="353"/>
                </a:cubicBezTo>
                <a:cubicBezTo>
                  <a:pt x="1917" y="353"/>
                  <a:pt x="1917" y="353"/>
                  <a:pt x="1917" y="353"/>
                </a:cubicBezTo>
                <a:cubicBezTo>
                  <a:pt x="1918" y="348"/>
                  <a:pt x="1918" y="348"/>
                  <a:pt x="1918" y="348"/>
                </a:cubicBezTo>
                <a:cubicBezTo>
                  <a:pt x="1918" y="348"/>
                  <a:pt x="1918" y="348"/>
                  <a:pt x="1918" y="348"/>
                </a:cubicBezTo>
                <a:cubicBezTo>
                  <a:pt x="1921" y="344"/>
                  <a:pt x="1921" y="344"/>
                  <a:pt x="1921" y="344"/>
                </a:cubicBezTo>
                <a:cubicBezTo>
                  <a:pt x="1921" y="344"/>
                  <a:pt x="1921" y="344"/>
                  <a:pt x="1921" y="344"/>
                </a:cubicBezTo>
                <a:cubicBezTo>
                  <a:pt x="1925" y="340"/>
                  <a:pt x="1925" y="340"/>
                  <a:pt x="1925" y="340"/>
                </a:cubicBezTo>
                <a:cubicBezTo>
                  <a:pt x="1925" y="340"/>
                  <a:pt x="1925" y="340"/>
                  <a:pt x="1925" y="340"/>
                </a:cubicBezTo>
                <a:cubicBezTo>
                  <a:pt x="1927" y="338"/>
                  <a:pt x="1927" y="338"/>
                  <a:pt x="1927" y="338"/>
                </a:cubicBezTo>
                <a:cubicBezTo>
                  <a:pt x="1927" y="338"/>
                  <a:pt x="1927" y="338"/>
                  <a:pt x="1927" y="338"/>
                </a:cubicBezTo>
                <a:cubicBezTo>
                  <a:pt x="1930" y="334"/>
                  <a:pt x="1930" y="334"/>
                  <a:pt x="1930" y="334"/>
                </a:cubicBezTo>
                <a:cubicBezTo>
                  <a:pt x="1930" y="334"/>
                  <a:pt x="1930" y="334"/>
                  <a:pt x="1930" y="334"/>
                </a:cubicBezTo>
                <a:cubicBezTo>
                  <a:pt x="1932" y="330"/>
                  <a:pt x="1932" y="330"/>
                  <a:pt x="1932" y="330"/>
                </a:cubicBezTo>
                <a:cubicBezTo>
                  <a:pt x="1932" y="330"/>
                  <a:pt x="1932" y="330"/>
                  <a:pt x="1932" y="330"/>
                </a:cubicBezTo>
                <a:cubicBezTo>
                  <a:pt x="1933" y="324"/>
                  <a:pt x="1933" y="324"/>
                  <a:pt x="1933" y="324"/>
                </a:cubicBezTo>
                <a:cubicBezTo>
                  <a:pt x="1933" y="324"/>
                  <a:pt x="1933" y="324"/>
                  <a:pt x="1933" y="324"/>
                </a:cubicBezTo>
                <a:cubicBezTo>
                  <a:pt x="1931" y="324"/>
                  <a:pt x="1931" y="324"/>
                  <a:pt x="1931" y="324"/>
                </a:cubicBezTo>
                <a:cubicBezTo>
                  <a:pt x="1931" y="324"/>
                  <a:pt x="1931" y="324"/>
                  <a:pt x="1931" y="324"/>
                </a:cubicBezTo>
                <a:cubicBezTo>
                  <a:pt x="1929" y="324"/>
                  <a:pt x="1929" y="324"/>
                  <a:pt x="1929" y="324"/>
                </a:cubicBezTo>
                <a:cubicBezTo>
                  <a:pt x="1929" y="324"/>
                  <a:pt x="1929" y="324"/>
                  <a:pt x="1929" y="324"/>
                </a:cubicBezTo>
                <a:cubicBezTo>
                  <a:pt x="1927" y="324"/>
                  <a:pt x="1927" y="324"/>
                  <a:pt x="1927" y="324"/>
                </a:cubicBezTo>
                <a:cubicBezTo>
                  <a:pt x="1927" y="324"/>
                  <a:pt x="1927" y="324"/>
                  <a:pt x="1927" y="324"/>
                </a:cubicBezTo>
                <a:cubicBezTo>
                  <a:pt x="1926" y="323"/>
                  <a:pt x="1926" y="323"/>
                  <a:pt x="1926" y="323"/>
                </a:cubicBezTo>
                <a:cubicBezTo>
                  <a:pt x="1926" y="323"/>
                  <a:pt x="1926" y="323"/>
                  <a:pt x="1926" y="323"/>
                </a:cubicBezTo>
                <a:cubicBezTo>
                  <a:pt x="1924" y="324"/>
                  <a:pt x="1924" y="324"/>
                  <a:pt x="1924" y="324"/>
                </a:cubicBezTo>
                <a:cubicBezTo>
                  <a:pt x="1924" y="324"/>
                  <a:pt x="1924" y="324"/>
                  <a:pt x="1924" y="324"/>
                </a:cubicBezTo>
                <a:cubicBezTo>
                  <a:pt x="1921" y="324"/>
                  <a:pt x="1921" y="324"/>
                  <a:pt x="1921" y="324"/>
                </a:cubicBezTo>
                <a:cubicBezTo>
                  <a:pt x="1921" y="324"/>
                  <a:pt x="1921" y="324"/>
                  <a:pt x="1921" y="324"/>
                </a:cubicBezTo>
                <a:cubicBezTo>
                  <a:pt x="1919" y="324"/>
                  <a:pt x="1919" y="324"/>
                  <a:pt x="1919" y="324"/>
                </a:cubicBezTo>
                <a:cubicBezTo>
                  <a:pt x="1919" y="324"/>
                  <a:pt x="1919" y="324"/>
                  <a:pt x="1919" y="324"/>
                </a:cubicBezTo>
                <a:cubicBezTo>
                  <a:pt x="1918" y="324"/>
                  <a:pt x="1918" y="324"/>
                  <a:pt x="1918" y="324"/>
                </a:cubicBezTo>
                <a:cubicBezTo>
                  <a:pt x="1918" y="324"/>
                  <a:pt x="1918" y="324"/>
                  <a:pt x="1918" y="324"/>
                </a:cubicBezTo>
                <a:cubicBezTo>
                  <a:pt x="1900" y="344"/>
                  <a:pt x="1900" y="344"/>
                  <a:pt x="1900" y="344"/>
                </a:cubicBezTo>
                <a:cubicBezTo>
                  <a:pt x="1900" y="344"/>
                  <a:pt x="1900" y="344"/>
                  <a:pt x="1900" y="344"/>
                </a:cubicBezTo>
                <a:cubicBezTo>
                  <a:pt x="1901" y="361"/>
                  <a:pt x="1901" y="361"/>
                  <a:pt x="1901" y="361"/>
                </a:cubicBezTo>
                <a:cubicBezTo>
                  <a:pt x="1901" y="361"/>
                  <a:pt x="1901" y="361"/>
                  <a:pt x="1901" y="361"/>
                </a:cubicBezTo>
                <a:cubicBezTo>
                  <a:pt x="1905" y="377"/>
                  <a:pt x="1905" y="377"/>
                  <a:pt x="1905" y="377"/>
                </a:cubicBezTo>
                <a:cubicBezTo>
                  <a:pt x="1905" y="377"/>
                  <a:pt x="1905" y="377"/>
                  <a:pt x="1905" y="377"/>
                </a:cubicBezTo>
                <a:cubicBezTo>
                  <a:pt x="1905" y="394"/>
                  <a:pt x="1905" y="394"/>
                  <a:pt x="1905" y="394"/>
                </a:cubicBezTo>
                <a:cubicBezTo>
                  <a:pt x="1905" y="394"/>
                  <a:pt x="1905" y="394"/>
                  <a:pt x="1905" y="394"/>
                </a:cubicBezTo>
                <a:cubicBezTo>
                  <a:pt x="1906" y="410"/>
                  <a:pt x="1906" y="410"/>
                  <a:pt x="1906" y="410"/>
                </a:cubicBezTo>
                <a:cubicBezTo>
                  <a:pt x="1906" y="410"/>
                  <a:pt x="1906" y="410"/>
                  <a:pt x="1906" y="410"/>
                </a:cubicBezTo>
                <a:cubicBezTo>
                  <a:pt x="1904" y="426"/>
                  <a:pt x="1904" y="426"/>
                  <a:pt x="1904" y="426"/>
                </a:cubicBezTo>
                <a:cubicBezTo>
                  <a:pt x="1904" y="426"/>
                  <a:pt x="1904" y="426"/>
                  <a:pt x="1904" y="426"/>
                </a:cubicBezTo>
                <a:cubicBezTo>
                  <a:pt x="1902" y="442"/>
                  <a:pt x="1902" y="442"/>
                  <a:pt x="1902" y="442"/>
                </a:cubicBezTo>
                <a:cubicBezTo>
                  <a:pt x="1902" y="442"/>
                  <a:pt x="1902" y="442"/>
                  <a:pt x="1902" y="442"/>
                </a:cubicBezTo>
                <a:cubicBezTo>
                  <a:pt x="1900" y="459"/>
                  <a:pt x="1900" y="459"/>
                  <a:pt x="1900" y="459"/>
                </a:cubicBezTo>
                <a:cubicBezTo>
                  <a:pt x="1900" y="459"/>
                  <a:pt x="1900" y="459"/>
                  <a:pt x="1900" y="459"/>
                </a:cubicBezTo>
                <a:cubicBezTo>
                  <a:pt x="1900" y="475"/>
                  <a:pt x="1900" y="475"/>
                  <a:pt x="1900" y="475"/>
                </a:cubicBezTo>
                <a:cubicBezTo>
                  <a:pt x="1900" y="475"/>
                  <a:pt x="1900" y="475"/>
                  <a:pt x="1900" y="475"/>
                </a:cubicBezTo>
                <a:cubicBezTo>
                  <a:pt x="1898" y="476"/>
                  <a:pt x="1898" y="476"/>
                  <a:pt x="1898" y="476"/>
                </a:cubicBezTo>
                <a:cubicBezTo>
                  <a:pt x="1898" y="476"/>
                  <a:pt x="1898" y="476"/>
                  <a:pt x="1898" y="476"/>
                </a:cubicBezTo>
                <a:cubicBezTo>
                  <a:pt x="1897" y="477"/>
                  <a:pt x="1897" y="477"/>
                  <a:pt x="1897" y="477"/>
                </a:cubicBezTo>
                <a:cubicBezTo>
                  <a:pt x="1897" y="477"/>
                  <a:pt x="1897" y="477"/>
                  <a:pt x="1897" y="477"/>
                </a:cubicBezTo>
                <a:cubicBezTo>
                  <a:pt x="1896" y="477"/>
                  <a:pt x="1896" y="477"/>
                  <a:pt x="1896" y="477"/>
                </a:cubicBezTo>
                <a:cubicBezTo>
                  <a:pt x="1896" y="477"/>
                  <a:pt x="1896" y="477"/>
                  <a:pt x="1896" y="477"/>
                </a:cubicBezTo>
                <a:cubicBezTo>
                  <a:pt x="1895" y="477"/>
                  <a:pt x="1895" y="477"/>
                  <a:pt x="1895" y="477"/>
                </a:cubicBezTo>
                <a:cubicBezTo>
                  <a:pt x="1895" y="477"/>
                  <a:pt x="1895" y="477"/>
                  <a:pt x="1895" y="477"/>
                </a:cubicBezTo>
                <a:cubicBezTo>
                  <a:pt x="1893" y="478"/>
                  <a:pt x="1893" y="478"/>
                  <a:pt x="1893" y="478"/>
                </a:cubicBezTo>
                <a:cubicBezTo>
                  <a:pt x="1893" y="478"/>
                  <a:pt x="1893" y="478"/>
                  <a:pt x="1893" y="478"/>
                </a:cubicBezTo>
                <a:cubicBezTo>
                  <a:pt x="1892" y="478"/>
                  <a:pt x="1892" y="478"/>
                  <a:pt x="1892" y="478"/>
                </a:cubicBezTo>
                <a:cubicBezTo>
                  <a:pt x="1892" y="478"/>
                  <a:pt x="1892" y="478"/>
                  <a:pt x="1892" y="478"/>
                </a:cubicBezTo>
                <a:cubicBezTo>
                  <a:pt x="1890" y="478"/>
                  <a:pt x="1890" y="478"/>
                  <a:pt x="1890" y="478"/>
                </a:cubicBezTo>
                <a:cubicBezTo>
                  <a:pt x="1890" y="478"/>
                  <a:pt x="1890" y="478"/>
                  <a:pt x="1890" y="478"/>
                </a:cubicBezTo>
                <a:cubicBezTo>
                  <a:pt x="1889" y="478"/>
                  <a:pt x="1889" y="478"/>
                  <a:pt x="1889" y="478"/>
                </a:cubicBezTo>
                <a:lnTo>
                  <a:pt x="1888" y="478"/>
                </a:lnTo>
                <a:close/>
                <a:moveTo>
                  <a:pt x="19" y="460"/>
                </a:moveTo>
                <a:cubicBezTo>
                  <a:pt x="16" y="460"/>
                  <a:pt x="16" y="460"/>
                  <a:pt x="16" y="460"/>
                </a:cubicBezTo>
                <a:cubicBezTo>
                  <a:pt x="16" y="460"/>
                  <a:pt x="16" y="460"/>
                  <a:pt x="16" y="460"/>
                </a:cubicBezTo>
                <a:cubicBezTo>
                  <a:pt x="15" y="459"/>
                  <a:pt x="15" y="459"/>
                  <a:pt x="15" y="459"/>
                </a:cubicBezTo>
                <a:cubicBezTo>
                  <a:pt x="15" y="459"/>
                  <a:pt x="15" y="459"/>
                  <a:pt x="15" y="459"/>
                </a:cubicBezTo>
                <a:cubicBezTo>
                  <a:pt x="13" y="459"/>
                  <a:pt x="13" y="459"/>
                  <a:pt x="13" y="459"/>
                </a:cubicBezTo>
                <a:cubicBezTo>
                  <a:pt x="13" y="459"/>
                  <a:pt x="13" y="459"/>
                  <a:pt x="13" y="459"/>
                </a:cubicBezTo>
                <a:cubicBezTo>
                  <a:pt x="12" y="458"/>
                  <a:pt x="12" y="458"/>
                  <a:pt x="12" y="458"/>
                </a:cubicBezTo>
                <a:cubicBezTo>
                  <a:pt x="12" y="458"/>
                  <a:pt x="12" y="458"/>
                  <a:pt x="12" y="458"/>
                </a:cubicBezTo>
                <a:cubicBezTo>
                  <a:pt x="10" y="458"/>
                  <a:pt x="10" y="458"/>
                  <a:pt x="10" y="458"/>
                </a:cubicBezTo>
                <a:cubicBezTo>
                  <a:pt x="10" y="458"/>
                  <a:pt x="10" y="458"/>
                  <a:pt x="10" y="458"/>
                </a:cubicBezTo>
                <a:cubicBezTo>
                  <a:pt x="9" y="458"/>
                  <a:pt x="9" y="458"/>
                  <a:pt x="9" y="458"/>
                </a:cubicBezTo>
                <a:cubicBezTo>
                  <a:pt x="9" y="458"/>
                  <a:pt x="9" y="458"/>
                  <a:pt x="9" y="458"/>
                </a:cubicBezTo>
                <a:cubicBezTo>
                  <a:pt x="8" y="457"/>
                  <a:pt x="8" y="457"/>
                  <a:pt x="8" y="457"/>
                </a:cubicBezTo>
                <a:cubicBezTo>
                  <a:pt x="8" y="457"/>
                  <a:pt x="8" y="457"/>
                  <a:pt x="8" y="457"/>
                </a:cubicBezTo>
                <a:cubicBezTo>
                  <a:pt x="7" y="455"/>
                  <a:pt x="7" y="455"/>
                  <a:pt x="7" y="455"/>
                </a:cubicBezTo>
                <a:cubicBezTo>
                  <a:pt x="7" y="455"/>
                  <a:pt x="7" y="455"/>
                  <a:pt x="7" y="455"/>
                </a:cubicBezTo>
                <a:cubicBezTo>
                  <a:pt x="5" y="453"/>
                  <a:pt x="5" y="453"/>
                  <a:pt x="5" y="453"/>
                </a:cubicBezTo>
                <a:cubicBezTo>
                  <a:pt x="5" y="453"/>
                  <a:pt x="5" y="453"/>
                  <a:pt x="5" y="453"/>
                </a:cubicBezTo>
                <a:cubicBezTo>
                  <a:pt x="4" y="452"/>
                  <a:pt x="4" y="452"/>
                  <a:pt x="4" y="452"/>
                </a:cubicBezTo>
                <a:cubicBezTo>
                  <a:pt x="4" y="452"/>
                  <a:pt x="4" y="452"/>
                  <a:pt x="4" y="452"/>
                </a:cubicBezTo>
                <a:cubicBezTo>
                  <a:pt x="2" y="449"/>
                  <a:pt x="2" y="449"/>
                  <a:pt x="2" y="449"/>
                </a:cubicBezTo>
                <a:cubicBezTo>
                  <a:pt x="2" y="449"/>
                  <a:pt x="2" y="449"/>
                  <a:pt x="2" y="449"/>
                </a:cubicBezTo>
                <a:cubicBezTo>
                  <a:pt x="2" y="446"/>
                  <a:pt x="2" y="446"/>
                  <a:pt x="2" y="446"/>
                </a:cubicBezTo>
                <a:cubicBezTo>
                  <a:pt x="2" y="446"/>
                  <a:pt x="2" y="446"/>
                  <a:pt x="2" y="446"/>
                </a:cubicBezTo>
                <a:cubicBezTo>
                  <a:pt x="0" y="443"/>
                  <a:pt x="0" y="443"/>
                  <a:pt x="0" y="443"/>
                </a:cubicBezTo>
                <a:cubicBezTo>
                  <a:pt x="0" y="443"/>
                  <a:pt x="0" y="443"/>
                  <a:pt x="0" y="443"/>
                </a:cubicBezTo>
                <a:cubicBezTo>
                  <a:pt x="0" y="439"/>
                  <a:pt x="0" y="439"/>
                  <a:pt x="0" y="439"/>
                </a:cubicBezTo>
                <a:cubicBezTo>
                  <a:pt x="0" y="439"/>
                  <a:pt x="0" y="439"/>
                  <a:pt x="0" y="439"/>
                </a:cubicBezTo>
                <a:cubicBezTo>
                  <a:pt x="0" y="437"/>
                  <a:pt x="0" y="437"/>
                  <a:pt x="0" y="437"/>
                </a:cubicBezTo>
                <a:cubicBezTo>
                  <a:pt x="0" y="437"/>
                  <a:pt x="0" y="437"/>
                  <a:pt x="0" y="437"/>
                </a:cubicBezTo>
                <a:cubicBezTo>
                  <a:pt x="2" y="433"/>
                  <a:pt x="2" y="433"/>
                  <a:pt x="2" y="433"/>
                </a:cubicBezTo>
                <a:cubicBezTo>
                  <a:pt x="2" y="433"/>
                  <a:pt x="2" y="433"/>
                  <a:pt x="2" y="433"/>
                </a:cubicBezTo>
                <a:cubicBezTo>
                  <a:pt x="13" y="416"/>
                  <a:pt x="13" y="416"/>
                  <a:pt x="13" y="416"/>
                </a:cubicBezTo>
                <a:cubicBezTo>
                  <a:pt x="13" y="416"/>
                  <a:pt x="13" y="416"/>
                  <a:pt x="13" y="416"/>
                </a:cubicBezTo>
                <a:cubicBezTo>
                  <a:pt x="26" y="399"/>
                  <a:pt x="26" y="399"/>
                  <a:pt x="26" y="399"/>
                </a:cubicBezTo>
                <a:cubicBezTo>
                  <a:pt x="26" y="399"/>
                  <a:pt x="26" y="399"/>
                  <a:pt x="26" y="399"/>
                </a:cubicBezTo>
                <a:cubicBezTo>
                  <a:pt x="37" y="381"/>
                  <a:pt x="37" y="381"/>
                  <a:pt x="37" y="381"/>
                </a:cubicBezTo>
                <a:cubicBezTo>
                  <a:pt x="37" y="381"/>
                  <a:pt x="37" y="381"/>
                  <a:pt x="37" y="381"/>
                </a:cubicBezTo>
                <a:cubicBezTo>
                  <a:pt x="49" y="363"/>
                  <a:pt x="49" y="363"/>
                  <a:pt x="49" y="363"/>
                </a:cubicBezTo>
                <a:cubicBezTo>
                  <a:pt x="49" y="363"/>
                  <a:pt x="49" y="363"/>
                  <a:pt x="49" y="363"/>
                </a:cubicBezTo>
                <a:cubicBezTo>
                  <a:pt x="60" y="345"/>
                  <a:pt x="60" y="345"/>
                  <a:pt x="60" y="345"/>
                </a:cubicBezTo>
                <a:cubicBezTo>
                  <a:pt x="60" y="345"/>
                  <a:pt x="60" y="345"/>
                  <a:pt x="60" y="345"/>
                </a:cubicBezTo>
                <a:cubicBezTo>
                  <a:pt x="71" y="326"/>
                  <a:pt x="71" y="326"/>
                  <a:pt x="71" y="326"/>
                </a:cubicBezTo>
                <a:cubicBezTo>
                  <a:pt x="71" y="326"/>
                  <a:pt x="71" y="326"/>
                  <a:pt x="71" y="326"/>
                </a:cubicBezTo>
                <a:cubicBezTo>
                  <a:pt x="83" y="308"/>
                  <a:pt x="83" y="308"/>
                  <a:pt x="83" y="308"/>
                </a:cubicBezTo>
                <a:cubicBezTo>
                  <a:pt x="83" y="308"/>
                  <a:pt x="83" y="308"/>
                  <a:pt x="83" y="308"/>
                </a:cubicBezTo>
                <a:cubicBezTo>
                  <a:pt x="94" y="288"/>
                  <a:pt x="94" y="288"/>
                  <a:pt x="94" y="288"/>
                </a:cubicBezTo>
                <a:cubicBezTo>
                  <a:pt x="94" y="288"/>
                  <a:pt x="94" y="288"/>
                  <a:pt x="94" y="288"/>
                </a:cubicBezTo>
                <a:cubicBezTo>
                  <a:pt x="95" y="288"/>
                  <a:pt x="95" y="288"/>
                  <a:pt x="96" y="288"/>
                </a:cubicBezTo>
                <a:cubicBezTo>
                  <a:pt x="96" y="288"/>
                  <a:pt x="96" y="288"/>
                  <a:pt x="96" y="288"/>
                </a:cubicBezTo>
                <a:cubicBezTo>
                  <a:pt x="97" y="288"/>
                  <a:pt x="98" y="287"/>
                  <a:pt x="98" y="287"/>
                </a:cubicBezTo>
                <a:cubicBezTo>
                  <a:pt x="98" y="287"/>
                  <a:pt x="98" y="287"/>
                  <a:pt x="98" y="287"/>
                </a:cubicBezTo>
                <a:cubicBezTo>
                  <a:pt x="99" y="287"/>
                  <a:pt x="99" y="286"/>
                  <a:pt x="99" y="285"/>
                </a:cubicBezTo>
                <a:cubicBezTo>
                  <a:pt x="99" y="285"/>
                  <a:pt x="99" y="285"/>
                  <a:pt x="99" y="285"/>
                </a:cubicBezTo>
                <a:cubicBezTo>
                  <a:pt x="101" y="283"/>
                  <a:pt x="103" y="282"/>
                  <a:pt x="105" y="280"/>
                </a:cubicBezTo>
                <a:cubicBezTo>
                  <a:pt x="105" y="280"/>
                  <a:pt x="105" y="280"/>
                  <a:pt x="105" y="280"/>
                </a:cubicBezTo>
                <a:cubicBezTo>
                  <a:pt x="105" y="279"/>
                  <a:pt x="105" y="279"/>
                  <a:pt x="106" y="278"/>
                </a:cubicBezTo>
                <a:cubicBezTo>
                  <a:pt x="106" y="278"/>
                  <a:pt x="106" y="278"/>
                  <a:pt x="106" y="278"/>
                </a:cubicBezTo>
                <a:cubicBezTo>
                  <a:pt x="107" y="277"/>
                  <a:pt x="108" y="276"/>
                  <a:pt x="109" y="275"/>
                </a:cubicBezTo>
                <a:cubicBezTo>
                  <a:pt x="109" y="275"/>
                  <a:pt x="109" y="275"/>
                  <a:pt x="109" y="275"/>
                </a:cubicBezTo>
                <a:cubicBezTo>
                  <a:pt x="113" y="268"/>
                  <a:pt x="117" y="261"/>
                  <a:pt x="121" y="254"/>
                </a:cubicBezTo>
                <a:cubicBezTo>
                  <a:pt x="121" y="254"/>
                  <a:pt x="121" y="254"/>
                  <a:pt x="121" y="254"/>
                </a:cubicBezTo>
                <a:cubicBezTo>
                  <a:pt x="120" y="254"/>
                  <a:pt x="120" y="254"/>
                  <a:pt x="119" y="254"/>
                </a:cubicBezTo>
                <a:cubicBezTo>
                  <a:pt x="119" y="254"/>
                  <a:pt x="119" y="254"/>
                  <a:pt x="119" y="254"/>
                </a:cubicBezTo>
                <a:cubicBezTo>
                  <a:pt x="118" y="253"/>
                  <a:pt x="118" y="253"/>
                  <a:pt x="118" y="253"/>
                </a:cubicBezTo>
                <a:cubicBezTo>
                  <a:pt x="118" y="253"/>
                  <a:pt x="118" y="253"/>
                  <a:pt x="118" y="253"/>
                </a:cubicBezTo>
                <a:cubicBezTo>
                  <a:pt x="117" y="252"/>
                  <a:pt x="117" y="252"/>
                  <a:pt x="117" y="252"/>
                </a:cubicBezTo>
                <a:cubicBezTo>
                  <a:pt x="117" y="252"/>
                  <a:pt x="117" y="252"/>
                  <a:pt x="117" y="252"/>
                </a:cubicBezTo>
                <a:cubicBezTo>
                  <a:pt x="117" y="251"/>
                  <a:pt x="117" y="251"/>
                  <a:pt x="117" y="251"/>
                </a:cubicBezTo>
                <a:cubicBezTo>
                  <a:pt x="117" y="251"/>
                  <a:pt x="117" y="251"/>
                  <a:pt x="117" y="251"/>
                </a:cubicBezTo>
                <a:cubicBezTo>
                  <a:pt x="116" y="250"/>
                  <a:pt x="116" y="250"/>
                  <a:pt x="116" y="250"/>
                </a:cubicBezTo>
                <a:cubicBezTo>
                  <a:pt x="116" y="250"/>
                  <a:pt x="116" y="250"/>
                  <a:pt x="116" y="250"/>
                </a:cubicBezTo>
                <a:cubicBezTo>
                  <a:pt x="116" y="249"/>
                  <a:pt x="116" y="249"/>
                  <a:pt x="116" y="249"/>
                </a:cubicBezTo>
                <a:cubicBezTo>
                  <a:pt x="116" y="249"/>
                  <a:pt x="116" y="249"/>
                  <a:pt x="116" y="249"/>
                </a:cubicBezTo>
                <a:cubicBezTo>
                  <a:pt x="115" y="248"/>
                  <a:pt x="115" y="248"/>
                  <a:pt x="115" y="248"/>
                </a:cubicBezTo>
                <a:cubicBezTo>
                  <a:pt x="115" y="248"/>
                  <a:pt x="115" y="248"/>
                  <a:pt x="115" y="248"/>
                </a:cubicBezTo>
                <a:cubicBezTo>
                  <a:pt x="115" y="245"/>
                  <a:pt x="115" y="245"/>
                  <a:pt x="115" y="245"/>
                </a:cubicBezTo>
                <a:cubicBezTo>
                  <a:pt x="115" y="245"/>
                  <a:pt x="115" y="245"/>
                  <a:pt x="115" y="245"/>
                </a:cubicBezTo>
                <a:cubicBezTo>
                  <a:pt x="123" y="240"/>
                  <a:pt x="123" y="240"/>
                  <a:pt x="123" y="240"/>
                </a:cubicBezTo>
                <a:cubicBezTo>
                  <a:pt x="123" y="240"/>
                  <a:pt x="123" y="240"/>
                  <a:pt x="123" y="240"/>
                </a:cubicBezTo>
                <a:cubicBezTo>
                  <a:pt x="132" y="232"/>
                  <a:pt x="132" y="232"/>
                  <a:pt x="132" y="232"/>
                </a:cubicBezTo>
                <a:cubicBezTo>
                  <a:pt x="132" y="232"/>
                  <a:pt x="132" y="232"/>
                  <a:pt x="132" y="232"/>
                </a:cubicBezTo>
                <a:cubicBezTo>
                  <a:pt x="139" y="224"/>
                  <a:pt x="139" y="224"/>
                  <a:pt x="139" y="224"/>
                </a:cubicBezTo>
                <a:cubicBezTo>
                  <a:pt x="139" y="224"/>
                  <a:pt x="139" y="224"/>
                  <a:pt x="139" y="224"/>
                </a:cubicBezTo>
                <a:cubicBezTo>
                  <a:pt x="148" y="214"/>
                  <a:pt x="148" y="214"/>
                  <a:pt x="148" y="214"/>
                </a:cubicBezTo>
                <a:cubicBezTo>
                  <a:pt x="148" y="214"/>
                  <a:pt x="148" y="214"/>
                  <a:pt x="148" y="214"/>
                </a:cubicBezTo>
                <a:cubicBezTo>
                  <a:pt x="154" y="206"/>
                  <a:pt x="154" y="206"/>
                  <a:pt x="154" y="206"/>
                </a:cubicBezTo>
                <a:cubicBezTo>
                  <a:pt x="154" y="206"/>
                  <a:pt x="154" y="206"/>
                  <a:pt x="154" y="206"/>
                </a:cubicBezTo>
                <a:cubicBezTo>
                  <a:pt x="160" y="196"/>
                  <a:pt x="160" y="196"/>
                  <a:pt x="160" y="196"/>
                </a:cubicBezTo>
                <a:cubicBezTo>
                  <a:pt x="160" y="196"/>
                  <a:pt x="160" y="196"/>
                  <a:pt x="160" y="196"/>
                </a:cubicBezTo>
                <a:cubicBezTo>
                  <a:pt x="167" y="186"/>
                  <a:pt x="167" y="186"/>
                  <a:pt x="167" y="186"/>
                </a:cubicBezTo>
                <a:cubicBezTo>
                  <a:pt x="167" y="186"/>
                  <a:pt x="167" y="186"/>
                  <a:pt x="167" y="186"/>
                </a:cubicBezTo>
                <a:cubicBezTo>
                  <a:pt x="174" y="176"/>
                  <a:pt x="174" y="176"/>
                  <a:pt x="174" y="176"/>
                </a:cubicBezTo>
                <a:cubicBezTo>
                  <a:pt x="174" y="176"/>
                  <a:pt x="174" y="176"/>
                  <a:pt x="174" y="176"/>
                </a:cubicBezTo>
                <a:cubicBezTo>
                  <a:pt x="236" y="100"/>
                  <a:pt x="236" y="100"/>
                  <a:pt x="236" y="100"/>
                </a:cubicBezTo>
                <a:cubicBezTo>
                  <a:pt x="236" y="100"/>
                  <a:pt x="236" y="100"/>
                  <a:pt x="236" y="100"/>
                </a:cubicBezTo>
                <a:cubicBezTo>
                  <a:pt x="236" y="100"/>
                  <a:pt x="236" y="100"/>
                  <a:pt x="236" y="100"/>
                </a:cubicBezTo>
                <a:cubicBezTo>
                  <a:pt x="236" y="100"/>
                  <a:pt x="236" y="100"/>
                  <a:pt x="236" y="100"/>
                </a:cubicBezTo>
                <a:cubicBezTo>
                  <a:pt x="236" y="99"/>
                  <a:pt x="236" y="99"/>
                  <a:pt x="236" y="99"/>
                </a:cubicBezTo>
                <a:cubicBezTo>
                  <a:pt x="236" y="99"/>
                  <a:pt x="236" y="99"/>
                  <a:pt x="236" y="99"/>
                </a:cubicBezTo>
                <a:cubicBezTo>
                  <a:pt x="236" y="99"/>
                  <a:pt x="236" y="99"/>
                  <a:pt x="236" y="99"/>
                </a:cubicBezTo>
                <a:cubicBezTo>
                  <a:pt x="236" y="99"/>
                  <a:pt x="236" y="99"/>
                  <a:pt x="236" y="99"/>
                </a:cubicBezTo>
                <a:cubicBezTo>
                  <a:pt x="236" y="98"/>
                  <a:pt x="236" y="98"/>
                  <a:pt x="236" y="98"/>
                </a:cubicBezTo>
                <a:cubicBezTo>
                  <a:pt x="236" y="98"/>
                  <a:pt x="236" y="98"/>
                  <a:pt x="236" y="98"/>
                </a:cubicBezTo>
                <a:cubicBezTo>
                  <a:pt x="236" y="97"/>
                  <a:pt x="236" y="97"/>
                  <a:pt x="236" y="97"/>
                </a:cubicBezTo>
                <a:cubicBezTo>
                  <a:pt x="236" y="97"/>
                  <a:pt x="236" y="97"/>
                  <a:pt x="236" y="97"/>
                </a:cubicBezTo>
                <a:cubicBezTo>
                  <a:pt x="236" y="96"/>
                  <a:pt x="236" y="96"/>
                  <a:pt x="236" y="96"/>
                </a:cubicBezTo>
                <a:cubicBezTo>
                  <a:pt x="236" y="96"/>
                  <a:pt x="236" y="96"/>
                  <a:pt x="236" y="96"/>
                </a:cubicBezTo>
                <a:cubicBezTo>
                  <a:pt x="236" y="95"/>
                  <a:pt x="236" y="95"/>
                  <a:pt x="236" y="95"/>
                </a:cubicBezTo>
                <a:cubicBezTo>
                  <a:pt x="236" y="95"/>
                  <a:pt x="236" y="95"/>
                  <a:pt x="236" y="95"/>
                </a:cubicBezTo>
                <a:cubicBezTo>
                  <a:pt x="236" y="93"/>
                  <a:pt x="236" y="93"/>
                  <a:pt x="236" y="93"/>
                </a:cubicBezTo>
                <a:cubicBezTo>
                  <a:pt x="236" y="93"/>
                  <a:pt x="236" y="93"/>
                  <a:pt x="236" y="93"/>
                </a:cubicBezTo>
                <a:cubicBezTo>
                  <a:pt x="227" y="97"/>
                  <a:pt x="227" y="97"/>
                  <a:pt x="227" y="97"/>
                </a:cubicBezTo>
                <a:cubicBezTo>
                  <a:pt x="227" y="97"/>
                  <a:pt x="227" y="97"/>
                  <a:pt x="227" y="97"/>
                </a:cubicBezTo>
                <a:cubicBezTo>
                  <a:pt x="217" y="100"/>
                  <a:pt x="217" y="100"/>
                  <a:pt x="217" y="100"/>
                </a:cubicBezTo>
                <a:cubicBezTo>
                  <a:pt x="217" y="100"/>
                  <a:pt x="217" y="100"/>
                  <a:pt x="217" y="100"/>
                </a:cubicBezTo>
                <a:cubicBezTo>
                  <a:pt x="209" y="105"/>
                  <a:pt x="209" y="105"/>
                  <a:pt x="209" y="105"/>
                </a:cubicBezTo>
                <a:cubicBezTo>
                  <a:pt x="209" y="105"/>
                  <a:pt x="209" y="105"/>
                  <a:pt x="209" y="105"/>
                </a:cubicBezTo>
                <a:cubicBezTo>
                  <a:pt x="200" y="110"/>
                  <a:pt x="200" y="110"/>
                  <a:pt x="200" y="110"/>
                </a:cubicBezTo>
                <a:cubicBezTo>
                  <a:pt x="200" y="110"/>
                  <a:pt x="200" y="110"/>
                  <a:pt x="200" y="110"/>
                </a:cubicBezTo>
                <a:cubicBezTo>
                  <a:pt x="191" y="115"/>
                  <a:pt x="191" y="115"/>
                  <a:pt x="191" y="115"/>
                </a:cubicBezTo>
                <a:cubicBezTo>
                  <a:pt x="191" y="115"/>
                  <a:pt x="191" y="115"/>
                  <a:pt x="191" y="115"/>
                </a:cubicBezTo>
                <a:cubicBezTo>
                  <a:pt x="182" y="121"/>
                  <a:pt x="182" y="121"/>
                  <a:pt x="182" y="121"/>
                </a:cubicBezTo>
                <a:cubicBezTo>
                  <a:pt x="182" y="121"/>
                  <a:pt x="182" y="121"/>
                  <a:pt x="182" y="121"/>
                </a:cubicBezTo>
                <a:cubicBezTo>
                  <a:pt x="173" y="127"/>
                  <a:pt x="173" y="127"/>
                  <a:pt x="173" y="127"/>
                </a:cubicBezTo>
                <a:cubicBezTo>
                  <a:pt x="173" y="127"/>
                  <a:pt x="173" y="127"/>
                  <a:pt x="173" y="127"/>
                </a:cubicBezTo>
                <a:cubicBezTo>
                  <a:pt x="165" y="131"/>
                  <a:pt x="165" y="131"/>
                  <a:pt x="165" y="131"/>
                </a:cubicBezTo>
                <a:cubicBezTo>
                  <a:pt x="165" y="131"/>
                  <a:pt x="165" y="131"/>
                  <a:pt x="165" y="131"/>
                </a:cubicBezTo>
                <a:cubicBezTo>
                  <a:pt x="163" y="132"/>
                  <a:pt x="163" y="132"/>
                  <a:pt x="163" y="132"/>
                </a:cubicBezTo>
                <a:cubicBezTo>
                  <a:pt x="163" y="132"/>
                  <a:pt x="163" y="132"/>
                  <a:pt x="163" y="132"/>
                </a:cubicBezTo>
                <a:cubicBezTo>
                  <a:pt x="161" y="133"/>
                  <a:pt x="161" y="133"/>
                  <a:pt x="161" y="133"/>
                </a:cubicBezTo>
                <a:cubicBezTo>
                  <a:pt x="161" y="133"/>
                  <a:pt x="161" y="133"/>
                  <a:pt x="161" y="133"/>
                </a:cubicBezTo>
                <a:cubicBezTo>
                  <a:pt x="159" y="133"/>
                  <a:pt x="159" y="133"/>
                  <a:pt x="159" y="133"/>
                </a:cubicBezTo>
                <a:cubicBezTo>
                  <a:pt x="159" y="133"/>
                  <a:pt x="159" y="133"/>
                  <a:pt x="159" y="133"/>
                </a:cubicBezTo>
                <a:cubicBezTo>
                  <a:pt x="158" y="133"/>
                  <a:pt x="158" y="133"/>
                  <a:pt x="158" y="133"/>
                </a:cubicBezTo>
                <a:cubicBezTo>
                  <a:pt x="158" y="133"/>
                  <a:pt x="158" y="133"/>
                  <a:pt x="158" y="133"/>
                </a:cubicBezTo>
                <a:cubicBezTo>
                  <a:pt x="156" y="133"/>
                  <a:pt x="156" y="133"/>
                  <a:pt x="156" y="133"/>
                </a:cubicBezTo>
                <a:cubicBezTo>
                  <a:pt x="156" y="133"/>
                  <a:pt x="156" y="133"/>
                  <a:pt x="156" y="133"/>
                </a:cubicBezTo>
                <a:cubicBezTo>
                  <a:pt x="155" y="133"/>
                  <a:pt x="155" y="133"/>
                  <a:pt x="155" y="133"/>
                </a:cubicBezTo>
                <a:cubicBezTo>
                  <a:pt x="155" y="133"/>
                  <a:pt x="155" y="133"/>
                  <a:pt x="155" y="133"/>
                </a:cubicBezTo>
                <a:cubicBezTo>
                  <a:pt x="153" y="133"/>
                  <a:pt x="153" y="133"/>
                  <a:pt x="153" y="133"/>
                </a:cubicBezTo>
                <a:cubicBezTo>
                  <a:pt x="153" y="133"/>
                  <a:pt x="153" y="133"/>
                  <a:pt x="153" y="133"/>
                </a:cubicBezTo>
                <a:cubicBezTo>
                  <a:pt x="152" y="132"/>
                  <a:pt x="152" y="132"/>
                  <a:pt x="152" y="132"/>
                </a:cubicBezTo>
                <a:cubicBezTo>
                  <a:pt x="152" y="132"/>
                  <a:pt x="152" y="132"/>
                  <a:pt x="152" y="132"/>
                </a:cubicBezTo>
                <a:cubicBezTo>
                  <a:pt x="150" y="131"/>
                  <a:pt x="150" y="131"/>
                  <a:pt x="150" y="131"/>
                </a:cubicBezTo>
                <a:cubicBezTo>
                  <a:pt x="150" y="131"/>
                  <a:pt x="150" y="131"/>
                  <a:pt x="150" y="131"/>
                </a:cubicBezTo>
                <a:cubicBezTo>
                  <a:pt x="148" y="129"/>
                  <a:pt x="148" y="129"/>
                  <a:pt x="148" y="129"/>
                </a:cubicBezTo>
                <a:cubicBezTo>
                  <a:pt x="148" y="129"/>
                  <a:pt x="148" y="129"/>
                  <a:pt x="148" y="129"/>
                </a:cubicBezTo>
                <a:cubicBezTo>
                  <a:pt x="145" y="129"/>
                  <a:pt x="145" y="129"/>
                  <a:pt x="145" y="129"/>
                </a:cubicBezTo>
                <a:cubicBezTo>
                  <a:pt x="145" y="129"/>
                  <a:pt x="145" y="129"/>
                  <a:pt x="145" y="129"/>
                </a:cubicBezTo>
                <a:cubicBezTo>
                  <a:pt x="142" y="128"/>
                  <a:pt x="142" y="128"/>
                  <a:pt x="142" y="128"/>
                </a:cubicBezTo>
                <a:cubicBezTo>
                  <a:pt x="142" y="128"/>
                  <a:pt x="142" y="128"/>
                  <a:pt x="142" y="128"/>
                </a:cubicBezTo>
                <a:cubicBezTo>
                  <a:pt x="139" y="128"/>
                  <a:pt x="139" y="128"/>
                  <a:pt x="139" y="128"/>
                </a:cubicBezTo>
                <a:cubicBezTo>
                  <a:pt x="139" y="128"/>
                  <a:pt x="139" y="128"/>
                  <a:pt x="139" y="128"/>
                </a:cubicBezTo>
                <a:cubicBezTo>
                  <a:pt x="137" y="128"/>
                  <a:pt x="137" y="128"/>
                  <a:pt x="137" y="128"/>
                </a:cubicBezTo>
                <a:cubicBezTo>
                  <a:pt x="137" y="128"/>
                  <a:pt x="137" y="128"/>
                  <a:pt x="137" y="128"/>
                </a:cubicBezTo>
                <a:cubicBezTo>
                  <a:pt x="134" y="126"/>
                  <a:pt x="134" y="126"/>
                  <a:pt x="134" y="126"/>
                </a:cubicBezTo>
                <a:cubicBezTo>
                  <a:pt x="134" y="126"/>
                  <a:pt x="134" y="126"/>
                  <a:pt x="134" y="126"/>
                </a:cubicBezTo>
                <a:cubicBezTo>
                  <a:pt x="134" y="123"/>
                  <a:pt x="134" y="123"/>
                  <a:pt x="134" y="123"/>
                </a:cubicBezTo>
                <a:cubicBezTo>
                  <a:pt x="134" y="123"/>
                  <a:pt x="134" y="123"/>
                  <a:pt x="134" y="123"/>
                </a:cubicBezTo>
                <a:cubicBezTo>
                  <a:pt x="132" y="123"/>
                  <a:pt x="132" y="123"/>
                  <a:pt x="132" y="123"/>
                </a:cubicBezTo>
                <a:cubicBezTo>
                  <a:pt x="132" y="123"/>
                  <a:pt x="132" y="123"/>
                  <a:pt x="132" y="123"/>
                </a:cubicBezTo>
                <a:cubicBezTo>
                  <a:pt x="130" y="123"/>
                  <a:pt x="130" y="123"/>
                  <a:pt x="130" y="123"/>
                </a:cubicBezTo>
                <a:cubicBezTo>
                  <a:pt x="130" y="123"/>
                  <a:pt x="130" y="123"/>
                  <a:pt x="130" y="123"/>
                </a:cubicBezTo>
                <a:cubicBezTo>
                  <a:pt x="128" y="123"/>
                  <a:pt x="128" y="123"/>
                  <a:pt x="128" y="123"/>
                </a:cubicBezTo>
                <a:cubicBezTo>
                  <a:pt x="128" y="123"/>
                  <a:pt x="128" y="123"/>
                  <a:pt x="128" y="123"/>
                </a:cubicBezTo>
                <a:cubicBezTo>
                  <a:pt x="127" y="122"/>
                  <a:pt x="127" y="122"/>
                  <a:pt x="127" y="122"/>
                </a:cubicBezTo>
                <a:cubicBezTo>
                  <a:pt x="127" y="122"/>
                  <a:pt x="127" y="122"/>
                  <a:pt x="127" y="122"/>
                </a:cubicBezTo>
                <a:cubicBezTo>
                  <a:pt x="125" y="122"/>
                  <a:pt x="125" y="122"/>
                  <a:pt x="125" y="122"/>
                </a:cubicBezTo>
                <a:cubicBezTo>
                  <a:pt x="125" y="122"/>
                  <a:pt x="125" y="122"/>
                  <a:pt x="125" y="122"/>
                </a:cubicBezTo>
                <a:cubicBezTo>
                  <a:pt x="122" y="122"/>
                  <a:pt x="122" y="122"/>
                  <a:pt x="122" y="122"/>
                </a:cubicBezTo>
                <a:cubicBezTo>
                  <a:pt x="122" y="122"/>
                  <a:pt x="122" y="122"/>
                  <a:pt x="122" y="122"/>
                </a:cubicBezTo>
                <a:cubicBezTo>
                  <a:pt x="121" y="121"/>
                  <a:pt x="121" y="121"/>
                  <a:pt x="121" y="121"/>
                </a:cubicBezTo>
                <a:cubicBezTo>
                  <a:pt x="121" y="121"/>
                  <a:pt x="121" y="121"/>
                  <a:pt x="121" y="121"/>
                </a:cubicBezTo>
                <a:cubicBezTo>
                  <a:pt x="119" y="119"/>
                  <a:pt x="119" y="119"/>
                  <a:pt x="119" y="119"/>
                </a:cubicBezTo>
                <a:cubicBezTo>
                  <a:pt x="119" y="119"/>
                  <a:pt x="119" y="119"/>
                  <a:pt x="119" y="119"/>
                </a:cubicBezTo>
                <a:cubicBezTo>
                  <a:pt x="119" y="112"/>
                  <a:pt x="119" y="112"/>
                  <a:pt x="119" y="112"/>
                </a:cubicBezTo>
                <a:cubicBezTo>
                  <a:pt x="119" y="112"/>
                  <a:pt x="119" y="112"/>
                  <a:pt x="119" y="112"/>
                </a:cubicBezTo>
                <a:cubicBezTo>
                  <a:pt x="164" y="99"/>
                  <a:pt x="164" y="99"/>
                  <a:pt x="164" y="99"/>
                </a:cubicBezTo>
                <a:cubicBezTo>
                  <a:pt x="164" y="99"/>
                  <a:pt x="164" y="99"/>
                  <a:pt x="164" y="99"/>
                </a:cubicBezTo>
                <a:cubicBezTo>
                  <a:pt x="175" y="99"/>
                  <a:pt x="175" y="99"/>
                  <a:pt x="175" y="99"/>
                </a:cubicBezTo>
                <a:cubicBezTo>
                  <a:pt x="175" y="99"/>
                  <a:pt x="175" y="99"/>
                  <a:pt x="175" y="99"/>
                </a:cubicBezTo>
                <a:cubicBezTo>
                  <a:pt x="187" y="96"/>
                  <a:pt x="187" y="96"/>
                  <a:pt x="187" y="96"/>
                </a:cubicBezTo>
                <a:cubicBezTo>
                  <a:pt x="187" y="96"/>
                  <a:pt x="187" y="96"/>
                  <a:pt x="187" y="96"/>
                </a:cubicBezTo>
                <a:cubicBezTo>
                  <a:pt x="198" y="93"/>
                  <a:pt x="198" y="93"/>
                  <a:pt x="198" y="93"/>
                </a:cubicBezTo>
                <a:cubicBezTo>
                  <a:pt x="198" y="93"/>
                  <a:pt x="198" y="93"/>
                  <a:pt x="198" y="93"/>
                </a:cubicBezTo>
                <a:cubicBezTo>
                  <a:pt x="211" y="88"/>
                  <a:pt x="211" y="88"/>
                  <a:pt x="211" y="88"/>
                </a:cubicBezTo>
                <a:cubicBezTo>
                  <a:pt x="211" y="88"/>
                  <a:pt x="211" y="88"/>
                  <a:pt x="211" y="88"/>
                </a:cubicBezTo>
                <a:cubicBezTo>
                  <a:pt x="221" y="85"/>
                  <a:pt x="221" y="85"/>
                  <a:pt x="221" y="85"/>
                </a:cubicBezTo>
                <a:cubicBezTo>
                  <a:pt x="221" y="85"/>
                  <a:pt x="221" y="85"/>
                  <a:pt x="221" y="85"/>
                </a:cubicBezTo>
                <a:cubicBezTo>
                  <a:pt x="233" y="80"/>
                  <a:pt x="233" y="80"/>
                  <a:pt x="233" y="80"/>
                </a:cubicBezTo>
                <a:cubicBezTo>
                  <a:pt x="233" y="80"/>
                  <a:pt x="233" y="80"/>
                  <a:pt x="233" y="80"/>
                </a:cubicBezTo>
                <a:cubicBezTo>
                  <a:pt x="244" y="75"/>
                  <a:pt x="244" y="75"/>
                  <a:pt x="244" y="75"/>
                </a:cubicBezTo>
                <a:cubicBezTo>
                  <a:pt x="244" y="75"/>
                  <a:pt x="244" y="75"/>
                  <a:pt x="244" y="75"/>
                </a:cubicBezTo>
                <a:cubicBezTo>
                  <a:pt x="257" y="70"/>
                  <a:pt x="257" y="70"/>
                  <a:pt x="257" y="70"/>
                </a:cubicBezTo>
                <a:cubicBezTo>
                  <a:pt x="257" y="70"/>
                  <a:pt x="257" y="70"/>
                  <a:pt x="257" y="70"/>
                </a:cubicBezTo>
                <a:cubicBezTo>
                  <a:pt x="257" y="70"/>
                  <a:pt x="257" y="70"/>
                  <a:pt x="257" y="70"/>
                </a:cubicBezTo>
                <a:cubicBezTo>
                  <a:pt x="257" y="70"/>
                  <a:pt x="257" y="70"/>
                  <a:pt x="257" y="70"/>
                </a:cubicBezTo>
                <a:cubicBezTo>
                  <a:pt x="258" y="70"/>
                  <a:pt x="258" y="70"/>
                  <a:pt x="258" y="70"/>
                </a:cubicBezTo>
                <a:cubicBezTo>
                  <a:pt x="258" y="70"/>
                  <a:pt x="258" y="70"/>
                  <a:pt x="258" y="70"/>
                </a:cubicBezTo>
                <a:cubicBezTo>
                  <a:pt x="259" y="70"/>
                  <a:pt x="259" y="70"/>
                  <a:pt x="259" y="70"/>
                </a:cubicBezTo>
                <a:cubicBezTo>
                  <a:pt x="259" y="70"/>
                  <a:pt x="259" y="70"/>
                  <a:pt x="259" y="70"/>
                </a:cubicBezTo>
                <a:cubicBezTo>
                  <a:pt x="261" y="69"/>
                  <a:pt x="261" y="69"/>
                  <a:pt x="261" y="69"/>
                </a:cubicBezTo>
                <a:cubicBezTo>
                  <a:pt x="261" y="69"/>
                  <a:pt x="261" y="69"/>
                  <a:pt x="261" y="69"/>
                </a:cubicBezTo>
                <a:cubicBezTo>
                  <a:pt x="261" y="69"/>
                  <a:pt x="261" y="69"/>
                  <a:pt x="261" y="69"/>
                </a:cubicBezTo>
                <a:cubicBezTo>
                  <a:pt x="261" y="69"/>
                  <a:pt x="261" y="69"/>
                  <a:pt x="261" y="69"/>
                </a:cubicBezTo>
                <a:cubicBezTo>
                  <a:pt x="263" y="69"/>
                  <a:pt x="263" y="69"/>
                  <a:pt x="263" y="69"/>
                </a:cubicBezTo>
                <a:cubicBezTo>
                  <a:pt x="263" y="69"/>
                  <a:pt x="263" y="69"/>
                  <a:pt x="263" y="69"/>
                </a:cubicBezTo>
                <a:cubicBezTo>
                  <a:pt x="265" y="69"/>
                  <a:pt x="265" y="69"/>
                  <a:pt x="265" y="69"/>
                </a:cubicBezTo>
                <a:cubicBezTo>
                  <a:pt x="265" y="69"/>
                  <a:pt x="265" y="69"/>
                  <a:pt x="265" y="69"/>
                </a:cubicBezTo>
                <a:cubicBezTo>
                  <a:pt x="267" y="68"/>
                  <a:pt x="267" y="68"/>
                  <a:pt x="267" y="68"/>
                </a:cubicBezTo>
                <a:cubicBezTo>
                  <a:pt x="267" y="68"/>
                  <a:pt x="267" y="68"/>
                  <a:pt x="267" y="68"/>
                </a:cubicBezTo>
                <a:cubicBezTo>
                  <a:pt x="267" y="70"/>
                  <a:pt x="267" y="70"/>
                  <a:pt x="267" y="70"/>
                </a:cubicBezTo>
                <a:cubicBezTo>
                  <a:pt x="267" y="70"/>
                  <a:pt x="267" y="70"/>
                  <a:pt x="267" y="70"/>
                </a:cubicBezTo>
                <a:cubicBezTo>
                  <a:pt x="267" y="71"/>
                  <a:pt x="267" y="71"/>
                  <a:pt x="267" y="71"/>
                </a:cubicBezTo>
                <a:cubicBezTo>
                  <a:pt x="267" y="71"/>
                  <a:pt x="267" y="71"/>
                  <a:pt x="267" y="71"/>
                </a:cubicBezTo>
                <a:cubicBezTo>
                  <a:pt x="267" y="72"/>
                  <a:pt x="267" y="72"/>
                  <a:pt x="267" y="72"/>
                </a:cubicBezTo>
                <a:cubicBezTo>
                  <a:pt x="267" y="72"/>
                  <a:pt x="267" y="72"/>
                  <a:pt x="267" y="72"/>
                </a:cubicBezTo>
                <a:cubicBezTo>
                  <a:pt x="268" y="72"/>
                  <a:pt x="268" y="72"/>
                  <a:pt x="268" y="72"/>
                </a:cubicBezTo>
                <a:cubicBezTo>
                  <a:pt x="268" y="72"/>
                  <a:pt x="268" y="72"/>
                  <a:pt x="268" y="72"/>
                </a:cubicBezTo>
                <a:cubicBezTo>
                  <a:pt x="268" y="73"/>
                  <a:pt x="268" y="73"/>
                  <a:pt x="268" y="73"/>
                </a:cubicBezTo>
                <a:cubicBezTo>
                  <a:pt x="268" y="73"/>
                  <a:pt x="268" y="73"/>
                  <a:pt x="268" y="73"/>
                </a:cubicBezTo>
                <a:cubicBezTo>
                  <a:pt x="270" y="73"/>
                  <a:pt x="270" y="73"/>
                  <a:pt x="270" y="73"/>
                </a:cubicBezTo>
                <a:cubicBezTo>
                  <a:pt x="270" y="73"/>
                  <a:pt x="270" y="73"/>
                  <a:pt x="270" y="73"/>
                </a:cubicBezTo>
                <a:cubicBezTo>
                  <a:pt x="271" y="74"/>
                  <a:pt x="271" y="74"/>
                  <a:pt x="271" y="74"/>
                </a:cubicBezTo>
                <a:cubicBezTo>
                  <a:pt x="271" y="74"/>
                  <a:pt x="271" y="74"/>
                  <a:pt x="271" y="74"/>
                </a:cubicBezTo>
                <a:cubicBezTo>
                  <a:pt x="273" y="74"/>
                  <a:pt x="273" y="74"/>
                  <a:pt x="273" y="74"/>
                </a:cubicBezTo>
                <a:cubicBezTo>
                  <a:pt x="273" y="74"/>
                  <a:pt x="273" y="74"/>
                  <a:pt x="273" y="74"/>
                </a:cubicBezTo>
                <a:cubicBezTo>
                  <a:pt x="273" y="76"/>
                  <a:pt x="273" y="76"/>
                  <a:pt x="273" y="76"/>
                </a:cubicBezTo>
                <a:cubicBezTo>
                  <a:pt x="273" y="76"/>
                  <a:pt x="273" y="76"/>
                  <a:pt x="273" y="76"/>
                </a:cubicBezTo>
                <a:cubicBezTo>
                  <a:pt x="273" y="77"/>
                  <a:pt x="273" y="77"/>
                  <a:pt x="273" y="77"/>
                </a:cubicBezTo>
                <a:cubicBezTo>
                  <a:pt x="273" y="77"/>
                  <a:pt x="273" y="77"/>
                  <a:pt x="273" y="77"/>
                </a:cubicBezTo>
                <a:cubicBezTo>
                  <a:pt x="273" y="78"/>
                  <a:pt x="273" y="78"/>
                  <a:pt x="273" y="78"/>
                </a:cubicBezTo>
                <a:cubicBezTo>
                  <a:pt x="273" y="78"/>
                  <a:pt x="273" y="78"/>
                  <a:pt x="273" y="78"/>
                </a:cubicBezTo>
                <a:cubicBezTo>
                  <a:pt x="273" y="79"/>
                  <a:pt x="273" y="79"/>
                  <a:pt x="273" y="79"/>
                </a:cubicBezTo>
                <a:cubicBezTo>
                  <a:pt x="273" y="79"/>
                  <a:pt x="273" y="79"/>
                  <a:pt x="273" y="79"/>
                </a:cubicBezTo>
                <a:cubicBezTo>
                  <a:pt x="273" y="81"/>
                  <a:pt x="273" y="81"/>
                  <a:pt x="273" y="81"/>
                </a:cubicBezTo>
                <a:cubicBezTo>
                  <a:pt x="273" y="81"/>
                  <a:pt x="273" y="81"/>
                  <a:pt x="273" y="81"/>
                </a:cubicBezTo>
                <a:cubicBezTo>
                  <a:pt x="273" y="82"/>
                  <a:pt x="273" y="82"/>
                  <a:pt x="273" y="82"/>
                </a:cubicBezTo>
                <a:cubicBezTo>
                  <a:pt x="273" y="82"/>
                  <a:pt x="273" y="82"/>
                  <a:pt x="273" y="82"/>
                </a:cubicBezTo>
                <a:cubicBezTo>
                  <a:pt x="273" y="83"/>
                  <a:pt x="273" y="83"/>
                  <a:pt x="273" y="83"/>
                </a:cubicBezTo>
                <a:cubicBezTo>
                  <a:pt x="273" y="83"/>
                  <a:pt x="273" y="83"/>
                  <a:pt x="273" y="83"/>
                </a:cubicBezTo>
                <a:cubicBezTo>
                  <a:pt x="274" y="84"/>
                  <a:pt x="274" y="84"/>
                  <a:pt x="274" y="84"/>
                </a:cubicBezTo>
                <a:cubicBezTo>
                  <a:pt x="274" y="84"/>
                  <a:pt x="274" y="84"/>
                  <a:pt x="274" y="84"/>
                </a:cubicBezTo>
                <a:cubicBezTo>
                  <a:pt x="274" y="85"/>
                  <a:pt x="274" y="85"/>
                  <a:pt x="274" y="85"/>
                </a:cubicBezTo>
                <a:cubicBezTo>
                  <a:pt x="274" y="85"/>
                  <a:pt x="274" y="85"/>
                  <a:pt x="274" y="85"/>
                </a:cubicBezTo>
                <a:cubicBezTo>
                  <a:pt x="274" y="86"/>
                  <a:pt x="274" y="86"/>
                  <a:pt x="274" y="86"/>
                </a:cubicBezTo>
                <a:cubicBezTo>
                  <a:pt x="274" y="86"/>
                  <a:pt x="274" y="86"/>
                  <a:pt x="274" y="86"/>
                </a:cubicBezTo>
                <a:cubicBezTo>
                  <a:pt x="274" y="86"/>
                  <a:pt x="274" y="86"/>
                  <a:pt x="274" y="86"/>
                </a:cubicBezTo>
                <a:cubicBezTo>
                  <a:pt x="274" y="86"/>
                  <a:pt x="274" y="86"/>
                  <a:pt x="274" y="86"/>
                </a:cubicBezTo>
                <a:cubicBezTo>
                  <a:pt x="275" y="86"/>
                  <a:pt x="275" y="86"/>
                  <a:pt x="275" y="86"/>
                </a:cubicBezTo>
                <a:cubicBezTo>
                  <a:pt x="275" y="86"/>
                  <a:pt x="275" y="86"/>
                  <a:pt x="275" y="86"/>
                </a:cubicBezTo>
                <a:cubicBezTo>
                  <a:pt x="275" y="88"/>
                  <a:pt x="275" y="88"/>
                  <a:pt x="275" y="88"/>
                </a:cubicBezTo>
                <a:cubicBezTo>
                  <a:pt x="275" y="88"/>
                  <a:pt x="275" y="88"/>
                  <a:pt x="275" y="88"/>
                </a:cubicBezTo>
                <a:cubicBezTo>
                  <a:pt x="276" y="88"/>
                  <a:pt x="276" y="88"/>
                  <a:pt x="276" y="88"/>
                </a:cubicBezTo>
                <a:cubicBezTo>
                  <a:pt x="276" y="88"/>
                  <a:pt x="276" y="88"/>
                  <a:pt x="276" y="88"/>
                </a:cubicBezTo>
                <a:cubicBezTo>
                  <a:pt x="277" y="90"/>
                  <a:pt x="277" y="90"/>
                  <a:pt x="277" y="90"/>
                </a:cubicBezTo>
                <a:cubicBezTo>
                  <a:pt x="277" y="90"/>
                  <a:pt x="277" y="90"/>
                  <a:pt x="277" y="90"/>
                </a:cubicBezTo>
                <a:cubicBezTo>
                  <a:pt x="278" y="90"/>
                  <a:pt x="278" y="90"/>
                  <a:pt x="278" y="90"/>
                </a:cubicBezTo>
                <a:cubicBezTo>
                  <a:pt x="278" y="90"/>
                  <a:pt x="278" y="90"/>
                  <a:pt x="278" y="90"/>
                </a:cubicBezTo>
                <a:cubicBezTo>
                  <a:pt x="277" y="94"/>
                  <a:pt x="277" y="94"/>
                  <a:pt x="277" y="94"/>
                </a:cubicBezTo>
                <a:cubicBezTo>
                  <a:pt x="277" y="94"/>
                  <a:pt x="277" y="94"/>
                  <a:pt x="277" y="94"/>
                </a:cubicBezTo>
                <a:cubicBezTo>
                  <a:pt x="275" y="95"/>
                  <a:pt x="275" y="95"/>
                  <a:pt x="275" y="95"/>
                </a:cubicBezTo>
                <a:cubicBezTo>
                  <a:pt x="275" y="95"/>
                  <a:pt x="275" y="95"/>
                  <a:pt x="275" y="95"/>
                </a:cubicBezTo>
                <a:cubicBezTo>
                  <a:pt x="274" y="96"/>
                  <a:pt x="274" y="96"/>
                  <a:pt x="274" y="96"/>
                </a:cubicBezTo>
                <a:cubicBezTo>
                  <a:pt x="274" y="96"/>
                  <a:pt x="274" y="96"/>
                  <a:pt x="274" y="96"/>
                </a:cubicBezTo>
                <a:cubicBezTo>
                  <a:pt x="273" y="97"/>
                  <a:pt x="273" y="97"/>
                  <a:pt x="273" y="97"/>
                </a:cubicBezTo>
                <a:cubicBezTo>
                  <a:pt x="273" y="97"/>
                  <a:pt x="273" y="97"/>
                  <a:pt x="273" y="97"/>
                </a:cubicBezTo>
                <a:cubicBezTo>
                  <a:pt x="272" y="98"/>
                  <a:pt x="272" y="98"/>
                  <a:pt x="272" y="98"/>
                </a:cubicBezTo>
                <a:cubicBezTo>
                  <a:pt x="272" y="98"/>
                  <a:pt x="272" y="98"/>
                  <a:pt x="272" y="98"/>
                </a:cubicBezTo>
                <a:cubicBezTo>
                  <a:pt x="270" y="99"/>
                  <a:pt x="270" y="99"/>
                  <a:pt x="270" y="99"/>
                </a:cubicBezTo>
                <a:cubicBezTo>
                  <a:pt x="270" y="99"/>
                  <a:pt x="270" y="99"/>
                  <a:pt x="270" y="99"/>
                </a:cubicBezTo>
                <a:cubicBezTo>
                  <a:pt x="269" y="100"/>
                  <a:pt x="269" y="100"/>
                  <a:pt x="269" y="100"/>
                </a:cubicBezTo>
                <a:cubicBezTo>
                  <a:pt x="269" y="100"/>
                  <a:pt x="269" y="100"/>
                  <a:pt x="269" y="100"/>
                </a:cubicBezTo>
                <a:cubicBezTo>
                  <a:pt x="268" y="101"/>
                  <a:pt x="268" y="101"/>
                  <a:pt x="268" y="101"/>
                </a:cubicBezTo>
                <a:cubicBezTo>
                  <a:pt x="268" y="101"/>
                  <a:pt x="268" y="101"/>
                  <a:pt x="268" y="101"/>
                </a:cubicBezTo>
                <a:cubicBezTo>
                  <a:pt x="268" y="102"/>
                  <a:pt x="268" y="102"/>
                  <a:pt x="268" y="102"/>
                </a:cubicBezTo>
                <a:cubicBezTo>
                  <a:pt x="268" y="102"/>
                  <a:pt x="268" y="102"/>
                  <a:pt x="268" y="102"/>
                </a:cubicBezTo>
                <a:cubicBezTo>
                  <a:pt x="249" y="111"/>
                  <a:pt x="249" y="111"/>
                  <a:pt x="249" y="111"/>
                </a:cubicBezTo>
                <a:cubicBezTo>
                  <a:pt x="249" y="111"/>
                  <a:pt x="249" y="111"/>
                  <a:pt x="249" y="111"/>
                </a:cubicBezTo>
                <a:cubicBezTo>
                  <a:pt x="234" y="122"/>
                  <a:pt x="234" y="122"/>
                  <a:pt x="234" y="122"/>
                </a:cubicBezTo>
                <a:cubicBezTo>
                  <a:pt x="234" y="122"/>
                  <a:pt x="234" y="122"/>
                  <a:pt x="234" y="122"/>
                </a:cubicBezTo>
                <a:cubicBezTo>
                  <a:pt x="220" y="136"/>
                  <a:pt x="220" y="136"/>
                  <a:pt x="220" y="136"/>
                </a:cubicBezTo>
                <a:cubicBezTo>
                  <a:pt x="220" y="136"/>
                  <a:pt x="220" y="136"/>
                  <a:pt x="220" y="136"/>
                </a:cubicBezTo>
                <a:cubicBezTo>
                  <a:pt x="209" y="151"/>
                  <a:pt x="209" y="151"/>
                  <a:pt x="209" y="151"/>
                </a:cubicBezTo>
                <a:cubicBezTo>
                  <a:pt x="209" y="151"/>
                  <a:pt x="209" y="151"/>
                  <a:pt x="209" y="151"/>
                </a:cubicBezTo>
                <a:cubicBezTo>
                  <a:pt x="197" y="168"/>
                  <a:pt x="197" y="168"/>
                  <a:pt x="197" y="168"/>
                </a:cubicBezTo>
                <a:cubicBezTo>
                  <a:pt x="197" y="168"/>
                  <a:pt x="197" y="168"/>
                  <a:pt x="197" y="168"/>
                </a:cubicBezTo>
                <a:cubicBezTo>
                  <a:pt x="187" y="185"/>
                  <a:pt x="187" y="185"/>
                  <a:pt x="187" y="185"/>
                </a:cubicBezTo>
                <a:cubicBezTo>
                  <a:pt x="187" y="185"/>
                  <a:pt x="187" y="185"/>
                  <a:pt x="187" y="185"/>
                </a:cubicBezTo>
                <a:cubicBezTo>
                  <a:pt x="175" y="200"/>
                  <a:pt x="175" y="200"/>
                  <a:pt x="175" y="200"/>
                </a:cubicBezTo>
                <a:cubicBezTo>
                  <a:pt x="175" y="200"/>
                  <a:pt x="175" y="200"/>
                  <a:pt x="175" y="200"/>
                </a:cubicBezTo>
                <a:cubicBezTo>
                  <a:pt x="163" y="214"/>
                  <a:pt x="163" y="214"/>
                  <a:pt x="163" y="214"/>
                </a:cubicBezTo>
                <a:cubicBezTo>
                  <a:pt x="163" y="214"/>
                  <a:pt x="163" y="214"/>
                  <a:pt x="163" y="214"/>
                </a:cubicBezTo>
                <a:cubicBezTo>
                  <a:pt x="163" y="216"/>
                  <a:pt x="163" y="216"/>
                  <a:pt x="163" y="216"/>
                </a:cubicBezTo>
                <a:cubicBezTo>
                  <a:pt x="163" y="216"/>
                  <a:pt x="163" y="216"/>
                  <a:pt x="163" y="216"/>
                </a:cubicBezTo>
                <a:cubicBezTo>
                  <a:pt x="163" y="217"/>
                  <a:pt x="163" y="217"/>
                  <a:pt x="163" y="217"/>
                </a:cubicBezTo>
                <a:cubicBezTo>
                  <a:pt x="163" y="217"/>
                  <a:pt x="163" y="217"/>
                  <a:pt x="163" y="217"/>
                </a:cubicBezTo>
                <a:cubicBezTo>
                  <a:pt x="164" y="218"/>
                  <a:pt x="164" y="218"/>
                  <a:pt x="164" y="218"/>
                </a:cubicBezTo>
                <a:cubicBezTo>
                  <a:pt x="164" y="218"/>
                  <a:pt x="164" y="218"/>
                  <a:pt x="164" y="218"/>
                </a:cubicBezTo>
                <a:cubicBezTo>
                  <a:pt x="165" y="218"/>
                  <a:pt x="165" y="218"/>
                  <a:pt x="165" y="218"/>
                </a:cubicBezTo>
                <a:cubicBezTo>
                  <a:pt x="165" y="218"/>
                  <a:pt x="165" y="218"/>
                  <a:pt x="165" y="218"/>
                </a:cubicBezTo>
                <a:cubicBezTo>
                  <a:pt x="166" y="218"/>
                  <a:pt x="166" y="218"/>
                  <a:pt x="166" y="218"/>
                </a:cubicBezTo>
                <a:cubicBezTo>
                  <a:pt x="166" y="218"/>
                  <a:pt x="166" y="218"/>
                  <a:pt x="166" y="218"/>
                </a:cubicBezTo>
                <a:cubicBezTo>
                  <a:pt x="167" y="218"/>
                  <a:pt x="167" y="218"/>
                  <a:pt x="167" y="218"/>
                </a:cubicBezTo>
                <a:cubicBezTo>
                  <a:pt x="167" y="218"/>
                  <a:pt x="167" y="218"/>
                  <a:pt x="167" y="218"/>
                </a:cubicBezTo>
                <a:cubicBezTo>
                  <a:pt x="168" y="218"/>
                  <a:pt x="168" y="218"/>
                  <a:pt x="168" y="218"/>
                </a:cubicBezTo>
                <a:cubicBezTo>
                  <a:pt x="168" y="218"/>
                  <a:pt x="168" y="218"/>
                  <a:pt x="168" y="218"/>
                </a:cubicBezTo>
                <a:cubicBezTo>
                  <a:pt x="170" y="218"/>
                  <a:pt x="170" y="218"/>
                  <a:pt x="170" y="218"/>
                </a:cubicBezTo>
                <a:cubicBezTo>
                  <a:pt x="170" y="218"/>
                  <a:pt x="170" y="218"/>
                  <a:pt x="170" y="218"/>
                </a:cubicBezTo>
                <a:cubicBezTo>
                  <a:pt x="218" y="189"/>
                  <a:pt x="218" y="189"/>
                  <a:pt x="218" y="189"/>
                </a:cubicBezTo>
                <a:cubicBezTo>
                  <a:pt x="218" y="189"/>
                  <a:pt x="218" y="189"/>
                  <a:pt x="218" y="189"/>
                </a:cubicBezTo>
                <a:cubicBezTo>
                  <a:pt x="219" y="184"/>
                  <a:pt x="219" y="184"/>
                  <a:pt x="219" y="184"/>
                </a:cubicBezTo>
                <a:cubicBezTo>
                  <a:pt x="219" y="181"/>
                  <a:pt x="219" y="181"/>
                  <a:pt x="219" y="181"/>
                </a:cubicBezTo>
                <a:cubicBezTo>
                  <a:pt x="219" y="157"/>
                  <a:pt x="219" y="157"/>
                  <a:pt x="219" y="157"/>
                </a:cubicBezTo>
                <a:cubicBezTo>
                  <a:pt x="219" y="157"/>
                  <a:pt x="219" y="157"/>
                  <a:pt x="219" y="157"/>
                </a:cubicBezTo>
                <a:cubicBezTo>
                  <a:pt x="224" y="153"/>
                  <a:pt x="224" y="153"/>
                  <a:pt x="224" y="153"/>
                </a:cubicBezTo>
                <a:cubicBezTo>
                  <a:pt x="224" y="153"/>
                  <a:pt x="224" y="153"/>
                  <a:pt x="224" y="153"/>
                </a:cubicBezTo>
                <a:cubicBezTo>
                  <a:pt x="225" y="154"/>
                  <a:pt x="225" y="154"/>
                  <a:pt x="225" y="154"/>
                </a:cubicBezTo>
                <a:cubicBezTo>
                  <a:pt x="225" y="154"/>
                  <a:pt x="225" y="154"/>
                  <a:pt x="225" y="154"/>
                </a:cubicBezTo>
                <a:cubicBezTo>
                  <a:pt x="227" y="154"/>
                  <a:pt x="227" y="154"/>
                  <a:pt x="227" y="154"/>
                </a:cubicBezTo>
                <a:cubicBezTo>
                  <a:pt x="227" y="154"/>
                  <a:pt x="227" y="154"/>
                  <a:pt x="227" y="154"/>
                </a:cubicBezTo>
                <a:cubicBezTo>
                  <a:pt x="228" y="155"/>
                  <a:pt x="228" y="155"/>
                  <a:pt x="228" y="155"/>
                </a:cubicBezTo>
                <a:cubicBezTo>
                  <a:pt x="228" y="155"/>
                  <a:pt x="228" y="155"/>
                  <a:pt x="228" y="155"/>
                </a:cubicBezTo>
                <a:cubicBezTo>
                  <a:pt x="230" y="155"/>
                  <a:pt x="230" y="155"/>
                  <a:pt x="230" y="155"/>
                </a:cubicBezTo>
                <a:cubicBezTo>
                  <a:pt x="230" y="155"/>
                  <a:pt x="230" y="155"/>
                  <a:pt x="230" y="155"/>
                </a:cubicBezTo>
                <a:cubicBezTo>
                  <a:pt x="231" y="156"/>
                  <a:pt x="231" y="156"/>
                  <a:pt x="231" y="156"/>
                </a:cubicBezTo>
                <a:cubicBezTo>
                  <a:pt x="231" y="156"/>
                  <a:pt x="231" y="156"/>
                  <a:pt x="231" y="156"/>
                </a:cubicBezTo>
                <a:cubicBezTo>
                  <a:pt x="233" y="156"/>
                  <a:pt x="233" y="156"/>
                  <a:pt x="233" y="156"/>
                </a:cubicBezTo>
                <a:cubicBezTo>
                  <a:pt x="233" y="156"/>
                  <a:pt x="233" y="156"/>
                  <a:pt x="233" y="156"/>
                </a:cubicBezTo>
                <a:cubicBezTo>
                  <a:pt x="234" y="157"/>
                  <a:pt x="234" y="157"/>
                  <a:pt x="234" y="157"/>
                </a:cubicBezTo>
                <a:cubicBezTo>
                  <a:pt x="234" y="157"/>
                  <a:pt x="234" y="157"/>
                  <a:pt x="234" y="157"/>
                </a:cubicBezTo>
                <a:cubicBezTo>
                  <a:pt x="237" y="157"/>
                  <a:pt x="237" y="157"/>
                  <a:pt x="237" y="157"/>
                </a:cubicBezTo>
                <a:cubicBezTo>
                  <a:pt x="237" y="157"/>
                  <a:pt x="237" y="157"/>
                  <a:pt x="237" y="157"/>
                </a:cubicBezTo>
                <a:cubicBezTo>
                  <a:pt x="237" y="159"/>
                  <a:pt x="237" y="159"/>
                  <a:pt x="237" y="159"/>
                </a:cubicBezTo>
                <a:cubicBezTo>
                  <a:pt x="237" y="159"/>
                  <a:pt x="237" y="159"/>
                  <a:pt x="237" y="159"/>
                </a:cubicBezTo>
                <a:cubicBezTo>
                  <a:pt x="237" y="161"/>
                  <a:pt x="237" y="161"/>
                  <a:pt x="237" y="161"/>
                </a:cubicBezTo>
                <a:cubicBezTo>
                  <a:pt x="237" y="161"/>
                  <a:pt x="237" y="161"/>
                  <a:pt x="237" y="161"/>
                </a:cubicBezTo>
                <a:cubicBezTo>
                  <a:pt x="236" y="164"/>
                  <a:pt x="236" y="164"/>
                  <a:pt x="236" y="164"/>
                </a:cubicBezTo>
                <a:cubicBezTo>
                  <a:pt x="236" y="164"/>
                  <a:pt x="236" y="164"/>
                  <a:pt x="236" y="164"/>
                </a:cubicBezTo>
                <a:cubicBezTo>
                  <a:pt x="235" y="166"/>
                  <a:pt x="235" y="166"/>
                  <a:pt x="235" y="166"/>
                </a:cubicBezTo>
                <a:cubicBezTo>
                  <a:pt x="235" y="166"/>
                  <a:pt x="235" y="166"/>
                  <a:pt x="235" y="166"/>
                </a:cubicBezTo>
                <a:cubicBezTo>
                  <a:pt x="234" y="169"/>
                  <a:pt x="234" y="169"/>
                  <a:pt x="234" y="169"/>
                </a:cubicBezTo>
                <a:cubicBezTo>
                  <a:pt x="234" y="169"/>
                  <a:pt x="234" y="169"/>
                  <a:pt x="234" y="169"/>
                </a:cubicBezTo>
                <a:cubicBezTo>
                  <a:pt x="233" y="171"/>
                  <a:pt x="233" y="171"/>
                  <a:pt x="233" y="171"/>
                </a:cubicBezTo>
                <a:cubicBezTo>
                  <a:pt x="233" y="171"/>
                  <a:pt x="233" y="171"/>
                  <a:pt x="233" y="171"/>
                </a:cubicBezTo>
                <a:cubicBezTo>
                  <a:pt x="233" y="173"/>
                  <a:pt x="233" y="173"/>
                  <a:pt x="233" y="173"/>
                </a:cubicBezTo>
                <a:cubicBezTo>
                  <a:pt x="233" y="173"/>
                  <a:pt x="233" y="173"/>
                  <a:pt x="233" y="173"/>
                </a:cubicBezTo>
                <a:cubicBezTo>
                  <a:pt x="235" y="175"/>
                  <a:pt x="235" y="175"/>
                  <a:pt x="235" y="175"/>
                </a:cubicBezTo>
                <a:cubicBezTo>
                  <a:pt x="235" y="175"/>
                  <a:pt x="235" y="175"/>
                  <a:pt x="235" y="175"/>
                </a:cubicBezTo>
                <a:cubicBezTo>
                  <a:pt x="241" y="175"/>
                  <a:pt x="241" y="175"/>
                  <a:pt x="241" y="175"/>
                </a:cubicBezTo>
                <a:cubicBezTo>
                  <a:pt x="241" y="175"/>
                  <a:pt x="241" y="175"/>
                  <a:pt x="241" y="175"/>
                </a:cubicBezTo>
                <a:cubicBezTo>
                  <a:pt x="248" y="172"/>
                  <a:pt x="248" y="172"/>
                  <a:pt x="248" y="172"/>
                </a:cubicBezTo>
                <a:cubicBezTo>
                  <a:pt x="248" y="172"/>
                  <a:pt x="248" y="172"/>
                  <a:pt x="248" y="172"/>
                </a:cubicBezTo>
                <a:cubicBezTo>
                  <a:pt x="254" y="171"/>
                  <a:pt x="254" y="171"/>
                  <a:pt x="254" y="171"/>
                </a:cubicBezTo>
                <a:cubicBezTo>
                  <a:pt x="254" y="171"/>
                  <a:pt x="254" y="171"/>
                  <a:pt x="254" y="171"/>
                </a:cubicBezTo>
                <a:cubicBezTo>
                  <a:pt x="260" y="167"/>
                  <a:pt x="260" y="167"/>
                  <a:pt x="260" y="167"/>
                </a:cubicBezTo>
                <a:cubicBezTo>
                  <a:pt x="260" y="167"/>
                  <a:pt x="260" y="167"/>
                  <a:pt x="260" y="167"/>
                </a:cubicBezTo>
                <a:cubicBezTo>
                  <a:pt x="267" y="164"/>
                  <a:pt x="267" y="164"/>
                  <a:pt x="267" y="164"/>
                </a:cubicBezTo>
                <a:cubicBezTo>
                  <a:pt x="267" y="164"/>
                  <a:pt x="267" y="164"/>
                  <a:pt x="267" y="164"/>
                </a:cubicBezTo>
                <a:cubicBezTo>
                  <a:pt x="273" y="161"/>
                  <a:pt x="273" y="161"/>
                  <a:pt x="273" y="161"/>
                </a:cubicBezTo>
                <a:cubicBezTo>
                  <a:pt x="273" y="161"/>
                  <a:pt x="273" y="161"/>
                  <a:pt x="273" y="161"/>
                </a:cubicBezTo>
                <a:cubicBezTo>
                  <a:pt x="279" y="157"/>
                  <a:pt x="279" y="157"/>
                  <a:pt x="279" y="157"/>
                </a:cubicBezTo>
                <a:cubicBezTo>
                  <a:pt x="279" y="157"/>
                  <a:pt x="279" y="157"/>
                  <a:pt x="279" y="157"/>
                </a:cubicBezTo>
                <a:cubicBezTo>
                  <a:pt x="285" y="153"/>
                  <a:pt x="285" y="153"/>
                  <a:pt x="285" y="153"/>
                </a:cubicBezTo>
                <a:cubicBezTo>
                  <a:pt x="285" y="153"/>
                  <a:pt x="285" y="153"/>
                  <a:pt x="285" y="153"/>
                </a:cubicBezTo>
                <a:cubicBezTo>
                  <a:pt x="297" y="118"/>
                  <a:pt x="297" y="118"/>
                  <a:pt x="297" y="118"/>
                </a:cubicBezTo>
                <a:cubicBezTo>
                  <a:pt x="297" y="118"/>
                  <a:pt x="297" y="118"/>
                  <a:pt x="297" y="118"/>
                </a:cubicBezTo>
                <a:cubicBezTo>
                  <a:pt x="300" y="120"/>
                  <a:pt x="300" y="120"/>
                  <a:pt x="300" y="120"/>
                </a:cubicBezTo>
                <a:cubicBezTo>
                  <a:pt x="300" y="120"/>
                  <a:pt x="300" y="120"/>
                  <a:pt x="300" y="120"/>
                </a:cubicBezTo>
                <a:cubicBezTo>
                  <a:pt x="304" y="122"/>
                  <a:pt x="304" y="122"/>
                  <a:pt x="304" y="122"/>
                </a:cubicBezTo>
                <a:cubicBezTo>
                  <a:pt x="304" y="122"/>
                  <a:pt x="304" y="122"/>
                  <a:pt x="304" y="122"/>
                </a:cubicBezTo>
                <a:cubicBezTo>
                  <a:pt x="308" y="124"/>
                  <a:pt x="308" y="124"/>
                  <a:pt x="308" y="124"/>
                </a:cubicBezTo>
                <a:cubicBezTo>
                  <a:pt x="308" y="124"/>
                  <a:pt x="308" y="124"/>
                  <a:pt x="308" y="124"/>
                </a:cubicBezTo>
                <a:cubicBezTo>
                  <a:pt x="312" y="125"/>
                  <a:pt x="312" y="125"/>
                  <a:pt x="312" y="125"/>
                </a:cubicBezTo>
                <a:cubicBezTo>
                  <a:pt x="312" y="125"/>
                  <a:pt x="312" y="125"/>
                  <a:pt x="312" y="125"/>
                </a:cubicBezTo>
                <a:cubicBezTo>
                  <a:pt x="315" y="128"/>
                  <a:pt x="315" y="128"/>
                  <a:pt x="315" y="128"/>
                </a:cubicBezTo>
                <a:cubicBezTo>
                  <a:pt x="315" y="128"/>
                  <a:pt x="315" y="128"/>
                  <a:pt x="315" y="128"/>
                </a:cubicBezTo>
                <a:cubicBezTo>
                  <a:pt x="318" y="131"/>
                  <a:pt x="318" y="131"/>
                  <a:pt x="318" y="131"/>
                </a:cubicBezTo>
                <a:cubicBezTo>
                  <a:pt x="318" y="131"/>
                  <a:pt x="318" y="131"/>
                  <a:pt x="318" y="131"/>
                </a:cubicBezTo>
                <a:cubicBezTo>
                  <a:pt x="321" y="134"/>
                  <a:pt x="321" y="134"/>
                  <a:pt x="321" y="134"/>
                </a:cubicBezTo>
                <a:cubicBezTo>
                  <a:pt x="321" y="134"/>
                  <a:pt x="321" y="134"/>
                  <a:pt x="321" y="134"/>
                </a:cubicBezTo>
                <a:cubicBezTo>
                  <a:pt x="324" y="137"/>
                  <a:pt x="324" y="137"/>
                  <a:pt x="324" y="137"/>
                </a:cubicBezTo>
                <a:cubicBezTo>
                  <a:pt x="324" y="137"/>
                  <a:pt x="324" y="137"/>
                  <a:pt x="324" y="137"/>
                </a:cubicBezTo>
                <a:cubicBezTo>
                  <a:pt x="322" y="139"/>
                  <a:pt x="322" y="139"/>
                  <a:pt x="322" y="139"/>
                </a:cubicBezTo>
                <a:cubicBezTo>
                  <a:pt x="322" y="139"/>
                  <a:pt x="322" y="139"/>
                  <a:pt x="322" y="139"/>
                </a:cubicBezTo>
                <a:cubicBezTo>
                  <a:pt x="321" y="140"/>
                  <a:pt x="321" y="140"/>
                  <a:pt x="321" y="140"/>
                </a:cubicBezTo>
                <a:cubicBezTo>
                  <a:pt x="321" y="140"/>
                  <a:pt x="321" y="140"/>
                  <a:pt x="321" y="140"/>
                </a:cubicBezTo>
                <a:cubicBezTo>
                  <a:pt x="319" y="142"/>
                  <a:pt x="319" y="142"/>
                  <a:pt x="319" y="142"/>
                </a:cubicBezTo>
                <a:cubicBezTo>
                  <a:pt x="319" y="142"/>
                  <a:pt x="319" y="142"/>
                  <a:pt x="319" y="142"/>
                </a:cubicBezTo>
                <a:cubicBezTo>
                  <a:pt x="318" y="142"/>
                  <a:pt x="318" y="142"/>
                  <a:pt x="318" y="142"/>
                </a:cubicBezTo>
                <a:cubicBezTo>
                  <a:pt x="318" y="142"/>
                  <a:pt x="318" y="142"/>
                  <a:pt x="318" y="142"/>
                </a:cubicBezTo>
                <a:cubicBezTo>
                  <a:pt x="315" y="144"/>
                  <a:pt x="315" y="144"/>
                  <a:pt x="315" y="144"/>
                </a:cubicBezTo>
                <a:cubicBezTo>
                  <a:pt x="315" y="144"/>
                  <a:pt x="315" y="144"/>
                  <a:pt x="315" y="144"/>
                </a:cubicBezTo>
                <a:cubicBezTo>
                  <a:pt x="313" y="145"/>
                  <a:pt x="313" y="145"/>
                  <a:pt x="313" y="145"/>
                </a:cubicBezTo>
                <a:cubicBezTo>
                  <a:pt x="313" y="145"/>
                  <a:pt x="313" y="145"/>
                  <a:pt x="313" y="145"/>
                </a:cubicBezTo>
                <a:cubicBezTo>
                  <a:pt x="311" y="146"/>
                  <a:pt x="311" y="146"/>
                  <a:pt x="311" y="146"/>
                </a:cubicBezTo>
                <a:cubicBezTo>
                  <a:pt x="311" y="146"/>
                  <a:pt x="311" y="146"/>
                  <a:pt x="311" y="146"/>
                </a:cubicBezTo>
                <a:cubicBezTo>
                  <a:pt x="309" y="146"/>
                  <a:pt x="309" y="146"/>
                  <a:pt x="309" y="146"/>
                </a:cubicBezTo>
                <a:cubicBezTo>
                  <a:pt x="309" y="146"/>
                  <a:pt x="309" y="146"/>
                  <a:pt x="309" y="146"/>
                </a:cubicBezTo>
                <a:cubicBezTo>
                  <a:pt x="289" y="174"/>
                  <a:pt x="289" y="174"/>
                  <a:pt x="289" y="174"/>
                </a:cubicBezTo>
                <a:cubicBezTo>
                  <a:pt x="289" y="174"/>
                  <a:pt x="289" y="174"/>
                  <a:pt x="289" y="174"/>
                </a:cubicBezTo>
                <a:cubicBezTo>
                  <a:pt x="273" y="205"/>
                  <a:pt x="273" y="205"/>
                  <a:pt x="273" y="205"/>
                </a:cubicBezTo>
                <a:cubicBezTo>
                  <a:pt x="273" y="205"/>
                  <a:pt x="273" y="205"/>
                  <a:pt x="273" y="205"/>
                </a:cubicBezTo>
                <a:cubicBezTo>
                  <a:pt x="294" y="199"/>
                  <a:pt x="294" y="199"/>
                  <a:pt x="294" y="199"/>
                </a:cubicBezTo>
                <a:cubicBezTo>
                  <a:pt x="294" y="199"/>
                  <a:pt x="294" y="199"/>
                  <a:pt x="294" y="199"/>
                </a:cubicBezTo>
                <a:cubicBezTo>
                  <a:pt x="338" y="183"/>
                  <a:pt x="338" y="183"/>
                  <a:pt x="338" y="183"/>
                </a:cubicBezTo>
                <a:cubicBezTo>
                  <a:pt x="338" y="183"/>
                  <a:pt x="338" y="183"/>
                  <a:pt x="338" y="183"/>
                </a:cubicBezTo>
                <a:cubicBezTo>
                  <a:pt x="339" y="184"/>
                  <a:pt x="339" y="184"/>
                  <a:pt x="339" y="184"/>
                </a:cubicBezTo>
                <a:cubicBezTo>
                  <a:pt x="339" y="184"/>
                  <a:pt x="339" y="184"/>
                  <a:pt x="339" y="184"/>
                </a:cubicBezTo>
                <a:cubicBezTo>
                  <a:pt x="341" y="184"/>
                  <a:pt x="341" y="184"/>
                  <a:pt x="341" y="184"/>
                </a:cubicBezTo>
                <a:cubicBezTo>
                  <a:pt x="341" y="184"/>
                  <a:pt x="341" y="184"/>
                  <a:pt x="341" y="184"/>
                </a:cubicBezTo>
                <a:cubicBezTo>
                  <a:pt x="343" y="185"/>
                  <a:pt x="343" y="185"/>
                  <a:pt x="343" y="185"/>
                </a:cubicBezTo>
                <a:cubicBezTo>
                  <a:pt x="343" y="185"/>
                  <a:pt x="343" y="185"/>
                  <a:pt x="343" y="185"/>
                </a:cubicBezTo>
                <a:cubicBezTo>
                  <a:pt x="345" y="185"/>
                  <a:pt x="345" y="185"/>
                  <a:pt x="345" y="185"/>
                </a:cubicBezTo>
                <a:cubicBezTo>
                  <a:pt x="345" y="185"/>
                  <a:pt x="345" y="185"/>
                  <a:pt x="345" y="185"/>
                </a:cubicBezTo>
                <a:cubicBezTo>
                  <a:pt x="346" y="187"/>
                  <a:pt x="346" y="187"/>
                  <a:pt x="346" y="187"/>
                </a:cubicBezTo>
                <a:cubicBezTo>
                  <a:pt x="346" y="187"/>
                  <a:pt x="346" y="187"/>
                  <a:pt x="346" y="187"/>
                </a:cubicBezTo>
                <a:cubicBezTo>
                  <a:pt x="349" y="189"/>
                  <a:pt x="349" y="189"/>
                  <a:pt x="349" y="189"/>
                </a:cubicBezTo>
                <a:cubicBezTo>
                  <a:pt x="349" y="189"/>
                  <a:pt x="349" y="189"/>
                  <a:pt x="349" y="189"/>
                </a:cubicBezTo>
                <a:cubicBezTo>
                  <a:pt x="350" y="191"/>
                  <a:pt x="350" y="191"/>
                  <a:pt x="350" y="191"/>
                </a:cubicBezTo>
                <a:cubicBezTo>
                  <a:pt x="350" y="191"/>
                  <a:pt x="350" y="191"/>
                  <a:pt x="350" y="191"/>
                </a:cubicBezTo>
                <a:cubicBezTo>
                  <a:pt x="353" y="192"/>
                  <a:pt x="353" y="192"/>
                  <a:pt x="353" y="192"/>
                </a:cubicBezTo>
                <a:cubicBezTo>
                  <a:pt x="353" y="192"/>
                  <a:pt x="353" y="192"/>
                  <a:pt x="353" y="192"/>
                </a:cubicBezTo>
                <a:cubicBezTo>
                  <a:pt x="301" y="214"/>
                  <a:pt x="301" y="214"/>
                  <a:pt x="301" y="214"/>
                </a:cubicBezTo>
                <a:cubicBezTo>
                  <a:pt x="301" y="214"/>
                  <a:pt x="301" y="214"/>
                  <a:pt x="301" y="214"/>
                </a:cubicBezTo>
                <a:cubicBezTo>
                  <a:pt x="298" y="215"/>
                  <a:pt x="298" y="215"/>
                  <a:pt x="298" y="215"/>
                </a:cubicBezTo>
                <a:cubicBezTo>
                  <a:pt x="298" y="215"/>
                  <a:pt x="298" y="215"/>
                  <a:pt x="298" y="215"/>
                </a:cubicBezTo>
                <a:cubicBezTo>
                  <a:pt x="295" y="216"/>
                  <a:pt x="295" y="216"/>
                  <a:pt x="295" y="216"/>
                </a:cubicBezTo>
                <a:cubicBezTo>
                  <a:pt x="295" y="216"/>
                  <a:pt x="295" y="216"/>
                  <a:pt x="295" y="216"/>
                </a:cubicBezTo>
                <a:cubicBezTo>
                  <a:pt x="292" y="217"/>
                  <a:pt x="292" y="217"/>
                  <a:pt x="292" y="217"/>
                </a:cubicBezTo>
                <a:cubicBezTo>
                  <a:pt x="292" y="217"/>
                  <a:pt x="292" y="217"/>
                  <a:pt x="292" y="217"/>
                </a:cubicBezTo>
                <a:cubicBezTo>
                  <a:pt x="290" y="217"/>
                  <a:pt x="290" y="217"/>
                  <a:pt x="290" y="217"/>
                </a:cubicBezTo>
                <a:cubicBezTo>
                  <a:pt x="290" y="217"/>
                  <a:pt x="290" y="217"/>
                  <a:pt x="290" y="217"/>
                </a:cubicBezTo>
                <a:cubicBezTo>
                  <a:pt x="286" y="219"/>
                  <a:pt x="286" y="219"/>
                  <a:pt x="286" y="219"/>
                </a:cubicBezTo>
                <a:cubicBezTo>
                  <a:pt x="286" y="219"/>
                  <a:pt x="286" y="219"/>
                  <a:pt x="286" y="219"/>
                </a:cubicBezTo>
                <a:cubicBezTo>
                  <a:pt x="284" y="220"/>
                  <a:pt x="284" y="220"/>
                  <a:pt x="284" y="220"/>
                </a:cubicBezTo>
                <a:cubicBezTo>
                  <a:pt x="284" y="220"/>
                  <a:pt x="284" y="220"/>
                  <a:pt x="284" y="220"/>
                </a:cubicBezTo>
                <a:cubicBezTo>
                  <a:pt x="281" y="221"/>
                  <a:pt x="281" y="221"/>
                  <a:pt x="281" y="221"/>
                </a:cubicBezTo>
                <a:cubicBezTo>
                  <a:pt x="281" y="221"/>
                  <a:pt x="281" y="221"/>
                  <a:pt x="281" y="221"/>
                </a:cubicBezTo>
                <a:cubicBezTo>
                  <a:pt x="280" y="222"/>
                  <a:pt x="280" y="222"/>
                  <a:pt x="280" y="222"/>
                </a:cubicBezTo>
                <a:cubicBezTo>
                  <a:pt x="280" y="222"/>
                  <a:pt x="280" y="222"/>
                  <a:pt x="280" y="222"/>
                </a:cubicBezTo>
                <a:cubicBezTo>
                  <a:pt x="255" y="231"/>
                  <a:pt x="255" y="231"/>
                  <a:pt x="255" y="231"/>
                </a:cubicBezTo>
                <a:cubicBezTo>
                  <a:pt x="255" y="231"/>
                  <a:pt x="255" y="231"/>
                  <a:pt x="255" y="231"/>
                </a:cubicBezTo>
                <a:cubicBezTo>
                  <a:pt x="253" y="234"/>
                  <a:pt x="253" y="234"/>
                  <a:pt x="253" y="234"/>
                </a:cubicBezTo>
                <a:cubicBezTo>
                  <a:pt x="253" y="234"/>
                  <a:pt x="253" y="234"/>
                  <a:pt x="253" y="234"/>
                </a:cubicBezTo>
                <a:cubicBezTo>
                  <a:pt x="255" y="238"/>
                  <a:pt x="255" y="238"/>
                  <a:pt x="255" y="238"/>
                </a:cubicBezTo>
                <a:cubicBezTo>
                  <a:pt x="255" y="238"/>
                  <a:pt x="255" y="238"/>
                  <a:pt x="255" y="238"/>
                </a:cubicBezTo>
                <a:cubicBezTo>
                  <a:pt x="258" y="241"/>
                  <a:pt x="258" y="241"/>
                  <a:pt x="258" y="241"/>
                </a:cubicBezTo>
                <a:cubicBezTo>
                  <a:pt x="258" y="241"/>
                  <a:pt x="258" y="241"/>
                  <a:pt x="258" y="241"/>
                </a:cubicBezTo>
                <a:cubicBezTo>
                  <a:pt x="260" y="244"/>
                  <a:pt x="260" y="244"/>
                  <a:pt x="260" y="244"/>
                </a:cubicBezTo>
                <a:cubicBezTo>
                  <a:pt x="260" y="244"/>
                  <a:pt x="260" y="244"/>
                  <a:pt x="260" y="244"/>
                </a:cubicBezTo>
                <a:cubicBezTo>
                  <a:pt x="262" y="247"/>
                  <a:pt x="262" y="247"/>
                  <a:pt x="262" y="247"/>
                </a:cubicBezTo>
                <a:cubicBezTo>
                  <a:pt x="262" y="247"/>
                  <a:pt x="262" y="247"/>
                  <a:pt x="262" y="247"/>
                </a:cubicBezTo>
                <a:cubicBezTo>
                  <a:pt x="262" y="251"/>
                  <a:pt x="262" y="251"/>
                  <a:pt x="262" y="251"/>
                </a:cubicBezTo>
                <a:cubicBezTo>
                  <a:pt x="262" y="251"/>
                  <a:pt x="262" y="251"/>
                  <a:pt x="262" y="251"/>
                </a:cubicBezTo>
                <a:cubicBezTo>
                  <a:pt x="262" y="255"/>
                  <a:pt x="262" y="255"/>
                  <a:pt x="262" y="255"/>
                </a:cubicBezTo>
                <a:cubicBezTo>
                  <a:pt x="262" y="255"/>
                  <a:pt x="262" y="255"/>
                  <a:pt x="262" y="255"/>
                </a:cubicBezTo>
                <a:cubicBezTo>
                  <a:pt x="262" y="258"/>
                  <a:pt x="262" y="258"/>
                  <a:pt x="262" y="258"/>
                </a:cubicBezTo>
                <a:cubicBezTo>
                  <a:pt x="262" y="258"/>
                  <a:pt x="262" y="258"/>
                  <a:pt x="262" y="258"/>
                </a:cubicBezTo>
                <a:cubicBezTo>
                  <a:pt x="263" y="262"/>
                  <a:pt x="263" y="262"/>
                  <a:pt x="263" y="262"/>
                </a:cubicBezTo>
                <a:cubicBezTo>
                  <a:pt x="263" y="262"/>
                  <a:pt x="263" y="262"/>
                  <a:pt x="263" y="262"/>
                </a:cubicBezTo>
                <a:cubicBezTo>
                  <a:pt x="319" y="251"/>
                  <a:pt x="319" y="251"/>
                  <a:pt x="319" y="251"/>
                </a:cubicBezTo>
                <a:cubicBezTo>
                  <a:pt x="319" y="251"/>
                  <a:pt x="319" y="251"/>
                  <a:pt x="319" y="251"/>
                </a:cubicBezTo>
                <a:cubicBezTo>
                  <a:pt x="321" y="255"/>
                  <a:pt x="321" y="255"/>
                  <a:pt x="321" y="255"/>
                </a:cubicBezTo>
                <a:cubicBezTo>
                  <a:pt x="321" y="255"/>
                  <a:pt x="321" y="255"/>
                  <a:pt x="321" y="255"/>
                </a:cubicBezTo>
                <a:cubicBezTo>
                  <a:pt x="323" y="257"/>
                  <a:pt x="323" y="257"/>
                  <a:pt x="323" y="257"/>
                </a:cubicBezTo>
                <a:cubicBezTo>
                  <a:pt x="323" y="257"/>
                  <a:pt x="323" y="257"/>
                  <a:pt x="323" y="257"/>
                </a:cubicBezTo>
                <a:cubicBezTo>
                  <a:pt x="324" y="260"/>
                  <a:pt x="324" y="260"/>
                  <a:pt x="324" y="260"/>
                </a:cubicBezTo>
                <a:cubicBezTo>
                  <a:pt x="324" y="260"/>
                  <a:pt x="324" y="260"/>
                  <a:pt x="324" y="260"/>
                </a:cubicBezTo>
                <a:cubicBezTo>
                  <a:pt x="327" y="263"/>
                  <a:pt x="327" y="263"/>
                  <a:pt x="327" y="263"/>
                </a:cubicBezTo>
                <a:cubicBezTo>
                  <a:pt x="327" y="263"/>
                  <a:pt x="327" y="263"/>
                  <a:pt x="327" y="263"/>
                </a:cubicBezTo>
                <a:cubicBezTo>
                  <a:pt x="327" y="266"/>
                  <a:pt x="327" y="266"/>
                  <a:pt x="327" y="266"/>
                </a:cubicBezTo>
                <a:cubicBezTo>
                  <a:pt x="327" y="266"/>
                  <a:pt x="327" y="266"/>
                  <a:pt x="327" y="266"/>
                </a:cubicBezTo>
                <a:cubicBezTo>
                  <a:pt x="328" y="269"/>
                  <a:pt x="328" y="269"/>
                  <a:pt x="328" y="269"/>
                </a:cubicBezTo>
                <a:cubicBezTo>
                  <a:pt x="328" y="269"/>
                  <a:pt x="328" y="269"/>
                  <a:pt x="328" y="269"/>
                </a:cubicBezTo>
                <a:cubicBezTo>
                  <a:pt x="327" y="271"/>
                  <a:pt x="327" y="271"/>
                  <a:pt x="327" y="271"/>
                </a:cubicBezTo>
                <a:cubicBezTo>
                  <a:pt x="327" y="271"/>
                  <a:pt x="327" y="271"/>
                  <a:pt x="327" y="271"/>
                </a:cubicBezTo>
                <a:cubicBezTo>
                  <a:pt x="327" y="274"/>
                  <a:pt x="327" y="274"/>
                  <a:pt x="327" y="274"/>
                </a:cubicBezTo>
                <a:cubicBezTo>
                  <a:pt x="327" y="274"/>
                  <a:pt x="327" y="274"/>
                  <a:pt x="327" y="274"/>
                </a:cubicBezTo>
                <a:cubicBezTo>
                  <a:pt x="320" y="278"/>
                  <a:pt x="320" y="278"/>
                  <a:pt x="320" y="278"/>
                </a:cubicBezTo>
                <a:cubicBezTo>
                  <a:pt x="320" y="278"/>
                  <a:pt x="320" y="278"/>
                  <a:pt x="320" y="278"/>
                </a:cubicBezTo>
                <a:cubicBezTo>
                  <a:pt x="317" y="281"/>
                  <a:pt x="317" y="281"/>
                  <a:pt x="317" y="281"/>
                </a:cubicBezTo>
                <a:cubicBezTo>
                  <a:pt x="317" y="281"/>
                  <a:pt x="317" y="281"/>
                  <a:pt x="317" y="281"/>
                </a:cubicBezTo>
                <a:cubicBezTo>
                  <a:pt x="313" y="285"/>
                  <a:pt x="313" y="285"/>
                  <a:pt x="313" y="285"/>
                </a:cubicBezTo>
                <a:cubicBezTo>
                  <a:pt x="313" y="285"/>
                  <a:pt x="313" y="285"/>
                  <a:pt x="313" y="285"/>
                </a:cubicBezTo>
                <a:cubicBezTo>
                  <a:pt x="311" y="289"/>
                  <a:pt x="311" y="289"/>
                  <a:pt x="311" y="289"/>
                </a:cubicBezTo>
                <a:cubicBezTo>
                  <a:pt x="311" y="289"/>
                  <a:pt x="311" y="289"/>
                  <a:pt x="311" y="289"/>
                </a:cubicBezTo>
                <a:cubicBezTo>
                  <a:pt x="308" y="295"/>
                  <a:pt x="308" y="295"/>
                  <a:pt x="308" y="295"/>
                </a:cubicBezTo>
                <a:cubicBezTo>
                  <a:pt x="308" y="295"/>
                  <a:pt x="308" y="295"/>
                  <a:pt x="308" y="295"/>
                </a:cubicBezTo>
                <a:cubicBezTo>
                  <a:pt x="305" y="299"/>
                  <a:pt x="305" y="299"/>
                  <a:pt x="305" y="299"/>
                </a:cubicBezTo>
                <a:cubicBezTo>
                  <a:pt x="305" y="299"/>
                  <a:pt x="305" y="299"/>
                  <a:pt x="305" y="299"/>
                </a:cubicBezTo>
                <a:cubicBezTo>
                  <a:pt x="302" y="304"/>
                  <a:pt x="302" y="304"/>
                  <a:pt x="302" y="304"/>
                </a:cubicBezTo>
                <a:cubicBezTo>
                  <a:pt x="302" y="304"/>
                  <a:pt x="302" y="304"/>
                  <a:pt x="302" y="304"/>
                </a:cubicBezTo>
                <a:cubicBezTo>
                  <a:pt x="299" y="307"/>
                  <a:pt x="299" y="307"/>
                  <a:pt x="299" y="307"/>
                </a:cubicBezTo>
                <a:cubicBezTo>
                  <a:pt x="299" y="307"/>
                  <a:pt x="299" y="307"/>
                  <a:pt x="299" y="307"/>
                </a:cubicBezTo>
                <a:cubicBezTo>
                  <a:pt x="260" y="352"/>
                  <a:pt x="260" y="352"/>
                  <a:pt x="260" y="352"/>
                </a:cubicBezTo>
                <a:cubicBezTo>
                  <a:pt x="260" y="352"/>
                  <a:pt x="260" y="352"/>
                  <a:pt x="260" y="352"/>
                </a:cubicBezTo>
                <a:cubicBezTo>
                  <a:pt x="301" y="268"/>
                  <a:pt x="301" y="268"/>
                  <a:pt x="301" y="268"/>
                </a:cubicBezTo>
                <a:cubicBezTo>
                  <a:pt x="301" y="268"/>
                  <a:pt x="301" y="268"/>
                  <a:pt x="301" y="268"/>
                </a:cubicBezTo>
                <a:cubicBezTo>
                  <a:pt x="300" y="268"/>
                  <a:pt x="300" y="268"/>
                  <a:pt x="300" y="268"/>
                </a:cubicBezTo>
                <a:cubicBezTo>
                  <a:pt x="300" y="268"/>
                  <a:pt x="300" y="268"/>
                  <a:pt x="300" y="268"/>
                </a:cubicBezTo>
                <a:cubicBezTo>
                  <a:pt x="300" y="267"/>
                  <a:pt x="300" y="267"/>
                  <a:pt x="300" y="267"/>
                </a:cubicBezTo>
                <a:cubicBezTo>
                  <a:pt x="300" y="267"/>
                  <a:pt x="300" y="267"/>
                  <a:pt x="300" y="267"/>
                </a:cubicBezTo>
                <a:cubicBezTo>
                  <a:pt x="299" y="267"/>
                  <a:pt x="299" y="267"/>
                  <a:pt x="299" y="267"/>
                </a:cubicBezTo>
                <a:cubicBezTo>
                  <a:pt x="299" y="267"/>
                  <a:pt x="299" y="267"/>
                  <a:pt x="299" y="267"/>
                </a:cubicBezTo>
                <a:cubicBezTo>
                  <a:pt x="299" y="266"/>
                  <a:pt x="299" y="266"/>
                  <a:pt x="299" y="266"/>
                </a:cubicBezTo>
                <a:cubicBezTo>
                  <a:pt x="299" y="266"/>
                  <a:pt x="299" y="266"/>
                  <a:pt x="299" y="266"/>
                </a:cubicBezTo>
                <a:cubicBezTo>
                  <a:pt x="298" y="266"/>
                  <a:pt x="298" y="266"/>
                  <a:pt x="298" y="266"/>
                </a:cubicBezTo>
                <a:cubicBezTo>
                  <a:pt x="298" y="266"/>
                  <a:pt x="298" y="266"/>
                  <a:pt x="298" y="266"/>
                </a:cubicBezTo>
                <a:cubicBezTo>
                  <a:pt x="297" y="265"/>
                  <a:pt x="297" y="265"/>
                  <a:pt x="297" y="265"/>
                </a:cubicBezTo>
                <a:cubicBezTo>
                  <a:pt x="297" y="265"/>
                  <a:pt x="297" y="265"/>
                  <a:pt x="297" y="265"/>
                </a:cubicBezTo>
                <a:cubicBezTo>
                  <a:pt x="296" y="264"/>
                  <a:pt x="296" y="264"/>
                  <a:pt x="296" y="264"/>
                </a:cubicBezTo>
                <a:cubicBezTo>
                  <a:pt x="296" y="264"/>
                  <a:pt x="296" y="264"/>
                  <a:pt x="296" y="264"/>
                </a:cubicBezTo>
                <a:cubicBezTo>
                  <a:pt x="296" y="263"/>
                  <a:pt x="296" y="263"/>
                  <a:pt x="296" y="263"/>
                </a:cubicBezTo>
                <a:cubicBezTo>
                  <a:pt x="296" y="263"/>
                  <a:pt x="296" y="263"/>
                  <a:pt x="296" y="263"/>
                </a:cubicBezTo>
                <a:cubicBezTo>
                  <a:pt x="267" y="275"/>
                  <a:pt x="267" y="275"/>
                  <a:pt x="267" y="275"/>
                </a:cubicBezTo>
                <a:cubicBezTo>
                  <a:pt x="267" y="275"/>
                  <a:pt x="267" y="275"/>
                  <a:pt x="267" y="275"/>
                </a:cubicBezTo>
                <a:cubicBezTo>
                  <a:pt x="265" y="279"/>
                  <a:pt x="265" y="279"/>
                  <a:pt x="265" y="279"/>
                </a:cubicBezTo>
                <a:cubicBezTo>
                  <a:pt x="265" y="279"/>
                  <a:pt x="265" y="279"/>
                  <a:pt x="265" y="279"/>
                </a:cubicBezTo>
                <a:cubicBezTo>
                  <a:pt x="265" y="281"/>
                  <a:pt x="265" y="281"/>
                  <a:pt x="265" y="281"/>
                </a:cubicBezTo>
                <a:cubicBezTo>
                  <a:pt x="265" y="281"/>
                  <a:pt x="265" y="281"/>
                  <a:pt x="265" y="281"/>
                </a:cubicBezTo>
                <a:cubicBezTo>
                  <a:pt x="267" y="282"/>
                  <a:pt x="267" y="282"/>
                  <a:pt x="267" y="282"/>
                </a:cubicBezTo>
                <a:cubicBezTo>
                  <a:pt x="267" y="282"/>
                  <a:pt x="267" y="282"/>
                  <a:pt x="267" y="282"/>
                </a:cubicBezTo>
                <a:cubicBezTo>
                  <a:pt x="269" y="282"/>
                  <a:pt x="269" y="282"/>
                  <a:pt x="269" y="282"/>
                </a:cubicBezTo>
                <a:cubicBezTo>
                  <a:pt x="269" y="282"/>
                  <a:pt x="269" y="282"/>
                  <a:pt x="269" y="282"/>
                </a:cubicBezTo>
                <a:cubicBezTo>
                  <a:pt x="271" y="282"/>
                  <a:pt x="271" y="282"/>
                  <a:pt x="271" y="282"/>
                </a:cubicBezTo>
                <a:cubicBezTo>
                  <a:pt x="271" y="282"/>
                  <a:pt x="271" y="282"/>
                  <a:pt x="271" y="282"/>
                </a:cubicBezTo>
                <a:cubicBezTo>
                  <a:pt x="272" y="284"/>
                  <a:pt x="272" y="284"/>
                  <a:pt x="272" y="284"/>
                </a:cubicBezTo>
                <a:cubicBezTo>
                  <a:pt x="272" y="284"/>
                  <a:pt x="272" y="284"/>
                  <a:pt x="272" y="284"/>
                </a:cubicBezTo>
                <a:cubicBezTo>
                  <a:pt x="274" y="285"/>
                  <a:pt x="274" y="285"/>
                  <a:pt x="274" y="285"/>
                </a:cubicBezTo>
                <a:cubicBezTo>
                  <a:pt x="274" y="285"/>
                  <a:pt x="274" y="285"/>
                  <a:pt x="274" y="285"/>
                </a:cubicBezTo>
                <a:cubicBezTo>
                  <a:pt x="275" y="286"/>
                  <a:pt x="275" y="286"/>
                  <a:pt x="275" y="286"/>
                </a:cubicBezTo>
                <a:cubicBezTo>
                  <a:pt x="275" y="286"/>
                  <a:pt x="275" y="286"/>
                  <a:pt x="275" y="286"/>
                </a:cubicBezTo>
                <a:cubicBezTo>
                  <a:pt x="277" y="287"/>
                  <a:pt x="277" y="287"/>
                  <a:pt x="277" y="287"/>
                </a:cubicBezTo>
                <a:cubicBezTo>
                  <a:pt x="277" y="287"/>
                  <a:pt x="277" y="287"/>
                  <a:pt x="277" y="287"/>
                </a:cubicBezTo>
                <a:cubicBezTo>
                  <a:pt x="273" y="294"/>
                  <a:pt x="273" y="294"/>
                  <a:pt x="273" y="294"/>
                </a:cubicBezTo>
                <a:cubicBezTo>
                  <a:pt x="273" y="294"/>
                  <a:pt x="273" y="294"/>
                  <a:pt x="273" y="294"/>
                </a:cubicBezTo>
                <a:cubicBezTo>
                  <a:pt x="267" y="298"/>
                  <a:pt x="267" y="298"/>
                  <a:pt x="267" y="298"/>
                </a:cubicBezTo>
                <a:cubicBezTo>
                  <a:pt x="267" y="298"/>
                  <a:pt x="267" y="298"/>
                  <a:pt x="267" y="298"/>
                </a:cubicBezTo>
                <a:cubicBezTo>
                  <a:pt x="260" y="302"/>
                  <a:pt x="260" y="302"/>
                  <a:pt x="260" y="302"/>
                </a:cubicBezTo>
                <a:cubicBezTo>
                  <a:pt x="260" y="302"/>
                  <a:pt x="260" y="302"/>
                  <a:pt x="260" y="302"/>
                </a:cubicBezTo>
                <a:cubicBezTo>
                  <a:pt x="254" y="306"/>
                  <a:pt x="254" y="306"/>
                  <a:pt x="254" y="306"/>
                </a:cubicBezTo>
                <a:cubicBezTo>
                  <a:pt x="254" y="306"/>
                  <a:pt x="254" y="306"/>
                  <a:pt x="254" y="306"/>
                </a:cubicBezTo>
                <a:cubicBezTo>
                  <a:pt x="248" y="311"/>
                  <a:pt x="248" y="311"/>
                  <a:pt x="248" y="311"/>
                </a:cubicBezTo>
                <a:cubicBezTo>
                  <a:pt x="248" y="311"/>
                  <a:pt x="248" y="311"/>
                  <a:pt x="248" y="311"/>
                </a:cubicBezTo>
                <a:cubicBezTo>
                  <a:pt x="243" y="316"/>
                  <a:pt x="243" y="316"/>
                  <a:pt x="243" y="316"/>
                </a:cubicBezTo>
                <a:cubicBezTo>
                  <a:pt x="243" y="316"/>
                  <a:pt x="243" y="316"/>
                  <a:pt x="243" y="316"/>
                </a:cubicBezTo>
                <a:cubicBezTo>
                  <a:pt x="241" y="323"/>
                  <a:pt x="241" y="323"/>
                  <a:pt x="241" y="323"/>
                </a:cubicBezTo>
                <a:cubicBezTo>
                  <a:pt x="241" y="323"/>
                  <a:pt x="241" y="323"/>
                  <a:pt x="241" y="323"/>
                </a:cubicBezTo>
                <a:cubicBezTo>
                  <a:pt x="243" y="331"/>
                  <a:pt x="243" y="331"/>
                  <a:pt x="243" y="331"/>
                </a:cubicBezTo>
                <a:cubicBezTo>
                  <a:pt x="243" y="331"/>
                  <a:pt x="243" y="331"/>
                  <a:pt x="243" y="331"/>
                </a:cubicBezTo>
                <a:cubicBezTo>
                  <a:pt x="243" y="333"/>
                  <a:pt x="243" y="333"/>
                  <a:pt x="243" y="333"/>
                </a:cubicBezTo>
                <a:cubicBezTo>
                  <a:pt x="243" y="333"/>
                  <a:pt x="243" y="333"/>
                  <a:pt x="243" y="333"/>
                </a:cubicBezTo>
                <a:cubicBezTo>
                  <a:pt x="244" y="334"/>
                  <a:pt x="244" y="334"/>
                  <a:pt x="244" y="334"/>
                </a:cubicBezTo>
                <a:cubicBezTo>
                  <a:pt x="244" y="334"/>
                  <a:pt x="244" y="334"/>
                  <a:pt x="244" y="334"/>
                </a:cubicBezTo>
                <a:cubicBezTo>
                  <a:pt x="246" y="335"/>
                  <a:pt x="246" y="335"/>
                  <a:pt x="246" y="335"/>
                </a:cubicBezTo>
                <a:cubicBezTo>
                  <a:pt x="246" y="335"/>
                  <a:pt x="246" y="335"/>
                  <a:pt x="246" y="335"/>
                </a:cubicBezTo>
                <a:cubicBezTo>
                  <a:pt x="248" y="335"/>
                  <a:pt x="248" y="335"/>
                  <a:pt x="248" y="335"/>
                </a:cubicBezTo>
                <a:cubicBezTo>
                  <a:pt x="248" y="335"/>
                  <a:pt x="248" y="335"/>
                  <a:pt x="248" y="335"/>
                </a:cubicBezTo>
                <a:cubicBezTo>
                  <a:pt x="249" y="336"/>
                  <a:pt x="249" y="336"/>
                  <a:pt x="249" y="336"/>
                </a:cubicBezTo>
                <a:cubicBezTo>
                  <a:pt x="249" y="336"/>
                  <a:pt x="249" y="336"/>
                  <a:pt x="249" y="336"/>
                </a:cubicBezTo>
                <a:cubicBezTo>
                  <a:pt x="250" y="336"/>
                  <a:pt x="250" y="336"/>
                  <a:pt x="250" y="336"/>
                </a:cubicBezTo>
                <a:cubicBezTo>
                  <a:pt x="250" y="336"/>
                  <a:pt x="250" y="336"/>
                  <a:pt x="250" y="336"/>
                </a:cubicBezTo>
                <a:cubicBezTo>
                  <a:pt x="251" y="337"/>
                  <a:pt x="251" y="337"/>
                  <a:pt x="251" y="337"/>
                </a:cubicBezTo>
                <a:cubicBezTo>
                  <a:pt x="251" y="337"/>
                  <a:pt x="251" y="337"/>
                  <a:pt x="251" y="337"/>
                </a:cubicBezTo>
                <a:cubicBezTo>
                  <a:pt x="253" y="338"/>
                  <a:pt x="253" y="338"/>
                  <a:pt x="253" y="338"/>
                </a:cubicBezTo>
                <a:cubicBezTo>
                  <a:pt x="253" y="338"/>
                  <a:pt x="253" y="338"/>
                  <a:pt x="253" y="338"/>
                </a:cubicBezTo>
                <a:cubicBezTo>
                  <a:pt x="208" y="370"/>
                  <a:pt x="208" y="370"/>
                  <a:pt x="208" y="370"/>
                </a:cubicBezTo>
                <a:cubicBezTo>
                  <a:pt x="208" y="370"/>
                  <a:pt x="208" y="370"/>
                  <a:pt x="208" y="370"/>
                </a:cubicBezTo>
                <a:cubicBezTo>
                  <a:pt x="189" y="384"/>
                  <a:pt x="189" y="384"/>
                  <a:pt x="189" y="384"/>
                </a:cubicBezTo>
                <a:cubicBezTo>
                  <a:pt x="185" y="386"/>
                  <a:pt x="185" y="386"/>
                  <a:pt x="185" y="386"/>
                </a:cubicBezTo>
                <a:cubicBezTo>
                  <a:pt x="159" y="402"/>
                  <a:pt x="159" y="402"/>
                  <a:pt x="159" y="402"/>
                </a:cubicBezTo>
                <a:cubicBezTo>
                  <a:pt x="159" y="402"/>
                  <a:pt x="159" y="402"/>
                  <a:pt x="159" y="402"/>
                </a:cubicBezTo>
                <a:cubicBezTo>
                  <a:pt x="158" y="404"/>
                  <a:pt x="158" y="404"/>
                  <a:pt x="158" y="404"/>
                </a:cubicBezTo>
                <a:cubicBezTo>
                  <a:pt x="158" y="404"/>
                  <a:pt x="158" y="404"/>
                  <a:pt x="158" y="404"/>
                </a:cubicBezTo>
                <a:cubicBezTo>
                  <a:pt x="157" y="405"/>
                  <a:pt x="157" y="405"/>
                  <a:pt x="157" y="405"/>
                </a:cubicBezTo>
                <a:cubicBezTo>
                  <a:pt x="157" y="405"/>
                  <a:pt x="157" y="405"/>
                  <a:pt x="157" y="405"/>
                </a:cubicBezTo>
                <a:cubicBezTo>
                  <a:pt x="157" y="406"/>
                  <a:pt x="157" y="406"/>
                  <a:pt x="157" y="406"/>
                </a:cubicBezTo>
                <a:cubicBezTo>
                  <a:pt x="157" y="406"/>
                  <a:pt x="157" y="406"/>
                  <a:pt x="157" y="406"/>
                </a:cubicBezTo>
                <a:cubicBezTo>
                  <a:pt x="157" y="407"/>
                  <a:pt x="157" y="407"/>
                  <a:pt x="157" y="407"/>
                </a:cubicBezTo>
                <a:cubicBezTo>
                  <a:pt x="157" y="407"/>
                  <a:pt x="157" y="407"/>
                  <a:pt x="157" y="407"/>
                </a:cubicBezTo>
                <a:cubicBezTo>
                  <a:pt x="157" y="409"/>
                  <a:pt x="157" y="409"/>
                  <a:pt x="157" y="409"/>
                </a:cubicBezTo>
                <a:cubicBezTo>
                  <a:pt x="157" y="409"/>
                  <a:pt x="157" y="409"/>
                  <a:pt x="157" y="409"/>
                </a:cubicBezTo>
                <a:cubicBezTo>
                  <a:pt x="157" y="410"/>
                  <a:pt x="157" y="410"/>
                  <a:pt x="157" y="410"/>
                </a:cubicBezTo>
                <a:cubicBezTo>
                  <a:pt x="157" y="410"/>
                  <a:pt x="157" y="410"/>
                  <a:pt x="157" y="410"/>
                </a:cubicBezTo>
                <a:cubicBezTo>
                  <a:pt x="157" y="410"/>
                  <a:pt x="157" y="410"/>
                  <a:pt x="157" y="410"/>
                </a:cubicBezTo>
                <a:cubicBezTo>
                  <a:pt x="157" y="410"/>
                  <a:pt x="157" y="410"/>
                  <a:pt x="157" y="410"/>
                </a:cubicBezTo>
                <a:cubicBezTo>
                  <a:pt x="158" y="411"/>
                  <a:pt x="158" y="411"/>
                  <a:pt x="158" y="411"/>
                </a:cubicBezTo>
                <a:cubicBezTo>
                  <a:pt x="158" y="411"/>
                  <a:pt x="158" y="411"/>
                  <a:pt x="158" y="411"/>
                </a:cubicBezTo>
                <a:cubicBezTo>
                  <a:pt x="161" y="412"/>
                  <a:pt x="161" y="412"/>
                  <a:pt x="161" y="412"/>
                </a:cubicBezTo>
                <a:cubicBezTo>
                  <a:pt x="161" y="412"/>
                  <a:pt x="161" y="412"/>
                  <a:pt x="161" y="412"/>
                </a:cubicBezTo>
                <a:cubicBezTo>
                  <a:pt x="165" y="412"/>
                  <a:pt x="165" y="412"/>
                  <a:pt x="165" y="412"/>
                </a:cubicBezTo>
                <a:cubicBezTo>
                  <a:pt x="165" y="412"/>
                  <a:pt x="165" y="412"/>
                  <a:pt x="165" y="412"/>
                </a:cubicBezTo>
                <a:cubicBezTo>
                  <a:pt x="168" y="411"/>
                  <a:pt x="168" y="411"/>
                  <a:pt x="168" y="411"/>
                </a:cubicBezTo>
                <a:cubicBezTo>
                  <a:pt x="168" y="411"/>
                  <a:pt x="168" y="411"/>
                  <a:pt x="168" y="411"/>
                </a:cubicBezTo>
                <a:cubicBezTo>
                  <a:pt x="172" y="410"/>
                  <a:pt x="172" y="410"/>
                  <a:pt x="172" y="410"/>
                </a:cubicBezTo>
                <a:cubicBezTo>
                  <a:pt x="172" y="410"/>
                  <a:pt x="172" y="410"/>
                  <a:pt x="172" y="410"/>
                </a:cubicBezTo>
                <a:cubicBezTo>
                  <a:pt x="175" y="409"/>
                  <a:pt x="175" y="409"/>
                  <a:pt x="175" y="409"/>
                </a:cubicBezTo>
                <a:cubicBezTo>
                  <a:pt x="175" y="409"/>
                  <a:pt x="175" y="409"/>
                  <a:pt x="175" y="409"/>
                </a:cubicBezTo>
                <a:cubicBezTo>
                  <a:pt x="178" y="406"/>
                  <a:pt x="178" y="406"/>
                  <a:pt x="178" y="406"/>
                </a:cubicBezTo>
                <a:cubicBezTo>
                  <a:pt x="178" y="406"/>
                  <a:pt x="178" y="406"/>
                  <a:pt x="178" y="406"/>
                </a:cubicBezTo>
                <a:cubicBezTo>
                  <a:pt x="181" y="404"/>
                  <a:pt x="181" y="404"/>
                  <a:pt x="181" y="404"/>
                </a:cubicBezTo>
                <a:cubicBezTo>
                  <a:pt x="181" y="404"/>
                  <a:pt x="181" y="404"/>
                  <a:pt x="181" y="404"/>
                </a:cubicBezTo>
                <a:cubicBezTo>
                  <a:pt x="185" y="401"/>
                  <a:pt x="185" y="401"/>
                  <a:pt x="185" y="401"/>
                </a:cubicBezTo>
                <a:cubicBezTo>
                  <a:pt x="185" y="401"/>
                  <a:pt x="185" y="401"/>
                  <a:pt x="185" y="401"/>
                </a:cubicBezTo>
                <a:cubicBezTo>
                  <a:pt x="212" y="386"/>
                  <a:pt x="212" y="386"/>
                  <a:pt x="212" y="386"/>
                </a:cubicBezTo>
                <a:cubicBezTo>
                  <a:pt x="212" y="386"/>
                  <a:pt x="212" y="386"/>
                  <a:pt x="212" y="386"/>
                </a:cubicBezTo>
                <a:cubicBezTo>
                  <a:pt x="205" y="394"/>
                  <a:pt x="205" y="394"/>
                  <a:pt x="205" y="394"/>
                </a:cubicBezTo>
                <a:cubicBezTo>
                  <a:pt x="205" y="394"/>
                  <a:pt x="205" y="394"/>
                  <a:pt x="205" y="394"/>
                </a:cubicBezTo>
                <a:cubicBezTo>
                  <a:pt x="198" y="400"/>
                  <a:pt x="198" y="400"/>
                  <a:pt x="198" y="400"/>
                </a:cubicBezTo>
                <a:cubicBezTo>
                  <a:pt x="198" y="400"/>
                  <a:pt x="198" y="400"/>
                  <a:pt x="198" y="400"/>
                </a:cubicBezTo>
                <a:cubicBezTo>
                  <a:pt x="190" y="407"/>
                  <a:pt x="190" y="407"/>
                  <a:pt x="190" y="407"/>
                </a:cubicBezTo>
                <a:cubicBezTo>
                  <a:pt x="190" y="407"/>
                  <a:pt x="190" y="407"/>
                  <a:pt x="190" y="407"/>
                </a:cubicBezTo>
                <a:cubicBezTo>
                  <a:pt x="182" y="412"/>
                  <a:pt x="182" y="412"/>
                  <a:pt x="182" y="412"/>
                </a:cubicBezTo>
                <a:cubicBezTo>
                  <a:pt x="182" y="412"/>
                  <a:pt x="182" y="412"/>
                  <a:pt x="182" y="412"/>
                </a:cubicBezTo>
                <a:cubicBezTo>
                  <a:pt x="174" y="419"/>
                  <a:pt x="174" y="419"/>
                  <a:pt x="174" y="419"/>
                </a:cubicBezTo>
                <a:cubicBezTo>
                  <a:pt x="174" y="419"/>
                  <a:pt x="174" y="419"/>
                  <a:pt x="174" y="419"/>
                </a:cubicBezTo>
                <a:cubicBezTo>
                  <a:pt x="166" y="424"/>
                  <a:pt x="166" y="424"/>
                  <a:pt x="166" y="424"/>
                </a:cubicBezTo>
                <a:cubicBezTo>
                  <a:pt x="166" y="424"/>
                  <a:pt x="166" y="424"/>
                  <a:pt x="166" y="424"/>
                </a:cubicBezTo>
                <a:cubicBezTo>
                  <a:pt x="156" y="430"/>
                  <a:pt x="156" y="430"/>
                  <a:pt x="156" y="430"/>
                </a:cubicBezTo>
                <a:cubicBezTo>
                  <a:pt x="156" y="430"/>
                  <a:pt x="156" y="430"/>
                  <a:pt x="156" y="430"/>
                </a:cubicBezTo>
                <a:cubicBezTo>
                  <a:pt x="149" y="436"/>
                  <a:pt x="149" y="436"/>
                  <a:pt x="149" y="436"/>
                </a:cubicBezTo>
                <a:cubicBezTo>
                  <a:pt x="149" y="436"/>
                  <a:pt x="149" y="436"/>
                  <a:pt x="149" y="436"/>
                </a:cubicBezTo>
                <a:cubicBezTo>
                  <a:pt x="147" y="437"/>
                  <a:pt x="147" y="437"/>
                  <a:pt x="147" y="437"/>
                </a:cubicBezTo>
                <a:cubicBezTo>
                  <a:pt x="147" y="437"/>
                  <a:pt x="147" y="437"/>
                  <a:pt x="147" y="437"/>
                </a:cubicBezTo>
                <a:cubicBezTo>
                  <a:pt x="146" y="437"/>
                  <a:pt x="146" y="437"/>
                  <a:pt x="146" y="437"/>
                </a:cubicBezTo>
                <a:cubicBezTo>
                  <a:pt x="146" y="437"/>
                  <a:pt x="146" y="437"/>
                  <a:pt x="146" y="437"/>
                </a:cubicBezTo>
                <a:cubicBezTo>
                  <a:pt x="144" y="437"/>
                  <a:pt x="144" y="437"/>
                  <a:pt x="144" y="437"/>
                </a:cubicBezTo>
                <a:cubicBezTo>
                  <a:pt x="144" y="437"/>
                  <a:pt x="144" y="437"/>
                  <a:pt x="144" y="437"/>
                </a:cubicBezTo>
                <a:cubicBezTo>
                  <a:pt x="142" y="437"/>
                  <a:pt x="142" y="437"/>
                  <a:pt x="142" y="437"/>
                </a:cubicBezTo>
                <a:cubicBezTo>
                  <a:pt x="142" y="437"/>
                  <a:pt x="142" y="437"/>
                  <a:pt x="142" y="437"/>
                </a:cubicBezTo>
                <a:cubicBezTo>
                  <a:pt x="140" y="437"/>
                  <a:pt x="140" y="437"/>
                  <a:pt x="140" y="437"/>
                </a:cubicBezTo>
                <a:cubicBezTo>
                  <a:pt x="140" y="437"/>
                  <a:pt x="140" y="437"/>
                  <a:pt x="140" y="437"/>
                </a:cubicBezTo>
                <a:cubicBezTo>
                  <a:pt x="139" y="436"/>
                  <a:pt x="139" y="436"/>
                  <a:pt x="139" y="436"/>
                </a:cubicBezTo>
                <a:cubicBezTo>
                  <a:pt x="139" y="436"/>
                  <a:pt x="139" y="436"/>
                  <a:pt x="139" y="436"/>
                </a:cubicBezTo>
                <a:cubicBezTo>
                  <a:pt x="137" y="436"/>
                  <a:pt x="137" y="436"/>
                  <a:pt x="137" y="436"/>
                </a:cubicBezTo>
                <a:cubicBezTo>
                  <a:pt x="137" y="436"/>
                  <a:pt x="137" y="436"/>
                  <a:pt x="137" y="436"/>
                </a:cubicBezTo>
                <a:cubicBezTo>
                  <a:pt x="137" y="434"/>
                  <a:pt x="137" y="434"/>
                  <a:pt x="137" y="434"/>
                </a:cubicBezTo>
                <a:cubicBezTo>
                  <a:pt x="137" y="434"/>
                  <a:pt x="137" y="434"/>
                  <a:pt x="137" y="434"/>
                </a:cubicBezTo>
                <a:cubicBezTo>
                  <a:pt x="136" y="432"/>
                  <a:pt x="136" y="432"/>
                  <a:pt x="136" y="432"/>
                </a:cubicBezTo>
                <a:cubicBezTo>
                  <a:pt x="136" y="432"/>
                  <a:pt x="136" y="432"/>
                  <a:pt x="136" y="432"/>
                </a:cubicBezTo>
                <a:cubicBezTo>
                  <a:pt x="135" y="430"/>
                  <a:pt x="135" y="430"/>
                  <a:pt x="135" y="430"/>
                </a:cubicBezTo>
                <a:cubicBezTo>
                  <a:pt x="135" y="430"/>
                  <a:pt x="135" y="430"/>
                  <a:pt x="135" y="430"/>
                </a:cubicBezTo>
                <a:cubicBezTo>
                  <a:pt x="133" y="427"/>
                  <a:pt x="133" y="427"/>
                  <a:pt x="133" y="427"/>
                </a:cubicBezTo>
                <a:cubicBezTo>
                  <a:pt x="133" y="427"/>
                  <a:pt x="133" y="427"/>
                  <a:pt x="133" y="427"/>
                </a:cubicBezTo>
                <a:cubicBezTo>
                  <a:pt x="131" y="424"/>
                  <a:pt x="131" y="424"/>
                  <a:pt x="131" y="424"/>
                </a:cubicBezTo>
                <a:cubicBezTo>
                  <a:pt x="131" y="424"/>
                  <a:pt x="131" y="424"/>
                  <a:pt x="131" y="424"/>
                </a:cubicBezTo>
                <a:cubicBezTo>
                  <a:pt x="129" y="423"/>
                  <a:pt x="129" y="423"/>
                  <a:pt x="129" y="423"/>
                </a:cubicBezTo>
                <a:cubicBezTo>
                  <a:pt x="129" y="423"/>
                  <a:pt x="129" y="423"/>
                  <a:pt x="129" y="423"/>
                </a:cubicBezTo>
                <a:cubicBezTo>
                  <a:pt x="129" y="420"/>
                  <a:pt x="129" y="420"/>
                  <a:pt x="129" y="420"/>
                </a:cubicBezTo>
                <a:cubicBezTo>
                  <a:pt x="129" y="420"/>
                  <a:pt x="129" y="420"/>
                  <a:pt x="129" y="420"/>
                </a:cubicBezTo>
                <a:cubicBezTo>
                  <a:pt x="129" y="417"/>
                  <a:pt x="129" y="417"/>
                  <a:pt x="129" y="417"/>
                </a:cubicBezTo>
                <a:cubicBezTo>
                  <a:pt x="129" y="417"/>
                  <a:pt x="129" y="417"/>
                  <a:pt x="129" y="417"/>
                </a:cubicBezTo>
                <a:cubicBezTo>
                  <a:pt x="132" y="414"/>
                  <a:pt x="132" y="414"/>
                  <a:pt x="132" y="414"/>
                </a:cubicBezTo>
                <a:cubicBezTo>
                  <a:pt x="132" y="414"/>
                  <a:pt x="132" y="414"/>
                  <a:pt x="132" y="414"/>
                </a:cubicBezTo>
                <a:cubicBezTo>
                  <a:pt x="187" y="380"/>
                  <a:pt x="187" y="380"/>
                  <a:pt x="187" y="380"/>
                </a:cubicBezTo>
                <a:cubicBezTo>
                  <a:pt x="187" y="380"/>
                  <a:pt x="187" y="380"/>
                  <a:pt x="187" y="380"/>
                </a:cubicBezTo>
                <a:cubicBezTo>
                  <a:pt x="187" y="380"/>
                  <a:pt x="187" y="380"/>
                  <a:pt x="187" y="380"/>
                </a:cubicBezTo>
                <a:cubicBezTo>
                  <a:pt x="187" y="380"/>
                  <a:pt x="187" y="380"/>
                  <a:pt x="187" y="380"/>
                </a:cubicBezTo>
                <a:cubicBezTo>
                  <a:pt x="188" y="380"/>
                  <a:pt x="188" y="380"/>
                  <a:pt x="188" y="380"/>
                </a:cubicBezTo>
                <a:cubicBezTo>
                  <a:pt x="188" y="380"/>
                  <a:pt x="188" y="380"/>
                  <a:pt x="188" y="380"/>
                </a:cubicBezTo>
                <a:cubicBezTo>
                  <a:pt x="189" y="379"/>
                  <a:pt x="189" y="379"/>
                  <a:pt x="189" y="379"/>
                </a:cubicBezTo>
                <a:cubicBezTo>
                  <a:pt x="189" y="379"/>
                  <a:pt x="189" y="379"/>
                  <a:pt x="189" y="379"/>
                </a:cubicBezTo>
                <a:cubicBezTo>
                  <a:pt x="191" y="378"/>
                  <a:pt x="191" y="378"/>
                  <a:pt x="191" y="378"/>
                </a:cubicBezTo>
                <a:cubicBezTo>
                  <a:pt x="191" y="378"/>
                  <a:pt x="191" y="378"/>
                  <a:pt x="191" y="378"/>
                </a:cubicBezTo>
                <a:cubicBezTo>
                  <a:pt x="191" y="378"/>
                  <a:pt x="191" y="378"/>
                  <a:pt x="191" y="378"/>
                </a:cubicBezTo>
                <a:cubicBezTo>
                  <a:pt x="191" y="378"/>
                  <a:pt x="191" y="378"/>
                  <a:pt x="191" y="378"/>
                </a:cubicBezTo>
                <a:cubicBezTo>
                  <a:pt x="193" y="376"/>
                  <a:pt x="193" y="376"/>
                  <a:pt x="193" y="376"/>
                </a:cubicBezTo>
                <a:cubicBezTo>
                  <a:pt x="193" y="376"/>
                  <a:pt x="193" y="376"/>
                  <a:pt x="193" y="376"/>
                </a:cubicBezTo>
                <a:cubicBezTo>
                  <a:pt x="194" y="376"/>
                  <a:pt x="194" y="376"/>
                  <a:pt x="194" y="376"/>
                </a:cubicBezTo>
                <a:cubicBezTo>
                  <a:pt x="194" y="376"/>
                  <a:pt x="194" y="376"/>
                  <a:pt x="194" y="376"/>
                </a:cubicBezTo>
                <a:cubicBezTo>
                  <a:pt x="196" y="374"/>
                  <a:pt x="196" y="374"/>
                  <a:pt x="196" y="374"/>
                </a:cubicBezTo>
                <a:cubicBezTo>
                  <a:pt x="196" y="374"/>
                  <a:pt x="196" y="374"/>
                  <a:pt x="196" y="374"/>
                </a:cubicBezTo>
                <a:cubicBezTo>
                  <a:pt x="196" y="374"/>
                  <a:pt x="196" y="374"/>
                  <a:pt x="196" y="374"/>
                </a:cubicBezTo>
                <a:cubicBezTo>
                  <a:pt x="196" y="374"/>
                  <a:pt x="196" y="374"/>
                  <a:pt x="196" y="374"/>
                </a:cubicBezTo>
                <a:cubicBezTo>
                  <a:pt x="196" y="372"/>
                  <a:pt x="196" y="372"/>
                  <a:pt x="196" y="372"/>
                </a:cubicBezTo>
                <a:cubicBezTo>
                  <a:pt x="196" y="372"/>
                  <a:pt x="196" y="372"/>
                  <a:pt x="196" y="372"/>
                </a:cubicBezTo>
                <a:cubicBezTo>
                  <a:pt x="196" y="372"/>
                  <a:pt x="196" y="372"/>
                  <a:pt x="196" y="372"/>
                </a:cubicBezTo>
                <a:cubicBezTo>
                  <a:pt x="196" y="372"/>
                  <a:pt x="196" y="372"/>
                  <a:pt x="196" y="372"/>
                </a:cubicBezTo>
                <a:cubicBezTo>
                  <a:pt x="197" y="370"/>
                  <a:pt x="197" y="370"/>
                  <a:pt x="197" y="370"/>
                </a:cubicBezTo>
                <a:cubicBezTo>
                  <a:pt x="197" y="370"/>
                  <a:pt x="197" y="370"/>
                  <a:pt x="197" y="370"/>
                </a:cubicBezTo>
                <a:cubicBezTo>
                  <a:pt x="196" y="369"/>
                  <a:pt x="196" y="369"/>
                  <a:pt x="196" y="369"/>
                </a:cubicBezTo>
                <a:cubicBezTo>
                  <a:pt x="196" y="369"/>
                  <a:pt x="196" y="369"/>
                  <a:pt x="196" y="369"/>
                </a:cubicBezTo>
                <a:cubicBezTo>
                  <a:pt x="196" y="367"/>
                  <a:pt x="196" y="367"/>
                  <a:pt x="196" y="367"/>
                </a:cubicBezTo>
                <a:cubicBezTo>
                  <a:pt x="196" y="367"/>
                  <a:pt x="196" y="367"/>
                  <a:pt x="196" y="367"/>
                </a:cubicBezTo>
                <a:cubicBezTo>
                  <a:pt x="196" y="367"/>
                  <a:pt x="196" y="367"/>
                  <a:pt x="196" y="367"/>
                </a:cubicBezTo>
                <a:cubicBezTo>
                  <a:pt x="196" y="367"/>
                  <a:pt x="196" y="367"/>
                  <a:pt x="196" y="367"/>
                </a:cubicBezTo>
                <a:cubicBezTo>
                  <a:pt x="196" y="365"/>
                  <a:pt x="196" y="365"/>
                  <a:pt x="196" y="365"/>
                </a:cubicBezTo>
                <a:cubicBezTo>
                  <a:pt x="196" y="365"/>
                  <a:pt x="196" y="365"/>
                  <a:pt x="196" y="365"/>
                </a:cubicBezTo>
                <a:cubicBezTo>
                  <a:pt x="191" y="365"/>
                  <a:pt x="191" y="365"/>
                  <a:pt x="191" y="365"/>
                </a:cubicBezTo>
                <a:cubicBezTo>
                  <a:pt x="191" y="365"/>
                  <a:pt x="191" y="365"/>
                  <a:pt x="191" y="365"/>
                </a:cubicBezTo>
                <a:cubicBezTo>
                  <a:pt x="189" y="363"/>
                  <a:pt x="189" y="363"/>
                  <a:pt x="189" y="363"/>
                </a:cubicBezTo>
                <a:cubicBezTo>
                  <a:pt x="189" y="363"/>
                  <a:pt x="189" y="363"/>
                  <a:pt x="189" y="363"/>
                </a:cubicBezTo>
                <a:cubicBezTo>
                  <a:pt x="186" y="361"/>
                  <a:pt x="186" y="361"/>
                  <a:pt x="186" y="361"/>
                </a:cubicBezTo>
                <a:cubicBezTo>
                  <a:pt x="186" y="361"/>
                  <a:pt x="186" y="361"/>
                  <a:pt x="186" y="361"/>
                </a:cubicBezTo>
                <a:cubicBezTo>
                  <a:pt x="185" y="358"/>
                  <a:pt x="185" y="358"/>
                  <a:pt x="185" y="358"/>
                </a:cubicBezTo>
                <a:cubicBezTo>
                  <a:pt x="185" y="358"/>
                  <a:pt x="185" y="358"/>
                  <a:pt x="185" y="358"/>
                </a:cubicBezTo>
                <a:cubicBezTo>
                  <a:pt x="183" y="355"/>
                  <a:pt x="183" y="355"/>
                  <a:pt x="183" y="355"/>
                </a:cubicBezTo>
                <a:cubicBezTo>
                  <a:pt x="183" y="355"/>
                  <a:pt x="183" y="355"/>
                  <a:pt x="183" y="355"/>
                </a:cubicBezTo>
                <a:cubicBezTo>
                  <a:pt x="182" y="353"/>
                  <a:pt x="182" y="353"/>
                  <a:pt x="182" y="353"/>
                </a:cubicBezTo>
                <a:cubicBezTo>
                  <a:pt x="182" y="353"/>
                  <a:pt x="182" y="353"/>
                  <a:pt x="182" y="353"/>
                </a:cubicBezTo>
                <a:cubicBezTo>
                  <a:pt x="182" y="351"/>
                  <a:pt x="182" y="350"/>
                  <a:pt x="181" y="349"/>
                </a:cubicBezTo>
                <a:cubicBezTo>
                  <a:pt x="181" y="349"/>
                  <a:pt x="181" y="349"/>
                  <a:pt x="181" y="349"/>
                </a:cubicBezTo>
                <a:cubicBezTo>
                  <a:pt x="181" y="348"/>
                  <a:pt x="181" y="346"/>
                  <a:pt x="180" y="345"/>
                </a:cubicBezTo>
                <a:cubicBezTo>
                  <a:pt x="180" y="345"/>
                  <a:pt x="180" y="345"/>
                  <a:pt x="180" y="345"/>
                </a:cubicBezTo>
                <a:cubicBezTo>
                  <a:pt x="179" y="341"/>
                  <a:pt x="178" y="338"/>
                  <a:pt x="177" y="334"/>
                </a:cubicBezTo>
                <a:cubicBezTo>
                  <a:pt x="177" y="334"/>
                  <a:pt x="177" y="334"/>
                  <a:pt x="177" y="334"/>
                </a:cubicBezTo>
                <a:cubicBezTo>
                  <a:pt x="177" y="326"/>
                  <a:pt x="178" y="319"/>
                  <a:pt x="178" y="311"/>
                </a:cubicBezTo>
                <a:cubicBezTo>
                  <a:pt x="178" y="311"/>
                  <a:pt x="178" y="311"/>
                  <a:pt x="178" y="311"/>
                </a:cubicBezTo>
                <a:cubicBezTo>
                  <a:pt x="180" y="308"/>
                  <a:pt x="181" y="304"/>
                  <a:pt x="182" y="300"/>
                </a:cubicBezTo>
                <a:cubicBezTo>
                  <a:pt x="182" y="300"/>
                  <a:pt x="182" y="300"/>
                  <a:pt x="182" y="300"/>
                </a:cubicBezTo>
                <a:cubicBezTo>
                  <a:pt x="184" y="297"/>
                  <a:pt x="185" y="293"/>
                  <a:pt x="187" y="290"/>
                </a:cubicBezTo>
                <a:cubicBezTo>
                  <a:pt x="187" y="290"/>
                  <a:pt x="187" y="290"/>
                  <a:pt x="187" y="290"/>
                </a:cubicBezTo>
                <a:cubicBezTo>
                  <a:pt x="189" y="287"/>
                  <a:pt x="191" y="283"/>
                  <a:pt x="193" y="280"/>
                </a:cubicBezTo>
                <a:cubicBezTo>
                  <a:pt x="193" y="280"/>
                  <a:pt x="193" y="280"/>
                  <a:pt x="193" y="280"/>
                </a:cubicBezTo>
                <a:cubicBezTo>
                  <a:pt x="195" y="276"/>
                  <a:pt x="197" y="273"/>
                  <a:pt x="199" y="269"/>
                </a:cubicBezTo>
                <a:cubicBezTo>
                  <a:pt x="199" y="269"/>
                  <a:pt x="199" y="269"/>
                  <a:pt x="199" y="269"/>
                </a:cubicBezTo>
                <a:cubicBezTo>
                  <a:pt x="207" y="259"/>
                  <a:pt x="207" y="259"/>
                  <a:pt x="207" y="259"/>
                </a:cubicBezTo>
                <a:cubicBezTo>
                  <a:pt x="207" y="259"/>
                  <a:pt x="207" y="259"/>
                  <a:pt x="207" y="259"/>
                </a:cubicBezTo>
                <a:cubicBezTo>
                  <a:pt x="194" y="268"/>
                  <a:pt x="181" y="276"/>
                  <a:pt x="168" y="284"/>
                </a:cubicBezTo>
                <a:cubicBezTo>
                  <a:pt x="168" y="284"/>
                  <a:pt x="168" y="284"/>
                  <a:pt x="168" y="284"/>
                </a:cubicBezTo>
                <a:cubicBezTo>
                  <a:pt x="163" y="288"/>
                  <a:pt x="160" y="289"/>
                  <a:pt x="154" y="285"/>
                </a:cubicBezTo>
                <a:cubicBezTo>
                  <a:pt x="154" y="285"/>
                  <a:pt x="154" y="285"/>
                  <a:pt x="154" y="285"/>
                </a:cubicBezTo>
                <a:cubicBezTo>
                  <a:pt x="153" y="285"/>
                  <a:pt x="152" y="285"/>
                  <a:pt x="151" y="285"/>
                </a:cubicBezTo>
                <a:cubicBezTo>
                  <a:pt x="151" y="285"/>
                  <a:pt x="151" y="285"/>
                  <a:pt x="151" y="285"/>
                </a:cubicBezTo>
                <a:cubicBezTo>
                  <a:pt x="150" y="285"/>
                  <a:pt x="150" y="284"/>
                  <a:pt x="149" y="283"/>
                </a:cubicBezTo>
                <a:cubicBezTo>
                  <a:pt x="149" y="283"/>
                  <a:pt x="149" y="283"/>
                  <a:pt x="149" y="283"/>
                </a:cubicBezTo>
                <a:cubicBezTo>
                  <a:pt x="148" y="283"/>
                  <a:pt x="147" y="282"/>
                  <a:pt x="146" y="282"/>
                </a:cubicBezTo>
                <a:cubicBezTo>
                  <a:pt x="146" y="282"/>
                  <a:pt x="146" y="282"/>
                  <a:pt x="146" y="282"/>
                </a:cubicBezTo>
                <a:cubicBezTo>
                  <a:pt x="145" y="281"/>
                  <a:pt x="145" y="280"/>
                  <a:pt x="145" y="279"/>
                </a:cubicBezTo>
                <a:cubicBezTo>
                  <a:pt x="145" y="279"/>
                  <a:pt x="145" y="279"/>
                  <a:pt x="145" y="279"/>
                </a:cubicBezTo>
                <a:cubicBezTo>
                  <a:pt x="142" y="278"/>
                  <a:pt x="140" y="276"/>
                  <a:pt x="138" y="274"/>
                </a:cubicBezTo>
                <a:cubicBezTo>
                  <a:pt x="138" y="274"/>
                  <a:pt x="138" y="274"/>
                  <a:pt x="138" y="274"/>
                </a:cubicBezTo>
                <a:cubicBezTo>
                  <a:pt x="138" y="274"/>
                  <a:pt x="137" y="273"/>
                  <a:pt x="136" y="273"/>
                </a:cubicBezTo>
                <a:cubicBezTo>
                  <a:pt x="136" y="273"/>
                  <a:pt x="136" y="273"/>
                  <a:pt x="136" y="273"/>
                </a:cubicBezTo>
                <a:cubicBezTo>
                  <a:pt x="136" y="273"/>
                  <a:pt x="135" y="273"/>
                  <a:pt x="134" y="272"/>
                </a:cubicBezTo>
                <a:cubicBezTo>
                  <a:pt x="134" y="272"/>
                  <a:pt x="134" y="272"/>
                  <a:pt x="134" y="272"/>
                </a:cubicBezTo>
                <a:cubicBezTo>
                  <a:pt x="133" y="272"/>
                  <a:pt x="133" y="272"/>
                  <a:pt x="132" y="271"/>
                </a:cubicBezTo>
                <a:cubicBezTo>
                  <a:pt x="132" y="271"/>
                  <a:pt x="132" y="271"/>
                  <a:pt x="132" y="271"/>
                </a:cubicBezTo>
                <a:cubicBezTo>
                  <a:pt x="132" y="271"/>
                  <a:pt x="131" y="270"/>
                  <a:pt x="131" y="269"/>
                </a:cubicBezTo>
                <a:cubicBezTo>
                  <a:pt x="131" y="269"/>
                  <a:pt x="131" y="269"/>
                  <a:pt x="131" y="269"/>
                </a:cubicBezTo>
                <a:cubicBezTo>
                  <a:pt x="130" y="270"/>
                  <a:pt x="129" y="270"/>
                  <a:pt x="128" y="270"/>
                </a:cubicBezTo>
                <a:cubicBezTo>
                  <a:pt x="128" y="270"/>
                  <a:pt x="128" y="270"/>
                  <a:pt x="128" y="270"/>
                </a:cubicBezTo>
                <a:cubicBezTo>
                  <a:pt x="127" y="271"/>
                  <a:pt x="126" y="271"/>
                  <a:pt x="126" y="271"/>
                </a:cubicBezTo>
                <a:cubicBezTo>
                  <a:pt x="126" y="271"/>
                  <a:pt x="126" y="271"/>
                  <a:pt x="126" y="271"/>
                </a:cubicBezTo>
                <a:cubicBezTo>
                  <a:pt x="125" y="272"/>
                  <a:pt x="125" y="273"/>
                  <a:pt x="125" y="273"/>
                </a:cubicBezTo>
                <a:cubicBezTo>
                  <a:pt x="125" y="273"/>
                  <a:pt x="125" y="273"/>
                  <a:pt x="125" y="273"/>
                </a:cubicBezTo>
                <a:cubicBezTo>
                  <a:pt x="124" y="274"/>
                  <a:pt x="124" y="274"/>
                  <a:pt x="123" y="275"/>
                </a:cubicBezTo>
                <a:cubicBezTo>
                  <a:pt x="123" y="275"/>
                  <a:pt x="123" y="275"/>
                  <a:pt x="123" y="275"/>
                </a:cubicBezTo>
                <a:cubicBezTo>
                  <a:pt x="123" y="276"/>
                  <a:pt x="123" y="277"/>
                  <a:pt x="122" y="278"/>
                </a:cubicBezTo>
                <a:cubicBezTo>
                  <a:pt x="122" y="278"/>
                  <a:pt x="122" y="278"/>
                  <a:pt x="122" y="278"/>
                </a:cubicBezTo>
                <a:cubicBezTo>
                  <a:pt x="122" y="279"/>
                  <a:pt x="122" y="279"/>
                  <a:pt x="122" y="280"/>
                </a:cubicBezTo>
                <a:cubicBezTo>
                  <a:pt x="122" y="280"/>
                  <a:pt x="122" y="280"/>
                  <a:pt x="122" y="280"/>
                </a:cubicBezTo>
                <a:cubicBezTo>
                  <a:pt x="121" y="280"/>
                  <a:pt x="120" y="280"/>
                  <a:pt x="119" y="281"/>
                </a:cubicBezTo>
                <a:cubicBezTo>
                  <a:pt x="119" y="281"/>
                  <a:pt x="119" y="281"/>
                  <a:pt x="119" y="281"/>
                </a:cubicBezTo>
                <a:cubicBezTo>
                  <a:pt x="119" y="281"/>
                  <a:pt x="119" y="281"/>
                  <a:pt x="118" y="281"/>
                </a:cubicBezTo>
                <a:cubicBezTo>
                  <a:pt x="118" y="281"/>
                  <a:pt x="118" y="281"/>
                  <a:pt x="118" y="281"/>
                </a:cubicBezTo>
                <a:cubicBezTo>
                  <a:pt x="94" y="324"/>
                  <a:pt x="94" y="324"/>
                  <a:pt x="94" y="324"/>
                </a:cubicBezTo>
                <a:cubicBezTo>
                  <a:pt x="94" y="324"/>
                  <a:pt x="94" y="324"/>
                  <a:pt x="94" y="324"/>
                </a:cubicBezTo>
                <a:cubicBezTo>
                  <a:pt x="63" y="378"/>
                  <a:pt x="63" y="378"/>
                  <a:pt x="63" y="378"/>
                </a:cubicBezTo>
                <a:cubicBezTo>
                  <a:pt x="63" y="378"/>
                  <a:pt x="63" y="378"/>
                  <a:pt x="63" y="378"/>
                </a:cubicBezTo>
                <a:cubicBezTo>
                  <a:pt x="20" y="459"/>
                  <a:pt x="20" y="459"/>
                  <a:pt x="20" y="459"/>
                </a:cubicBezTo>
                <a:lnTo>
                  <a:pt x="19" y="460"/>
                </a:lnTo>
                <a:close/>
                <a:moveTo>
                  <a:pt x="1093" y="454"/>
                </a:moveTo>
                <a:cubicBezTo>
                  <a:pt x="1090" y="452"/>
                  <a:pt x="1090" y="452"/>
                  <a:pt x="1090" y="452"/>
                </a:cubicBezTo>
                <a:cubicBezTo>
                  <a:pt x="1090" y="452"/>
                  <a:pt x="1090" y="452"/>
                  <a:pt x="1090" y="452"/>
                </a:cubicBezTo>
                <a:cubicBezTo>
                  <a:pt x="1088" y="450"/>
                  <a:pt x="1088" y="450"/>
                  <a:pt x="1088" y="450"/>
                </a:cubicBezTo>
                <a:cubicBezTo>
                  <a:pt x="1088" y="450"/>
                  <a:pt x="1088" y="450"/>
                  <a:pt x="1088" y="450"/>
                </a:cubicBezTo>
                <a:cubicBezTo>
                  <a:pt x="1086" y="447"/>
                  <a:pt x="1086" y="447"/>
                  <a:pt x="1086" y="447"/>
                </a:cubicBezTo>
                <a:cubicBezTo>
                  <a:pt x="1086" y="447"/>
                  <a:pt x="1086" y="447"/>
                  <a:pt x="1086" y="447"/>
                </a:cubicBezTo>
                <a:cubicBezTo>
                  <a:pt x="1086" y="443"/>
                  <a:pt x="1086" y="443"/>
                  <a:pt x="1086" y="443"/>
                </a:cubicBezTo>
                <a:cubicBezTo>
                  <a:pt x="1086" y="443"/>
                  <a:pt x="1086" y="443"/>
                  <a:pt x="1086" y="443"/>
                </a:cubicBezTo>
                <a:cubicBezTo>
                  <a:pt x="1086" y="440"/>
                  <a:pt x="1086" y="440"/>
                  <a:pt x="1086" y="440"/>
                </a:cubicBezTo>
                <a:cubicBezTo>
                  <a:pt x="1086" y="440"/>
                  <a:pt x="1086" y="440"/>
                  <a:pt x="1086" y="440"/>
                </a:cubicBezTo>
                <a:cubicBezTo>
                  <a:pt x="1086" y="436"/>
                  <a:pt x="1086" y="436"/>
                  <a:pt x="1086" y="436"/>
                </a:cubicBezTo>
                <a:cubicBezTo>
                  <a:pt x="1086" y="436"/>
                  <a:pt x="1086" y="436"/>
                  <a:pt x="1086" y="436"/>
                </a:cubicBezTo>
                <a:cubicBezTo>
                  <a:pt x="1086" y="433"/>
                  <a:pt x="1086" y="433"/>
                  <a:pt x="1086" y="433"/>
                </a:cubicBezTo>
                <a:cubicBezTo>
                  <a:pt x="1086" y="433"/>
                  <a:pt x="1086" y="433"/>
                  <a:pt x="1086" y="433"/>
                </a:cubicBezTo>
                <a:cubicBezTo>
                  <a:pt x="1089" y="428"/>
                  <a:pt x="1089" y="428"/>
                  <a:pt x="1089" y="428"/>
                </a:cubicBezTo>
                <a:cubicBezTo>
                  <a:pt x="1089" y="428"/>
                  <a:pt x="1089" y="428"/>
                  <a:pt x="1089" y="428"/>
                </a:cubicBezTo>
                <a:cubicBezTo>
                  <a:pt x="1095" y="425"/>
                  <a:pt x="1095" y="425"/>
                  <a:pt x="1095" y="425"/>
                </a:cubicBezTo>
                <a:cubicBezTo>
                  <a:pt x="1095" y="425"/>
                  <a:pt x="1095" y="425"/>
                  <a:pt x="1095" y="425"/>
                </a:cubicBezTo>
                <a:cubicBezTo>
                  <a:pt x="1102" y="421"/>
                  <a:pt x="1102" y="421"/>
                  <a:pt x="1102" y="421"/>
                </a:cubicBezTo>
                <a:cubicBezTo>
                  <a:pt x="1102" y="421"/>
                  <a:pt x="1102" y="421"/>
                  <a:pt x="1102" y="421"/>
                </a:cubicBezTo>
                <a:cubicBezTo>
                  <a:pt x="1109" y="417"/>
                  <a:pt x="1109" y="417"/>
                  <a:pt x="1109" y="417"/>
                </a:cubicBezTo>
                <a:cubicBezTo>
                  <a:pt x="1109" y="417"/>
                  <a:pt x="1109" y="417"/>
                  <a:pt x="1109" y="417"/>
                </a:cubicBezTo>
                <a:cubicBezTo>
                  <a:pt x="1115" y="411"/>
                  <a:pt x="1115" y="411"/>
                  <a:pt x="1115" y="411"/>
                </a:cubicBezTo>
                <a:cubicBezTo>
                  <a:pt x="1115" y="411"/>
                  <a:pt x="1115" y="411"/>
                  <a:pt x="1115" y="411"/>
                </a:cubicBezTo>
                <a:cubicBezTo>
                  <a:pt x="1121" y="407"/>
                  <a:pt x="1121" y="407"/>
                  <a:pt x="1121" y="407"/>
                </a:cubicBezTo>
                <a:cubicBezTo>
                  <a:pt x="1121" y="407"/>
                  <a:pt x="1121" y="407"/>
                  <a:pt x="1121" y="407"/>
                </a:cubicBezTo>
                <a:cubicBezTo>
                  <a:pt x="1128" y="402"/>
                  <a:pt x="1128" y="402"/>
                  <a:pt x="1128" y="402"/>
                </a:cubicBezTo>
                <a:cubicBezTo>
                  <a:pt x="1128" y="402"/>
                  <a:pt x="1128" y="402"/>
                  <a:pt x="1128" y="402"/>
                </a:cubicBezTo>
                <a:cubicBezTo>
                  <a:pt x="1134" y="398"/>
                  <a:pt x="1134" y="398"/>
                  <a:pt x="1134" y="398"/>
                </a:cubicBezTo>
                <a:cubicBezTo>
                  <a:pt x="1134" y="398"/>
                  <a:pt x="1134" y="398"/>
                  <a:pt x="1134" y="398"/>
                </a:cubicBezTo>
                <a:cubicBezTo>
                  <a:pt x="1142" y="394"/>
                  <a:pt x="1142" y="394"/>
                  <a:pt x="1142" y="394"/>
                </a:cubicBezTo>
                <a:cubicBezTo>
                  <a:pt x="1142" y="394"/>
                  <a:pt x="1142" y="394"/>
                  <a:pt x="1142" y="394"/>
                </a:cubicBezTo>
                <a:cubicBezTo>
                  <a:pt x="1169" y="374"/>
                  <a:pt x="1169" y="374"/>
                  <a:pt x="1169" y="374"/>
                </a:cubicBezTo>
                <a:cubicBezTo>
                  <a:pt x="1169" y="374"/>
                  <a:pt x="1169" y="374"/>
                  <a:pt x="1169" y="374"/>
                </a:cubicBezTo>
                <a:cubicBezTo>
                  <a:pt x="1171" y="371"/>
                  <a:pt x="1171" y="371"/>
                  <a:pt x="1171" y="371"/>
                </a:cubicBezTo>
                <a:cubicBezTo>
                  <a:pt x="1171" y="371"/>
                  <a:pt x="1171" y="371"/>
                  <a:pt x="1171" y="371"/>
                </a:cubicBezTo>
                <a:cubicBezTo>
                  <a:pt x="1174" y="367"/>
                  <a:pt x="1174" y="367"/>
                  <a:pt x="1174" y="367"/>
                </a:cubicBezTo>
                <a:cubicBezTo>
                  <a:pt x="1174" y="367"/>
                  <a:pt x="1174" y="367"/>
                  <a:pt x="1174" y="367"/>
                </a:cubicBezTo>
                <a:cubicBezTo>
                  <a:pt x="1177" y="364"/>
                  <a:pt x="1177" y="364"/>
                  <a:pt x="1177" y="364"/>
                </a:cubicBezTo>
                <a:cubicBezTo>
                  <a:pt x="1177" y="364"/>
                  <a:pt x="1177" y="364"/>
                  <a:pt x="1177" y="364"/>
                </a:cubicBezTo>
                <a:cubicBezTo>
                  <a:pt x="1180" y="358"/>
                  <a:pt x="1180" y="358"/>
                  <a:pt x="1180" y="358"/>
                </a:cubicBezTo>
                <a:cubicBezTo>
                  <a:pt x="1180" y="358"/>
                  <a:pt x="1180" y="358"/>
                  <a:pt x="1180" y="358"/>
                </a:cubicBezTo>
                <a:cubicBezTo>
                  <a:pt x="1182" y="354"/>
                  <a:pt x="1182" y="354"/>
                  <a:pt x="1182" y="354"/>
                </a:cubicBezTo>
                <a:cubicBezTo>
                  <a:pt x="1182" y="354"/>
                  <a:pt x="1182" y="354"/>
                  <a:pt x="1182" y="354"/>
                </a:cubicBezTo>
                <a:cubicBezTo>
                  <a:pt x="1184" y="349"/>
                  <a:pt x="1184" y="349"/>
                  <a:pt x="1184" y="349"/>
                </a:cubicBezTo>
                <a:cubicBezTo>
                  <a:pt x="1184" y="349"/>
                  <a:pt x="1184" y="349"/>
                  <a:pt x="1184" y="349"/>
                </a:cubicBezTo>
                <a:cubicBezTo>
                  <a:pt x="1183" y="344"/>
                  <a:pt x="1183" y="344"/>
                  <a:pt x="1183" y="344"/>
                </a:cubicBezTo>
                <a:cubicBezTo>
                  <a:pt x="1183" y="344"/>
                  <a:pt x="1183" y="344"/>
                  <a:pt x="1183" y="344"/>
                </a:cubicBezTo>
                <a:cubicBezTo>
                  <a:pt x="1183" y="338"/>
                  <a:pt x="1183" y="338"/>
                  <a:pt x="1183" y="338"/>
                </a:cubicBezTo>
                <a:cubicBezTo>
                  <a:pt x="1183" y="338"/>
                  <a:pt x="1183" y="338"/>
                  <a:pt x="1183" y="338"/>
                </a:cubicBezTo>
                <a:cubicBezTo>
                  <a:pt x="1177" y="338"/>
                  <a:pt x="1177" y="338"/>
                  <a:pt x="1177" y="338"/>
                </a:cubicBezTo>
                <a:cubicBezTo>
                  <a:pt x="1177" y="338"/>
                  <a:pt x="1177" y="338"/>
                  <a:pt x="1177" y="338"/>
                </a:cubicBezTo>
                <a:cubicBezTo>
                  <a:pt x="1175" y="340"/>
                  <a:pt x="1175" y="340"/>
                  <a:pt x="1175" y="340"/>
                </a:cubicBezTo>
                <a:cubicBezTo>
                  <a:pt x="1175" y="340"/>
                  <a:pt x="1175" y="340"/>
                  <a:pt x="1175" y="340"/>
                </a:cubicBezTo>
                <a:cubicBezTo>
                  <a:pt x="1174" y="343"/>
                  <a:pt x="1174" y="343"/>
                  <a:pt x="1174" y="343"/>
                </a:cubicBezTo>
                <a:cubicBezTo>
                  <a:pt x="1174" y="343"/>
                  <a:pt x="1174" y="343"/>
                  <a:pt x="1174" y="343"/>
                </a:cubicBezTo>
                <a:cubicBezTo>
                  <a:pt x="1172" y="345"/>
                  <a:pt x="1172" y="345"/>
                  <a:pt x="1172" y="345"/>
                </a:cubicBezTo>
                <a:cubicBezTo>
                  <a:pt x="1172" y="345"/>
                  <a:pt x="1172" y="345"/>
                  <a:pt x="1172" y="345"/>
                </a:cubicBezTo>
                <a:cubicBezTo>
                  <a:pt x="1171" y="347"/>
                  <a:pt x="1171" y="347"/>
                  <a:pt x="1171" y="347"/>
                </a:cubicBezTo>
                <a:cubicBezTo>
                  <a:pt x="1171" y="347"/>
                  <a:pt x="1171" y="347"/>
                  <a:pt x="1171" y="347"/>
                </a:cubicBezTo>
                <a:cubicBezTo>
                  <a:pt x="1168" y="349"/>
                  <a:pt x="1168" y="349"/>
                  <a:pt x="1168" y="349"/>
                </a:cubicBezTo>
                <a:cubicBezTo>
                  <a:pt x="1168" y="349"/>
                  <a:pt x="1168" y="349"/>
                  <a:pt x="1168" y="349"/>
                </a:cubicBezTo>
                <a:cubicBezTo>
                  <a:pt x="1166" y="350"/>
                  <a:pt x="1166" y="350"/>
                  <a:pt x="1166" y="350"/>
                </a:cubicBezTo>
                <a:cubicBezTo>
                  <a:pt x="1166" y="350"/>
                  <a:pt x="1166" y="350"/>
                  <a:pt x="1166" y="350"/>
                </a:cubicBezTo>
                <a:cubicBezTo>
                  <a:pt x="1162" y="352"/>
                  <a:pt x="1162" y="352"/>
                  <a:pt x="1162" y="352"/>
                </a:cubicBezTo>
                <a:cubicBezTo>
                  <a:pt x="1162" y="352"/>
                  <a:pt x="1162" y="352"/>
                  <a:pt x="1162" y="352"/>
                </a:cubicBezTo>
                <a:cubicBezTo>
                  <a:pt x="1160" y="353"/>
                  <a:pt x="1160" y="353"/>
                  <a:pt x="1160" y="353"/>
                </a:cubicBezTo>
                <a:cubicBezTo>
                  <a:pt x="1160" y="353"/>
                  <a:pt x="1160" y="353"/>
                  <a:pt x="1160" y="353"/>
                </a:cubicBezTo>
                <a:cubicBezTo>
                  <a:pt x="1158" y="353"/>
                  <a:pt x="1158" y="353"/>
                  <a:pt x="1158" y="353"/>
                </a:cubicBezTo>
                <a:cubicBezTo>
                  <a:pt x="1158" y="353"/>
                  <a:pt x="1158" y="353"/>
                  <a:pt x="1158" y="353"/>
                </a:cubicBezTo>
                <a:cubicBezTo>
                  <a:pt x="1156" y="353"/>
                  <a:pt x="1156" y="353"/>
                  <a:pt x="1156" y="353"/>
                </a:cubicBezTo>
                <a:cubicBezTo>
                  <a:pt x="1156" y="353"/>
                  <a:pt x="1156" y="353"/>
                  <a:pt x="1156" y="353"/>
                </a:cubicBezTo>
                <a:cubicBezTo>
                  <a:pt x="1154" y="353"/>
                  <a:pt x="1154" y="353"/>
                  <a:pt x="1154" y="353"/>
                </a:cubicBezTo>
                <a:cubicBezTo>
                  <a:pt x="1154" y="353"/>
                  <a:pt x="1154" y="353"/>
                  <a:pt x="1154" y="353"/>
                </a:cubicBezTo>
                <a:cubicBezTo>
                  <a:pt x="1153" y="353"/>
                  <a:pt x="1153" y="353"/>
                  <a:pt x="1153" y="353"/>
                </a:cubicBezTo>
                <a:cubicBezTo>
                  <a:pt x="1153" y="353"/>
                  <a:pt x="1153" y="353"/>
                  <a:pt x="1153" y="353"/>
                </a:cubicBezTo>
                <a:cubicBezTo>
                  <a:pt x="1151" y="353"/>
                  <a:pt x="1151" y="353"/>
                  <a:pt x="1151" y="353"/>
                </a:cubicBezTo>
                <a:cubicBezTo>
                  <a:pt x="1151" y="353"/>
                  <a:pt x="1151" y="353"/>
                  <a:pt x="1151" y="353"/>
                </a:cubicBezTo>
                <a:cubicBezTo>
                  <a:pt x="1149" y="353"/>
                  <a:pt x="1149" y="353"/>
                  <a:pt x="1149" y="353"/>
                </a:cubicBezTo>
                <a:cubicBezTo>
                  <a:pt x="1149" y="353"/>
                  <a:pt x="1149" y="353"/>
                  <a:pt x="1149" y="353"/>
                </a:cubicBezTo>
                <a:cubicBezTo>
                  <a:pt x="1147" y="353"/>
                  <a:pt x="1147" y="353"/>
                  <a:pt x="1147" y="353"/>
                </a:cubicBezTo>
                <a:cubicBezTo>
                  <a:pt x="1147" y="353"/>
                  <a:pt x="1147" y="353"/>
                  <a:pt x="1147" y="353"/>
                </a:cubicBezTo>
                <a:cubicBezTo>
                  <a:pt x="1146" y="352"/>
                  <a:pt x="1146" y="352"/>
                  <a:pt x="1146" y="352"/>
                </a:cubicBezTo>
                <a:cubicBezTo>
                  <a:pt x="1146" y="352"/>
                  <a:pt x="1146" y="352"/>
                  <a:pt x="1146" y="352"/>
                </a:cubicBezTo>
                <a:cubicBezTo>
                  <a:pt x="1145" y="352"/>
                  <a:pt x="1145" y="352"/>
                  <a:pt x="1145" y="352"/>
                </a:cubicBezTo>
                <a:cubicBezTo>
                  <a:pt x="1145" y="352"/>
                  <a:pt x="1145" y="352"/>
                  <a:pt x="1145" y="352"/>
                </a:cubicBezTo>
                <a:cubicBezTo>
                  <a:pt x="1143" y="351"/>
                  <a:pt x="1143" y="351"/>
                  <a:pt x="1143" y="351"/>
                </a:cubicBezTo>
                <a:cubicBezTo>
                  <a:pt x="1143" y="351"/>
                  <a:pt x="1143" y="351"/>
                  <a:pt x="1143" y="351"/>
                </a:cubicBezTo>
                <a:cubicBezTo>
                  <a:pt x="1142" y="350"/>
                  <a:pt x="1142" y="350"/>
                  <a:pt x="1142" y="350"/>
                </a:cubicBezTo>
                <a:cubicBezTo>
                  <a:pt x="1142" y="350"/>
                  <a:pt x="1142" y="350"/>
                  <a:pt x="1142" y="350"/>
                </a:cubicBezTo>
                <a:cubicBezTo>
                  <a:pt x="1142" y="348"/>
                  <a:pt x="1142" y="348"/>
                  <a:pt x="1142" y="348"/>
                </a:cubicBezTo>
                <a:cubicBezTo>
                  <a:pt x="1142" y="348"/>
                  <a:pt x="1142" y="348"/>
                  <a:pt x="1142" y="348"/>
                </a:cubicBezTo>
                <a:cubicBezTo>
                  <a:pt x="1142" y="347"/>
                  <a:pt x="1142" y="347"/>
                  <a:pt x="1142" y="347"/>
                </a:cubicBezTo>
                <a:cubicBezTo>
                  <a:pt x="1142" y="347"/>
                  <a:pt x="1142" y="347"/>
                  <a:pt x="1142" y="347"/>
                </a:cubicBezTo>
                <a:cubicBezTo>
                  <a:pt x="1142" y="345"/>
                  <a:pt x="1142" y="345"/>
                  <a:pt x="1142" y="345"/>
                </a:cubicBezTo>
                <a:cubicBezTo>
                  <a:pt x="1142" y="345"/>
                  <a:pt x="1142" y="345"/>
                  <a:pt x="1142" y="345"/>
                </a:cubicBezTo>
                <a:cubicBezTo>
                  <a:pt x="1142" y="343"/>
                  <a:pt x="1142" y="343"/>
                  <a:pt x="1142" y="343"/>
                </a:cubicBezTo>
                <a:cubicBezTo>
                  <a:pt x="1142" y="343"/>
                  <a:pt x="1142" y="343"/>
                  <a:pt x="1142" y="343"/>
                </a:cubicBezTo>
                <a:cubicBezTo>
                  <a:pt x="1142" y="341"/>
                  <a:pt x="1142" y="341"/>
                  <a:pt x="1142" y="341"/>
                </a:cubicBezTo>
                <a:cubicBezTo>
                  <a:pt x="1142" y="341"/>
                  <a:pt x="1142" y="341"/>
                  <a:pt x="1142" y="341"/>
                </a:cubicBezTo>
                <a:cubicBezTo>
                  <a:pt x="1170" y="322"/>
                  <a:pt x="1170" y="322"/>
                  <a:pt x="1170" y="322"/>
                </a:cubicBezTo>
                <a:cubicBezTo>
                  <a:pt x="1170" y="322"/>
                  <a:pt x="1170" y="322"/>
                  <a:pt x="1170" y="322"/>
                </a:cubicBezTo>
                <a:cubicBezTo>
                  <a:pt x="1169" y="322"/>
                  <a:pt x="1169" y="322"/>
                  <a:pt x="1169" y="322"/>
                </a:cubicBezTo>
                <a:cubicBezTo>
                  <a:pt x="1169" y="322"/>
                  <a:pt x="1169" y="322"/>
                  <a:pt x="1169" y="322"/>
                </a:cubicBezTo>
                <a:cubicBezTo>
                  <a:pt x="1168" y="320"/>
                  <a:pt x="1168" y="320"/>
                  <a:pt x="1168" y="320"/>
                </a:cubicBezTo>
                <a:cubicBezTo>
                  <a:pt x="1168" y="320"/>
                  <a:pt x="1168" y="320"/>
                  <a:pt x="1168" y="320"/>
                </a:cubicBezTo>
                <a:cubicBezTo>
                  <a:pt x="1168" y="319"/>
                  <a:pt x="1168" y="319"/>
                  <a:pt x="1168" y="319"/>
                </a:cubicBezTo>
                <a:cubicBezTo>
                  <a:pt x="1168" y="319"/>
                  <a:pt x="1168" y="319"/>
                  <a:pt x="1168" y="319"/>
                </a:cubicBezTo>
                <a:cubicBezTo>
                  <a:pt x="1168" y="317"/>
                  <a:pt x="1168" y="317"/>
                  <a:pt x="1168" y="317"/>
                </a:cubicBezTo>
                <a:cubicBezTo>
                  <a:pt x="1168" y="317"/>
                  <a:pt x="1168" y="317"/>
                  <a:pt x="1168" y="317"/>
                </a:cubicBezTo>
                <a:cubicBezTo>
                  <a:pt x="1168" y="316"/>
                  <a:pt x="1168" y="316"/>
                  <a:pt x="1168" y="316"/>
                </a:cubicBezTo>
                <a:cubicBezTo>
                  <a:pt x="1168" y="316"/>
                  <a:pt x="1168" y="316"/>
                  <a:pt x="1168" y="316"/>
                </a:cubicBezTo>
                <a:cubicBezTo>
                  <a:pt x="1168" y="314"/>
                  <a:pt x="1168" y="314"/>
                  <a:pt x="1168" y="314"/>
                </a:cubicBezTo>
                <a:cubicBezTo>
                  <a:pt x="1168" y="314"/>
                  <a:pt x="1168" y="314"/>
                  <a:pt x="1168" y="314"/>
                </a:cubicBezTo>
                <a:cubicBezTo>
                  <a:pt x="1168" y="312"/>
                  <a:pt x="1168" y="312"/>
                  <a:pt x="1168" y="312"/>
                </a:cubicBezTo>
                <a:cubicBezTo>
                  <a:pt x="1168" y="312"/>
                  <a:pt x="1168" y="312"/>
                  <a:pt x="1168" y="312"/>
                </a:cubicBezTo>
                <a:cubicBezTo>
                  <a:pt x="1170" y="310"/>
                  <a:pt x="1170" y="310"/>
                  <a:pt x="1170" y="310"/>
                </a:cubicBezTo>
                <a:cubicBezTo>
                  <a:pt x="1170" y="310"/>
                  <a:pt x="1170" y="310"/>
                  <a:pt x="1170" y="310"/>
                </a:cubicBezTo>
                <a:cubicBezTo>
                  <a:pt x="1171" y="310"/>
                  <a:pt x="1171" y="310"/>
                  <a:pt x="1171" y="310"/>
                </a:cubicBezTo>
                <a:cubicBezTo>
                  <a:pt x="1171" y="310"/>
                  <a:pt x="1171" y="310"/>
                  <a:pt x="1171" y="310"/>
                </a:cubicBezTo>
                <a:cubicBezTo>
                  <a:pt x="1172" y="308"/>
                  <a:pt x="1172" y="308"/>
                  <a:pt x="1172" y="308"/>
                </a:cubicBezTo>
                <a:cubicBezTo>
                  <a:pt x="1172" y="308"/>
                  <a:pt x="1172" y="308"/>
                  <a:pt x="1172" y="308"/>
                </a:cubicBezTo>
                <a:cubicBezTo>
                  <a:pt x="1173" y="306"/>
                  <a:pt x="1173" y="306"/>
                  <a:pt x="1173" y="306"/>
                </a:cubicBezTo>
                <a:cubicBezTo>
                  <a:pt x="1173" y="306"/>
                  <a:pt x="1173" y="306"/>
                  <a:pt x="1173" y="306"/>
                </a:cubicBezTo>
                <a:cubicBezTo>
                  <a:pt x="1175" y="303"/>
                  <a:pt x="1175" y="303"/>
                  <a:pt x="1175" y="303"/>
                </a:cubicBezTo>
                <a:cubicBezTo>
                  <a:pt x="1175" y="303"/>
                  <a:pt x="1175" y="303"/>
                  <a:pt x="1175" y="303"/>
                </a:cubicBezTo>
                <a:cubicBezTo>
                  <a:pt x="1174" y="301"/>
                  <a:pt x="1174" y="301"/>
                  <a:pt x="1174" y="301"/>
                </a:cubicBezTo>
                <a:cubicBezTo>
                  <a:pt x="1174" y="301"/>
                  <a:pt x="1174" y="301"/>
                  <a:pt x="1174" y="301"/>
                </a:cubicBezTo>
                <a:cubicBezTo>
                  <a:pt x="1174" y="298"/>
                  <a:pt x="1174" y="298"/>
                  <a:pt x="1174" y="298"/>
                </a:cubicBezTo>
                <a:cubicBezTo>
                  <a:pt x="1174" y="298"/>
                  <a:pt x="1174" y="298"/>
                  <a:pt x="1174" y="298"/>
                </a:cubicBezTo>
                <a:cubicBezTo>
                  <a:pt x="1174" y="296"/>
                  <a:pt x="1174" y="296"/>
                  <a:pt x="1174" y="296"/>
                </a:cubicBezTo>
                <a:cubicBezTo>
                  <a:pt x="1174" y="296"/>
                  <a:pt x="1174" y="296"/>
                  <a:pt x="1174" y="296"/>
                </a:cubicBezTo>
                <a:cubicBezTo>
                  <a:pt x="1174" y="294"/>
                  <a:pt x="1174" y="294"/>
                  <a:pt x="1174" y="294"/>
                </a:cubicBezTo>
                <a:cubicBezTo>
                  <a:pt x="1174" y="294"/>
                  <a:pt x="1174" y="294"/>
                  <a:pt x="1174" y="294"/>
                </a:cubicBezTo>
                <a:cubicBezTo>
                  <a:pt x="1172" y="294"/>
                  <a:pt x="1172" y="294"/>
                  <a:pt x="1172" y="294"/>
                </a:cubicBezTo>
                <a:cubicBezTo>
                  <a:pt x="1172" y="294"/>
                  <a:pt x="1172" y="294"/>
                  <a:pt x="1172" y="294"/>
                </a:cubicBezTo>
                <a:cubicBezTo>
                  <a:pt x="1170" y="294"/>
                  <a:pt x="1170" y="294"/>
                  <a:pt x="1170" y="294"/>
                </a:cubicBezTo>
                <a:cubicBezTo>
                  <a:pt x="1170" y="294"/>
                  <a:pt x="1170" y="294"/>
                  <a:pt x="1170" y="294"/>
                </a:cubicBezTo>
                <a:cubicBezTo>
                  <a:pt x="1168" y="294"/>
                  <a:pt x="1168" y="294"/>
                  <a:pt x="1168" y="294"/>
                </a:cubicBezTo>
                <a:cubicBezTo>
                  <a:pt x="1168" y="294"/>
                  <a:pt x="1168" y="294"/>
                  <a:pt x="1168" y="294"/>
                </a:cubicBezTo>
                <a:cubicBezTo>
                  <a:pt x="1166" y="294"/>
                  <a:pt x="1166" y="294"/>
                  <a:pt x="1166" y="294"/>
                </a:cubicBezTo>
                <a:cubicBezTo>
                  <a:pt x="1166" y="294"/>
                  <a:pt x="1166" y="294"/>
                  <a:pt x="1166" y="294"/>
                </a:cubicBezTo>
                <a:cubicBezTo>
                  <a:pt x="1165" y="294"/>
                  <a:pt x="1165" y="294"/>
                  <a:pt x="1165" y="294"/>
                </a:cubicBezTo>
                <a:cubicBezTo>
                  <a:pt x="1165" y="294"/>
                  <a:pt x="1165" y="294"/>
                  <a:pt x="1165" y="294"/>
                </a:cubicBezTo>
                <a:cubicBezTo>
                  <a:pt x="1162" y="294"/>
                  <a:pt x="1162" y="294"/>
                  <a:pt x="1162" y="294"/>
                </a:cubicBezTo>
                <a:cubicBezTo>
                  <a:pt x="1162" y="294"/>
                  <a:pt x="1162" y="294"/>
                  <a:pt x="1162" y="294"/>
                </a:cubicBezTo>
                <a:cubicBezTo>
                  <a:pt x="1160" y="294"/>
                  <a:pt x="1160" y="294"/>
                  <a:pt x="1160" y="294"/>
                </a:cubicBezTo>
                <a:cubicBezTo>
                  <a:pt x="1160" y="294"/>
                  <a:pt x="1160" y="294"/>
                  <a:pt x="1160" y="294"/>
                </a:cubicBezTo>
                <a:cubicBezTo>
                  <a:pt x="1159" y="293"/>
                  <a:pt x="1159" y="293"/>
                  <a:pt x="1159" y="293"/>
                </a:cubicBezTo>
                <a:cubicBezTo>
                  <a:pt x="1159" y="293"/>
                  <a:pt x="1159" y="293"/>
                  <a:pt x="1159" y="293"/>
                </a:cubicBezTo>
                <a:cubicBezTo>
                  <a:pt x="1157" y="295"/>
                  <a:pt x="1157" y="295"/>
                  <a:pt x="1157" y="295"/>
                </a:cubicBezTo>
                <a:cubicBezTo>
                  <a:pt x="1157" y="295"/>
                  <a:pt x="1157" y="295"/>
                  <a:pt x="1157" y="295"/>
                </a:cubicBezTo>
                <a:cubicBezTo>
                  <a:pt x="1156" y="295"/>
                  <a:pt x="1156" y="295"/>
                  <a:pt x="1156" y="295"/>
                </a:cubicBezTo>
                <a:cubicBezTo>
                  <a:pt x="1156" y="295"/>
                  <a:pt x="1156" y="295"/>
                  <a:pt x="1156" y="295"/>
                </a:cubicBezTo>
                <a:cubicBezTo>
                  <a:pt x="1155" y="296"/>
                  <a:pt x="1155" y="296"/>
                  <a:pt x="1155" y="296"/>
                </a:cubicBezTo>
                <a:cubicBezTo>
                  <a:pt x="1155" y="296"/>
                  <a:pt x="1155" y="296"/>
                  <a:pt x="1155" y="296"/>
                </a:cubicBezTo>
                <a:cubicBezTo>
                  <a:pt x="1155" y="296"/>
                  <a:pt x="1155" y="296"/>
                  <a:pt x="1155" y="296"/>
                </a:cubicBezTo>
                <a:cubicBezTo>
                  <a:pt x="1155" y="296"/>
                  <a:pt x="1155" y="296"/>
                  <a:pt x="1155" y="296"/>
                </a:cubicBezTo>
                <a:cubicBezTo>
                  <a:pt x="1153" y="298"/>
                  <a:pt x="1153" y="298"/>
                  <a:pt x="1153" y="298"/>
                </a:cubicBezTo>
                <a:cubicBezTo>
                  <a:pt x="1153" y="298"/>
                  <a:pt x="1153" y="298"/>
                  <a:pt x="1153" y="298"/>
                </a:cubicBezTo>
                <a:cubicBezTo>
                  <a:pt x="1152" y="299"/>
                  <a:pt x="1152" y="299"/>
                  <a:pt x="1152" y="299"/>
                </a:cubicBezTo>
                <a:cubicBezTo>
                  <a:pt x="1152" y="299"/>
                  <a:pt x="1152" y="299"/>
                  <a:pt x="1152" y="299"/>
                </a:cubicBezTo>
                <a:cubicBezTo>
                  <a:pt x="1151" y="299"/>
                  <a:pt x="1151" y="299"/>
                  <a:pt x="1151" y="299"/>
                </a:cubicBezTo>
                <a:cubicBezTo>
                  <a:pt x="1151" y="299"/>
                  <a:pt x="1151" y="299"/>
                  <a:pt x="1151" y="299"/>
                </a:cubicBezTo>
                <a:cubicBezTo>
                  <a:pt x="1150" y="299"/>
                  <a:pt x="1150" y="299"/>
                  <a:pt x="1150" y="299"/>
                </a:cubicBezTo>
                <a:cubicBezTo>
                  <a:pt x="1150" y="299"/>
                  <a:pt x="1150" y="299"/>
                  <a:pt x="1150" y="299"/>
                </a:cubicBezTo>
                <a:cubicBezTo>
                  <a:pt x="1153" y="295"/>
                  <a:pt x="1153" y="295"/>
                  <a:pt x="1153" y="295"/>
                </a:cubicBezTo>
                <a:cubicBezTo>
                  <a:pt x="1153" y="295"/>
                  <a:pt x="1153" y="295"/>
                  <a:pt x="1153" y="295"/>
                </a:cubicBezTo>
                <a:cubicBezTo>
                  <a:pt x="1158" y="289"/>
                  <a:pt x="1158" y="289"/>
                  <a:pt x="1158" y="289"/>
                </a:cubicBezTo>
                <a:cubicBezTo>
                  <a:pt x="1158" y="289"/>
                  <a:pt x="1158" y="289"/>
                  <a:pt x="1158" y="289"/>
                </a:cubicBezTo>
                <a:cubicBezTo>
                  <a:pt x="1165" y="284"/>
                  <a:pt x="1165" y="284"/>
                  <a:pt x="1165" y="284"/>
                </a:cubicBezTo>
                <a:cubicBezTo>
                  <a:pt x="1165" y="284"/>
                  <a:pt x="1165" y="284"/>
                  <a:pt x="1165" y="284"/>
                </a:cubicBezTo>
                <a:cubicBezTo>
                  <a:pt x="1172" y="280"/>
                  <a:pt x="1172" y="280"/>
                  <a:pt x="1172" y="280"/>
                </a:cubicBezTo>
                <a:cubicBezTo>
                  <a:pt x="1172" y="280"/>
                  <a:pt x="1172" y="280"/>
                  <a:pt x="1172" y="280"/>
                </a:cubicBezTo>
                <a:cubicBezTo>
                  <a:pt x="1178" y="276"/>
                  <a:pt x="1178" y="276"/>
                  <a:pt x="1178" y="276"/>
                </a:cubicBezTo>
                <a:cubicBezTo>
                  <a:pt x="1178" y="276"/>
                  <a:pt x="1178" y="276"/>
                  <a:pt x="1178" y="276"/>
                </a:cubicBezTo>
                <a:cubicBezTo>
                  <a:pt x="1185" y="272"/>
                  <a:pt x="1185" y="272"/>
                  <a:pt x="1185" y="272"/>
                </a:cubicBezTo>
                <a:cubicBezTo>
                  <a:pt x="1185" y="272"/>
                  <a:pt x="1185" y="272"/>
                  <a:pt x="1185" y="272"/>
                </a:cubicBezTo>
                <a:cubicBezTo>
                  <a:pt x="1192" y="268"/>
                  <a:pt x="1192" y="268"/>
                  <a:pt x="1192" y="268"/>
                </a:cubicBezTo>
                <a:cubicBezTo>
                  <a:pt x="1192" y="268"/>
                  <a:pt x="1192" y="268"/>
                  <a:pt x="1192" y="268"/>
                </a:cubicBezTo>
                <a:cubicBezTo>
                  <a:pt x="1199" y="262"/>
                  <a:pt x="1199" y="262"/>
                  <a:pt x="1199" y="262"/>
                </a:cubicBezTo>
                <a:cubicBezTo>
                  <a:pt x="1199" y="262"/>
                  <a:pt x="1199" y="262"/>
                  <a:pt x="1199" y="262"/>
                </a:cubicBezTo>
                <a:cubicBezTo>
                  <a:pt x="1203" y="259"/>
                  <a:pt x="1203" y="259"/>
                  <a:pt x="1203" y="259"/>
                </a:cubicBezTo>
                <a:cubicBezTo>
                  <a:pt x="1203" y="259"/>
                  <a:pt x="1203" y="259"/>
                  <a:pt x="1203" y="259"/>
                </a:cubicBezTo>
                <a:cubicBezTo>
                  <a:pt x="1208" y="256"/>
                  <a:pt x="1208" y="256"/>
                  <a:pt x="1208" y="256"/>
                </a:cubicBezTo>
                <a:cubicBezTo>
                  <a:pt x="1208" y="256"/>
                  <a:pt x="1208" y="256"/>
                  <a:pt x="1208" y="256"/>
                </a:cubicBezTo>
                <a:cubicBezTo>
                  <a:pt x="1212" y="254"/>
                  <a:pt x="1212" y="254"/>
                  <a:pt x="1212" y="254"/>
                </a:cubicBezTo>
                <a:cubicBezTo>
                  <a:pt x="1212" y="254"/>
                  <a:pt x="1212" y="254"/>
                  <a:pt x="1212" y="254"/>
                </a:cubicBezTo>
                <a:cubicBezTo>
                  <a:pt x="1217" y="249"/>
                  <a:pt x="1217" y="249"/>
                  <a:pt x="1217" y="249"/>
                </a:cubicBezTo>
                <a:cubicBezTo>
                  <a:pt x="1217" y="249"/>
                  <a:pt x="1217" y="249"/>
                  <a:pt x="1217" y="249"/>
                </a:cubicBezTo>
                <a:cubicBezTo>
                  <a:pt x="1220" y="245"/>
                  <a:pt x="1220" y="245"/>
                  <a:pt x="1220" y="245"/>
                </a:cubicBezTo>
                <a:cubicBezTo>
                  <a:pt x="1220" y="245"/>
                  <a:pt x="1220" y="245"/>
                  <a:pt x="1220" y="245"/>
                </a:cubicBezTo>
                <a:cubicBezTo>
                  <a:pt x="1223" y="240"/>
                  <a:pt x="1223" y="240"/>
                  <a:pt x="1223" y="240"/>
                </a:cubicBezTo>
                <a:cubicBezTo>
                  <a:pt x="1223" y="240"/>
                  <a:pt x="1223" y="240"/>
                  <a:pt x="1223" y="240"/>
                </a:cubicBezTo>
                <a:cubicBezTo>
                  <a:pt x="1225" y="234"/>
                  <a:pt x="1225" y="234"/>
                  <a:pt x="1225" y="234"/>
                </a:cubicBezTo>
                <a:cubicBezTo>
                  <a:pt x="1225" y="234"/>
                  <a:pt x="1225" y="234"/>
                  <a:pt x="1225" y="234"/>
                </a:cubicBezTo>
                <a:cubicBezTo>
                  <a:pt x="1226" y="228"/>
                  <a:pt x="1226" y="228"/>
                  <a:pt x="1226" y="228"/>
                </a:cubicBezTo>
                <a:cubicBezTo>
                  <a:pt x="1226" y="228"/>
                  <a:pt x="1226" y="228"/>
                  <a:pt x="1226" y="228"/>
                </a:cubicBezTo>
                <a:cubicBezTo>
                  <a:pt x="1225" y="228"/>
                  <a:pt x="1225" y="228"/>
                  <a:pt x="1225" y="228"/>
                </a:cubicBezTo>
                <a:cubicBezTo>
                  <a:pt x="1225" y="228"/>
                  <a:pt x="1225" y="228"/>
                  <a:pt x="1225" y="228"/>
                </a:cubicBezTo>
                <a:cubicBezTo>
                  <a:pt x="1225" y="226"/>
                  <a:pt x="1225" y="226"/>
                  <a:pt x="1225" y="226"/>
                </a:cubicBezTo>
                <a:cubicBezTo>
                  <a:pt x="1225" y="226"/>
                  <a:pt x="1225" y="226"/>
                  <a:pt x="1225" y="226"/>
                </a:cubicBezTo>
                <a:cubicBezTo>
                  <a:pt x="1222" y="223"/>
                  <a:pt x="1221" y="222"/>
                  <a:pt x="1218" y="220"/>
                </a:cubicBezTo>
                <a:cubicBezTo>
                  <a:pt x="1218" y="220"/>
                  <a:pt x="1218" y="220"/>
                  <a:pt x="1218" y="220"/>
                </a:cubicBezTo>
                <a:cubicBezTo>
                  <a:pt x="1217" y="218"/>
                  <a:pt x="1217" y="218"/>
                  <a:pt x="1217" y="218"/>
                </a:cubicBezTo>
                <a:cubicBezTo>
                  <a:pt x="1217" y="218"/>
                  <a:pt x="1217" y="218"/>
                  <a:pt x="1217" y="218"/>
                </a:cubicBezTo>
                <a:cubicBezTo>
                  <a:pt x="1213" y="218"/>
                  <a:pt x="1213" y="218"/>
                  <a:pt x="1213" y="218"/>
                </a:cubicBezTo>
                <a:cubicBezTo>
                  <a:pt x="1213" y="218"/>
                  <a:pt x="1213" y="218"/>
                  <a:pt x="1213" y="218"/>
                </a:cubicBezTo>
                <a:cubicBezTo>
                  <a:pt x="1206" y="224"/>
                  <a:pt x="1206" y="224"/>
                  <a:pt x="1206" y="224"/>
                </a:cubicBezTo>
                <a:cubicBezTo>
                  <a:pt x="1206" y="224"/>
                  <a:pt x="1206" y="224"/>
                  <a:pt x="1206" y="224"/>
                </a:cubicBezTo>
                <a:cubicBezTo>
                  <a:pt x="1200" y="229"/>
                  <a:pt x="1200" y="229"/>
                  <a:pt x="1200" y="229"/>
                </a:cubicBezTo>
                <a:cubicBezTo>
                  <a:pt x="1200" y="229"/>
                  <a:pt x="1200" y="229"/>
                  <a:pt x="1200" y="229"/>
                </a:cubicBezTo>
                <a:cubicBezTo>
                  <a:pt x="1194" y="237"/>
                  <a:pt x="1194" y="237"/>
                  <a:pt x="1194" y="237"/>
                </a:cubicBezTo>
                <a:cubicBezTo>
                  <a:pt x="1194" y="237"/>
                  <a:pt x="1194" y="237"/>
                  <a:pt x="1194" y="237"/>
                </a:cubicBezTo>
                <a:cubicBezTo>
                  <a:pt x="1189" y="243"/>
                  <a:pt x="1189" y="243"/>
                  <a:pt x="1189" y="243"/>
                </a:cubicBezTo>
                <a:cubicBezTo>
                  <a:pt x="1189" y="243"/>
                  <a:pt x="1189" y="243"/>
                  <a:pt x="1189" y="243"/>
                </a:cubicBezTo>
                <a:cubicBezTo>
                  <a:pt x="1181" y="248"/>
                  <a:pt x="1181" y="248"/>
                  <a:pt x="1181" y="248"/>
                </a:cubicBezTo>
                <a:cubicBezTo>
                  <a:pt x="1181" y="248"/>
                  <a:pt x="1181" y="248"/>
                  <a:pt x="1181" y="248"/>
                </a:cubicBezTo>
                <a:cubicBezTo>
                  <a:pt x="1175" y="252"/>
                  <a:pt x="1175" y="252"/>
                  <a:pt x="1175" y="252"/>
                </a:cubicBezTo>
                <a:cubicBezTo>
                  <a:pt x="1175" y="252"/>
                  <a:pt x="1175" y="252"/>
                  <a:pt x="1175" y="252"/>
                </a:cubicBezTo>
                <a:cubicBezTo>
                  <a:pt x="1168" y="253"/>
                  <a:pt x="1168" y="253"/>
                  <a:pt x="1168" y="253"/>
                </a:cubicBezTo>
                <a:cubicBezTo>
                  <a:pt x="1168" y="253"/>
                  <a:pt x="1168" y="253"/>
                  <a:pt x="1168" y="253"/>
                </a:cubicBezTo>
                <a:cubicBezTo>
                  <a:pt x="1159" y="250"/>
                  <a:pt x="1159" y="250"/>
                  <a:pt x="1159" y="250"/>
                </a:cubicBezTo>
                <a:cubicBezTo>
                  <a:pt x="1159" y="250"/>
                  <a:pt x="1159" y="250"/>
                  <a:pt x="1159" y="250"/>
                </a:cubicBezTo>
                <a:cubicBezTo>
                  <a:pt x="1159" y="247"/>
                  <a:pt x="1159" y="247"/>
                  <a:pt x="1159" y="247"/>
                </a:cubicBezTo>
                <a:cubicBezTo>
                  <a:pt x="1159" y="247"/>
                  <a:pt x="1159" y="247"/>
                  <a:pt x="1159" y="247"/>
                </a:cubicBezTo>
                <a:cubicBezTo>
                  <a:pt x="1160" y="244"/>
                  <a:pt x="1160" y="244"/>
                  <a:pt x="1160" y="244"/>
                </a:cubicBezTo>
                <a:cubicBezTo>
                  <a:pt x="1160" y="244"/>
                  <a:pt x="1160" y="244"/>
                  <a:pt x="1160" y="244"/>
                </a:cubicBezTo>
                <a:cubicBezTo>
                  <a:pt x="1160" y="241"/>
                  <a:pt x="1160" y="241"/>
                  <a:pt x="1160" y="241"/>
                </a:cubicBezTo>
                <a:cubicBezTo>
                  <a:pt x="1160" y="241"/>
                  <a:pt x="1160" y="241"/>
                  <a:pt x="1160" y="241"/>
                </a:cubicBezTo>
                <a:cubicBezTo>
                  <a:pt x="1162" y="237"/>
                  <a:pt x="1162" y="237"/>
                  <a:pt x="1162" y="237"/>
                </a:cubicBezTo>
                <a:cubicBezTo>
                  <a:pt x="1162" y="237"/>
                  <a:pt x="1162" y="237"/>
                  <a:pt x="1162" y="237"/>
                </a:cubicBezTo>
                <a:cubicBezTo>
                  <a:pt x="1162" y="234"/>
                  <a:pt x="1162" y="234"/>
                  <a:pt x="1162" y="234"/>
                </a:cubicBezTo>
                <a:cubicBezTo>
                  <a:pt x="1162" y="234"/>
                  <a:pt x="1162" y="234"/>
                  <a:pt x="1162" y="234"/>
                </a:cubicBezTo>
                <a:cubicBezTo>
                  <a:pt x="1164" y="230"/>
                  <a:pt x="1164" y="230"/>
                  <a:pt x="1164" y="230"/>
                </a:cubicBezTo>
                <a:cubicBezTo>
                  <a:pt x="1164" y="230"/>
                  <a:pt x="1164" y="230"/>
                  <a:pt x="1164" y="230"/>
                </a:cubicBezTo>
                <a:cubicBezTo>
                  <a:pt x="1162" y="227"/>
                  <a:pt x="1162" y="227"/>
                  <a:pt x="1162" y="227"/>
                </a:cubicBezTo>
                <a:cubicBezTo>
                  <a:pt x="1162" y="227"/>
                  <a:pt x="1162" y="227"/>
                  <a:pt x="1162" y="227"/>
                </a:cubicBezTo>
                <a:cubicBezTo>
                  <a:pt x="1162" y="223"/>
                  <a:pt x="1162" y="223"/>
                  <a:pt x="1162" y="223"/>
                </a:cubicBezTo>
                <a:cubicBezTo>
                  <a:pt x="1162" y="223"/>
                  <a:pt x="1162" y="223"/>
                  <a:pt x="1162" y="223"/>
                </a:cubicBezTo>
                <a:cubicBezTo>
                  <a:pt x="1137" y="232"/>
                  <a:pt x="1137" y="232"/>
                  <a:pt x="1137" y="232"/>
                </a:cubicBezTo>
                <a:cubicBezTo>
                  <a:pt x="1137" y="232"/>
                  <a:pt x="1137" y="232"/>
                  <a:pt x="1137" y="232"/>
                </a:cubicBezTo>
                <a:cubicBezTo>
                  <a:pt x="1106" y="254"/>
                  <a:pt x="1106" y="254"/>
                  <a:pt x="1106" y="254"/>
                </a:cubicBezTo>
                <a:cubicBezTo>
                  <a:pt x="1106" y="254"/>
                  <a:pt x="1106" y="254"/>
                  <a:pt x="1106" y="254"/>
                </a:cubicBezTo>
                <a:cubicBezTo>
                  <a:pt x="1099" y="256"/>
                  <a:pt x="1099" y="256"/>
                  <a:pt x="1099" y="256"/>
                </a:cubicBezTo>
                <a:cubicBezTo>
                  <a:pt x="1099" y="256"/>
                  <a:pt x="1099" y="256"/>
                  <a:pt x="1099" y="256"/>
                </a:cubicBezTo>
                <a:cubicBezTo>
                  <a:pt x="1093" y="256"/>
                  <a:pt x="1093" y="256"/>
                  <a:pt x="1093" y="256"/>
                </a:cubicBezTo>
                <a:cubicBezTo>
                  <a:pt x="1093" y="256"/>
                  <a:pt x="1093" y="256"/>
                  <a:pt x="1093" y="256"/>
                </a:cubicBezTo>
                <a:cubicBezTo>
                  <a:pt x="1088" y="256"/>
                  <a:pt x="1088" y="256"/>
                  <a:pt x="1088" y="256"/>
                </a:cubicBezTo>
                <a:cubicBezTo>
                  <a:pt x="1088" y="256"/>
                  <a:pt x="1088" y="256"/>
                  <a:pt x="1088" y="256"/>
                </a:cubicBezTo>
                <a:cubicBezTo>
                  <a:pt x="1082" y="253"/>
                  <a:pt x="1082" y="253"/>
                  <a:pt x="1082" y="253"/>
                </a:cubicBezTo>
                <a:cubicBezTo>
                  <a:pt x="1082" y="253"/>
                  <a:pt x="1082" y="253"/>
                  <a:pt x="1082" y="253"/>
                </a:cubicBezTo>
                <a:cubicBezTo>
                  <a:pt x="1076" y="251"/>
                  <a:pt x="1076" y="251"/>
                  <a:pt x="1076" y="251"/>
                </a:cubicBezTo>
                <a:cubicBezTo>
                  <a:pt x="1076" y="251"/>
                  <a:pt x="1076" y="251"/>
                  <a:pt x="1076" y="251"/>
                </a:cubicBezTo>
                <a:cubicBezTo>
                  <a:pt x="1071" y="248"/>
                  <a:pt x="1071" y="248"/>
                  <a:pt x="1071" y="248"/>
                </a:cubicBezTo>
                <a:cubicBezTo>
                  <a:pt x="1071" y="248"/>
                  <a:pt x="1071" y="248"/>
                  <a:pt x="1071" y="248"/>
                </a:cubicBezTo>
                <a:cubicBezTo>
                  <a:pt x="1066" y="245"/>
                  <a:pt x="1066" y="245"/>
                  <a:pt x="1066" y="245"/>
                </a:cubicBezTo>
                <a:cubicBezTo>
                  <a:pt x="1066" y="245"/>
                  <a:pt x="1066" y="245"/>
                  <a:pt x="1066" y="245"/>
                </a:cubicBezTo>
                <a:cubicBezTo>
                  <a:pt x="1060" y="242"/>
                  <a:pt x="1060" y="242"/>
                  <a:pt x="1060" y="242"/>
                </a:cubicBezTo>
                <a:cubicBezTo>
                  <a:pt x="1060" y="242"/>
                  <a:pt x="1060" y="242"/>
                  <a:pt x="1060" y="242"/>
                </a:cubicBezTo>
                <a:cubicBezTo>
                  <a:pt x="1058" y="241"/>
                  <a:pt x="1058" y="241"/>
                  <a:pt x="1058" y="241"/>
                </a:cubicBezTo>
                <a:cubicBezTo>
                  <a:pt x="1058" y="241"/>
                  <a:pt x="1058" y="241"/>
                  <a:pt x="1058" y="241"/>
                </a:cubicBezTo>
                <a:cubicBezTo>
                  <a:pt x="1058" y="239"/>
                  <a:pt x="1058" y="239"/>
                  <a:pt x="1058" y="239"/>
                </a:cubicBezTo>
                <a:cubicBezTo>
                  <a:pt x="1058" y="239"/>
                  <a:pt x="1058" y="239"/>
                  <a:pt x="1058" y="239"/>
                </a:cubicBezTo>
                <a:cubicBezTo>
                  <a:pt x="1056" y="238"/>
                  <a:pt x="1056" y="238"/>
                  <a:pt x="1056" y="238"/>
                </a:cubicBezTo>
                <a:cubicBezTo>
                  <a:pt x="1056" y="238"/>
                  <a:pt x="1056" y="238"/>
                  <a:pt x="1056" y="238"/>
                </a:cubicBezTo>
                <a:cubicBezTo>
                  <a:pt x="1056" y="235"/>
                  <a:pt x="1056" y="235"/>
                  <a:pt x="1056" y="235"/>
                </a:cubicBezTo>
                <a:cubicBezTo>
                  <a:pt x="1056" y="235"/>
                  <a:pt x="1056" y="235"/>
                  <a:pt x="1056" y="235"/>
                </a:cubicBezTo>
                <a:cubicBezTo>
                  <a:pt x="1055" y="234"/>
                  <a:pt x="1055" y="234"/>
                  <a:pt x="1055" y="234"/>
                </a:cubicBezTo>
                <a:cubicBezTo>
                  <a:pt x="1055" y="234"/>
                  <a:pt x="1055" y="234"/>
                  <a:pt x="1055" y="234"/>
                </a:cubicBezTo>
                <a:cubicBezTo>
                  <a:pt x="1055" y="232"/>
                  <a:pt x="1055" y="232"/>
                  <a:pt x="1055" y="232"/>
                </a:cubicBezTo>
                <a:cubicBezTo>
                  <a:pt x="1055" y="232"/>
                  <a:pt x="1055" y="232"/>
                  <a:pt x="1055" y="232"/>
                </a:cubicBezTo>
                <a:cubicBezTo>
                  <a:pt x="1055" y="230"/>
                  <a:pt x="1055" y="230"/>
                  <a:pt x="1055" y="230"/>
                </a:cubicBezTo>
                <a:cubicBezTo>
                  <a:pt x="1055" y="230"/>
                  <a:pt x="1055" y="230"/>
                  <a:pt x="1055" y="230"/>
                </a:cubicBezTo>
                <a:cubicBezTo>
                  <a:pt x="1055" y="228"/>
                  <a:pt x="1055" y="228"/>
                  <a:pt x="1055" y="228"/>
                </a:cubicBezTo>
                <a:cubicBezTo>
                  <a:pt x="1055" y="228"/>
                  <a:pt x="1055" y="228"/>
                  <a:pt x="1055" y="228"/>
                </a:cubicBezTo>
                <a:cubicBezTo>
                  <a:pt x="1058" y="229"/>
                  <a:pt x="1058" y="229"/>
                  <a:pt x="1058" y="229"/>
                </a:cubicBezTo>
                <a:cubicBezTo>
                  <a:pt x="1058" y="229"/>
                  <a:pt x="1058" y="229"/>
                  <a:pt x="1058" y="229"/>
                </a:cubicBezTo>
                <a:cubicBezTo>
                  <a:pt x="1063" y="229"/>
                  <a:pt x="1063" y="229"/>
                  <a:pt x="1063" y="229"/>
                </a:cubicBezTo>
                <a:cubicBezTo>
                  <a:pt x="1063" y="229"/>
                  <a:pt x="1063" y="229"/>
                  <a:pt x="1063" y="229"/>
                </a:cubicBezTo>
                <a:cubicBezTo>
                  <a:pt x="1067" y="229"/>
                  <a:pt x="1067" y="229"/>
                  <a:pt x="1067" y="229"/>
                </a:cubicBezTo>
                <a:cubicBezTo>
                  <a:pt x="1067" y="229"/>
                  <a:pt x="1067" y="229"/>
                  <a:pt x="1067" y="229"/>
                </a:cubicBezTo>
                <a:cubicBezTo>
                  <a:pt x="1072" y="229"/>
                  <a:pt x="1072" y="229"/>
                  <a:pt x="1072" y="229"/>
                </a:cubicBezTo>
                <a:cubicBezTo>
                  <a:pt x="1072" y="229"/>
                  <a:pt x="1072" y="229"/>
                  <a:pt x="1072" y="229"/>
                </a:cubicBezTo>
                <a:cubicBezTo>
                  <a:pt x="1076" y="229"/>
                  <a:pt x="1076" y="229"/>
                  <a:pt x="1076" y="229"/>
                </a:cubicBezTo>
                <a:cubicBezTo>
                  <a:pt x="1076" y="229"/>
                  <a:pt x="1076" y="229"/>
                  <a:pt x="1076" y="229"/>
                </a:cubicBezTo>
                <a:cubicBezTo>
                  <a:pt x="1081" y="229"/>
                  <a:pt x="1081" y="229"/>
                  <a:pt x="1081" y="229"/>
                </a:cubicBezTo>
                <a:cubicBezTo>
                  <a:pt x="1081" y="229"/>
                  <a:pt x="1081" y="229"/>
                  <a:pt x="1081" y="229"/>
                </a:cubicBezTo>
                <a:cubicBezTo>
                  <a:pt x="1086" y="229"/>
                  <a:pt x="1086" y="229"/>
                  <a:pt x="1086" y="229"/>
                </a:cubicBezTo>
                <a:cubicBezTo>
                  <a:pt x="1086" y="229"/>
                  <a:pt x="1086" y="229"/>
                  <a:pt x="1086" y="229"/>
                </a:cubicBezTo>
                <a:cubicBezTo>
                  <a:pt x="1092" y="227"/>
                  <a:pt x="1092" y="227"/>
                  <a:pt x="1092" y="227"/>
                </a:cubicBezTo>
                <a:cubicBezTo>
                  <a:pt x="1092" y="227"/>
                  <a:pt x="1092" y="227"/>
                  <a:pt x="1092" y="227"/>
                </a:cubicBezTo>
                <a:cubicBezTo>
                  <a:pt x="1098" y="227"/>
                  <a:pt x="1098" y="227"/>
                  <a:pt x="1098" y="227"/>
                </a:cubicBezTo>
                <a:cubicBezTo>
                  <a:pt x="1098" y="227"/>
                  <a:pt x="1098" y="227"/>
                  <a:pt x="1098" y="227"/>
                </a:cubicBezTo>
                <a:cubicBezTo>
                  <a:pt x="1105" y="227"/>
                  <a:pt x="1105" y="227"/>
                  <a:pt x="1105" y="227"/>
                </a:cubicBezTo>
                <a:cubicBezTo>
                  <a:pt x="1105" y="227"/>
                  <a:pt x="1105" y="227"/>
                  <a:pt x="1105" y="227"/>
                </a:cubicBezTo>
                <a:cubicBezTo>
                  <a:pt x="1111" y="227"/>
                  <a:pt x="1111" y="227"/>
                  <a:pt x="1111" y="227"/>
                </a:cubicBezTo>
                <a:cubicBezTo>
                  <a:pt x="1111" y="227"/>
                  <a:pt x="1111" y="227"/>
                  <a:pt x="1111" y="227"/>
                </a:cubicBezTo>
                <a:cubicBezTo>
                  <a:pt x="1118" y="225"/>
                  <a:pt x="1118" y="225"/>
                  <a:pt x="1118" y="225"/>
                </a:cubicBezTo>
                <a:cubicBezTo>
                  <a:pt x="1118" y="225"/>
                  <a:pt x="1118" y="225"/>
                  <a:pt x="1118" y="225"/>
                </a:cubicBezTo>
                <a:cubicBezTo>
                  <a:pt x="1124" y="224"/>
                  <a:pt x="1124" y="224"/>
                  <a:pt x="1124" y="224"/>
                </a:cubicBezTo>
                <a:cubicBezTo>
                  <a:pt x="1124" y="224"/>
                  <a:pt x="1124" y="224"/>
                  <a:pt x="1124" y="224"/>
                </a:cubicBezTo>
                <a:cubicBezTo>
                  <a:pt x="1131" y="222"/>
                  <a:pt x="1131" y="222"/>
                  <a:pt x="1131" y="222"/>
                </a:cubicBezTo>
                <a:cubicBezTo>
                  <a:pt x="1131" y="222"/>
                  <a:pt x="1131" y="222"/>
                  <a:pt x="1131" y="222"/>
                </a:cubicBezTo>
                <a:cubicBezTo>
                  <a:pt x="1137" y="219"/>
                  <a:pt x="1137" y="219"/>
                  <a:pt x="1137" y="219"/>
                </a:cubicBezTo>
                <a:cubicBezTo>
                  <a:pt x="1137" y="219"/>
                  <a:pt x="1137" y="219"/>
                  <a:pt x="1137" y="219"/>
                </a:cubicBezTo>
                <a:cubicBezTo>
                  <a:pt x="1143" y="215"/>
                  <a:pt x="1143" y="215"/>
                  <a:pt x="1143" y="215"/>
                </a:cubicBezTo>
                <a:cubicBezTo>
                  <a:pt x="1143" y="215"/>
                  <a:pt x="1143" y="215"/>
                  <a:pt x="1143" y="215"/>
                </a:cubicBezTo>
                <a:cubicBezTo>
                  <a:pt x="1199" y="192"/>
                  <a:pt x="1199" y="192"/>
                  <a:pt x="1199" y="192"/>
                </a:cubicBezTo>
                <a:cubicBezTo>
                  <a:pt x="1199" y="192"/>
                  <a:pt x="1199" y="192"/>
                  <a:pt x="1199" y="192"/>
                </a:cubicBezTo>
                <a:cubicBezTo>
                  <a:pt x="1197" y="191"/>
                  <a:pt x="1197" y="191"/>
                  <a:pt x="1197" y="191"/>
                </a:cubicBezTo>
                <a:cubicBezTo>
                  <a:pt x="1197" y="191"/>
                  <a:pt x="1197" y="191"/>
                  <a:pt x="1197" y="191"/>
                </a:cubicBezTo>
                <a:cubicBezTo>
                  <a:pt x="1196" y="189"/>
                  <a:pt x="1196" y="189"/>
                  <a:pt x="1196" y="189"/>
                </a:cubicBezTo>
                <a:cubicBezTo>
                  <a:pt x="1196" y="189"/>
                  <a:pt x="1196" y="189"/>
                  <a:pt x="1196" y="189"/>
                </a:cubicBezTo>
                <a:cubicBezTo>
                  <a:pt x="1194" y="188"/>
                  <a:pt x="1194" y="188"/>
                  <a:pt x="1194" y="188"/>
                </a:cubicBezTo>
                <a:cubicBezTo>
                  <a:pt x="1194" y="188"/>
                  <a:pt x="1194" y="188"/>
                  <a:pt x="1194" y="188"/>
                </a:cubicBezTo>
                <a:cubicBezTo>
                  <a:pt x="1193" y="186"/>
                  <a:pt x="1193" y="186"/>
                  <a:pt x="1193" y="186"/>
                </a:cubicBezTo>
                <a:cubicBezTo>
                  <a:pt x="1193" y="186"/>
                  <a:pt x="1193" y="186"/>
                  <a:pt x="1193" y="186"/>
                </a:cubicBezTo>
                <a:cubicBezTo>
                  <a:pt x="1191" y="185"/>
                  <a:pt x="1191" y="185"/>
                  <a:pt x="1191" y="185"/>
                </a:cubicBezTo>
                <a:cubicBezTo>
                  <a:pt x="1191" y="185"/>
                  <a:pt x="1191" y="185"/>
                  <a:pt x="1191" y="185"/>
                </a:cubicBezTo>
                <a:cubicBezTo>
                  <a:pt x="1189" y="184"/>
                  <a:pt x="1189" y="184"/>
                  <a:pt x="1189" y="184"/>
                </a:cubicBezTo>
                <a:cubicBezTo>
                  <a:pt x="1189" y="184"/>
                  <a:pt x="1189" y="184"/>
                  <a:pt x="1189" y="184"/>
                </a:cubicBezTo>
                <a:cubicBezTo>
                  <a:pt x="1187" y="183"/>
                  <a:pt x="1187" y="183"/>
                  <a:pt x="1187" y="183"/>
                </a:cubicBezTo>
                <a:cubicBezTo>
                  <a:pt x="1187" y="183"/>
                  <a:pt x="1187" y="183"/>
                  <a:pt x="1187" y="183"/>
                </a:cubicBezTo>
                <a:cubicBezTo>
                  <a:pt x="1184" y="181"/>
                  <a:pt x="1184" y="181"/>
                  <a:pt x="1184" y="181"/>
                </a:cubicBezTo>
                <a:cubicBezTo>
                  <a:pt x="1184" y="181"/>
                  <a:pt x="1184" y="181"/>
                  <a:pt x="1184" y="181"/>
                </a:cubicBezTo>
                <a:cubicBezTo>
                  <a:pt x="1181" y="180"/>
                  <a:pt x="1181" y="180"/>
                  <a:pt x="1181" y="180"/>
                </a:cubicBezTo>
                <a:cubicBezTo>
                  <a:pt x="1181" y="180"/>
                  <a:pt x="1181" y="180"/>
                  <a:pt x="1181" y="180"/>
                </a:cubicBezTo>
                <a:cubicBezTo>
                  <a:pt x="1181" y="177"/>
                  <a:pt x="1181" y="177"/>
                  <a:pt x="1181" y="177"/>
                </a:cubicBezTo>
                <a:cubicBezTo>
                  <a:pt x="1181" y="177"/>
                  <a:pt x="1181" y="177"/>
                  <a:pt x="1181" y="177"/>
                </a:cubicBezTo>
                <a:cubicBezTo>
                  <a:pt x="1181" y="174"/>
                  <a:pt x="1181" y="174"/>
                  <a:pt x="1181" y="174"/>
                </a:cubicBezTo>
                <a:cubicBezTo>
                  <a:pt x="1181" y="174"/>
                  <a:pt x="1181" y="174"/>
                  <a:pt x="1181" y="174"/>
                </a:cubicBezTo>
                <a:cubicBezTo>
                  <a:pt x="1181" y="171"/>
                  <a:pt x="1181" y="171"/>
                  <a:pt x="1181" y="171"/>
                </a:cubicBezTo>
                <a:cubicBezTo>
                  <a:pt x="1181" y="171"/>
                  <a:pt x="1181" y="171"/>
                  <a:pt x="1181" y="171"/>
                </a:cubicBezTo>
                <a:cubicBezTo>
                  <a:pt x="1180" y="168"/>
                  <a:pt x="1180" y="168"/>
                  <a:pt x="1180" y="168"/>
                </a:cubicBezTo>
                <a:cubicBezTo>
                  <a:pt x="1180" y="168"/>
                  <a:pt x="1180" y="168"/>
                  <a:pt x="1180" y="168"/>
                </a:cubicBezTo>
                <a:cubicBezTo>
                  <a:pt x="1180" y="164"/>
                  <a:pt x="1180" y="164"/>
                  <a:pt x="1180" y="164"/>
                </a:cubicBezTo>
                <a:cubicBezTo>
                  <a:pt x="1180" y="164"/>
                  <a:pt x="1180" y="164"/>
                  <a:pt x="1180" y="164"/>
                </a:cubicBezTo>
                <a:cubicBezTo>
                  <a:pt x="1179" y="161"/>
                  <a:pt x="1179" y="161"/>
                  <a:pt x="1179" y="161"/>
                </a:cubicBezTo>
                <a:cubicBezTo>
                  <a:pt x="1179" y="161"/>
                  <a:pt x="1179" y="161"/>
                  <a:pt x="1179" y="161"/>
                </a:cubicBezTo>
                <a:cubicBezTo>
                  <a:pt x="1179" y="158"/>
                  <a:pt x="1179" y="158"/>
                  <a:pt x="1179" y="158"/>
                </a:cubicBezTo>
                <a:cubicBezTo>
                  <a:pt x="1179" y="158"/>
                  <a:pt x="1179" y="158"/>
                  <a:pt x="1179" y="158"/>
                </a:cubicBezTo>
                <a:cubicBezTo>
                  <a:pt x="1175" y="158"/>
                  <a:pt x="1175" y="158"/>
                  <a:pt x="1175" y="158"/>
                </a:cubicBezTo>
                <a:cubicBezTo>
                  <a:pt x="1175" y="158"/>
                  <a:pt x="1175" y="158"/>
                  <a:pt x="1175" y="158"/>
                </a:cubicBezTo>
                <a:cubicBezTo>
                  <a:pt x="1171" y="162"/>
                  <a:pt x="1171" y="162"/>
                  <a:pt x="1171" y="162"/>
                </a:cubicBezTo>
                <a:cubicBezTo>
                  <a:pt x="1171" y="162"/>
                  <a:pt x="1171" y="162"/>
                  <a:pt x="1171" y="162"/>
                </a:cubicBezTo>
                <a:cubicBezTo>
                  <a:pt x="1168" y="165"/>
                  <a:pt x="1168" y="165"/>
                  <a:pt x="1168" y="165"/>
                </a:cubicBezTo>
                <a:cubicBezTo>
                  <a:pt x="1168" y="165"/>
                  <a:pt x="1168" y="165"/>
                  <a:pt x="1168" y="165"/>
                </a:cubicBezTo>
                <a:cubicBezTo>
                  <a:pt x="1164" y="168"/>
                  <a:pt x="1164" y="168"/>
                  <a:pt x="1164" y="168"/>
                </a:cubicBezTo>
                <a:cubicBezTo>
                  <a:pt x="1164" y="168"/>
                  <a:pt x="1164" y="168"/>
                  <a:pt x="1164" y="168"/>
                </a:cubicBezTo>
                <a:cubicBezTo>
                  <a:pt x="1159" y="170"/>
                  <a:pt x="1159" y="170"/>
                  <a:pt x="1159" y="170"/>
                </a:cubicBezTo>
                <a:cubicBezTo>
                  <a:pt x="1159" y="170"/>
                  <a:pt x="1159" y="170"/>
                  <a:pt x="1159" y="170"/>
                </a:cubicBezTo>
                <a:cubicBezTo>
                  <a:pt x="1154" y="171"/>
                  <a:pt x="1154" y="171"/>
                  <a:pt x="1154" y="171"/>
                </a:cubicBezTo>
                <a:cubicBezTo>
                  <a:pt x="1154" y="171"/>
                  <a:pt x="1154" y="171"/>
                  <a:pt x="1154" y="171"/>
                </a:cubicBezTo>
                <a:cubicBezTo>
                  <a:pt x="1150" y="171"/>
                  <a:pt x="1150" y="171"/>
                  <a:pt x="1150" y="171"/>
                </a:cubicBezTo>
                <a:cubicBezTo>
                  <a:pt x="1150" y="171"/>
                  <a:pt x="1150" y="171"/>
                  <a:pt x="1150" y="171"/>
                </a:cubicBezTo>
                <a:cubicBezTo>
                  <a:pt x="1146" y="171"/>
                  <a:pt x="1146" y="171"/>
                  <a:pt x="1146" y="171"/>
                </a:cubicBezTo>
                <a:cubicBezTo>
                  <a:pt x="1146" y="171"/>
                  <a:pt x="1146" y="171"/>
                  <a:pt x="1146" y="171"/>
                </a:cubicBezTo>
                <a:cubicBezTo>
                  <a:pt x="1141" y="169"/>
                  <a:pt x="1141" y="169"/>
                  <a:pt x="1141" y="169"/>
                </a:cubicBezTo>
                <a:cubicBezTo>
                  <a:pt x="1141" y="169"/>
                  <a:pt x="1141" y="169"/>
                  <a:pt x="1141" y="169"/>
                </a:cubicBezTo>
                <a:cubicBezTo>
                  <a:pt x="1140" y="166"/>
                  <a:pt x="1140" y="166"/>
                  <a:pt x="1140" y="166"/>
                </a:cubicBezTo>
                <a:cubicBezTo>
                  <a:pt x="1140" y="166"/>
                  <a:pt x="1140" y="166"/>
                  <a:pt x="1140" y="166"/>
                </a:cubicBezTo>
                <a:cubicBezTo>
                  <a:pt x="1139" y="162"/>
                  <a:pt x="1139" y="162"/>
                  <a:pt x="1139" y="162"/>
                </a:cubicBezTo>
                <a:cubicBezTo>
                  <a:pt x="1139" y="162"/>
                  <a:pt x="1139" y="162"/>
                  <a:pt x="1139" y="162"/>
                </a:cubicBezTo>
                <a:cubicBezTo>
                  <a:pt x="1137" y="159"/>
                  <a:pt x="1137" y="159"/>
                  <a:pt x="1137" y="159"/>
                </a:cubicBezTo>
                <a:cubicBezTo>
                  <a:pt x="1137" y="159"/>
                  <a:pt x="1137" y="159"/>
                  <a:pt x="1137" y="159"/>
                </a:cubicBezTo>
                <a:cubicBezTo>
                  <a:pt x="1136" y="155"/>
                  <a:pt x="1136" y="155"/>
                  <a:pt x="1136" y="155"/>
                </a:cubicBezTo>
                <a:cubicBezTo>
                  <a:pt x="1136" y="155"/>
                  <a:pt x="1136" y="155"/>
                  <a:pt x="1136" y="155"/>
                </a:cubicBezTo>
                <a:cubicBezTo>
                  <a:pt x="1134" y="151"/>
                  <a:pt x="1134" y="151"/>
                  <a:pt x="1134" y="151"/>
                </a:cubicBezTo>
                <a:cubicBezTo>
                  <a:pt x="1134" y="151"/>
                  <a:pt x="1134" y="151"/>
                  <a:pt x="1134" y="151"/>
                </a:cubicBezTo>
                <a:cubicBezTo>
                  <a:pt x="1134" y="147"/>
                  <a:pt x="1134" y="147"/>
                  <a:pt x="1134" y="147"/>
                </a:cubicBezTo>
                <a:cubicBezTo>
                  <a:pt x="1134" y="147"/>
                  <a:pt x="1134" y="147"/>
                  <a:pt x="1134" y="147"/>
                </a:cubicBezTo>
                <a:cubicBezTo>
                  <a:pt x="1135" y="144"/>
                  <a:pt x="1135" y="144"/>
                  <a:pt x="1135" y="144"/>
                </a:cubicBezTo>
                <a:cubicBezTo>
                  <a:pt x="1135" y="144"/>
                  <a:pt x="1135" y="144"/>
                  <a:pt x="1135" y="144"/>
                </a:cubicBezTo>
                <a:cubicBezTo>
                  <a:pt x="1139" y="141"/>
                  <a:pt x="1139" y="141"/>
                  <a:pt x="1139" y="141"/>
                </a:cubicBezTo>
                <a:cubicBezTo>
                  <a:pt x="1139" y="141"/>
                  <a:pt x="1139" y="141"/>
                  <a:pt x="1139" y="141"/>
                </a:cubicBezTo>
                <a:cubicBezTo>
                  <a:pt x="1139" y="143"/>
                  <a:pt x="1139" y="143"/>
                  <a:pt x="1139" y="143"/>
                </a:cubicBezTo>
                <a:cubicBezTo>
                  <a:pt x="1139" y="143"/>
                  <a:pt x="1139" y="143"/>
                  <a:pt x="1139" y="143"/>
                </a:cubicBezTo>
                <a:cubicBezTo>
                  <a:pt x="1140" y="144"/>
                  <a:pt x="1140" y="144"/>
                  <a:pt x="1140" y="144"/>
                </a:cubicBezTo>
                <a:cubicBezTo>
                  <a:pt x="1140" y="144"/>
                  <a:pt x="1140" y="144"/>
                  <a:pt x="1140" y="144"/>
                </a:cubicBezTo>
                <a:cubicBezTo>
                  <a:pt x="1141" y="146"/>
                  <a:pt x="1141" y="146"/>
                  <a:pt x="1141" y="146"/>
                </a:cubicBezTo>
                <a:cubicBezTo>
                  <a:pt x="1141" y="146"/>
                  <a:pt x="1141" y="146"/>
                  <a:pt x="1141" y="146"/>
                </a:cubicBezTo>
                <a:cubicBezTo>
                  <a:pt x="1145" y="147"/>
                  <a:pt x="1145" y="147"/>
                  <a:pt x="1145" y="147"/>
                </a:cubicBezTo>
                <a:cubicBezTo>
                  <a:pt x="1145" y="147"/>
                  <a:pt x="1145" y="147"/>
                  <a:pt x="1145" y="147"/>
                </a:cubicBezTo>
                <a:cubicBezTo>
                  <a:pt x="1147" y="148"/>
                  <a:pt x="1147" y="148"/>
                  <a:pt x="1147" y="148"/>
                </a:cubicBezTo>
                <a:cubicBezTo>
                  <a:pt x="1147" y="148"/>
                  <a:pt x="1147" y="148"/>
                  <a:pt x="1147" y="148"/>
                </a:cubicBezTo>
                <a:cubicBezTo>
                  <a:pt x="1150" y="149"/>
                  <a:pt x="1150" y="149"/>
                  <a:pt x="1150" y="149"/>
                </a:cubicBezTo>
                <a:cubicBezTo>
                  <a:pt x="1150" y="149"/>
                  <a:pt x="1150" y="149"/>
                  <a:pt x="1150" y="149"/>
                </a:cubicBezTo>
                <a:cubicBezTo>
                  <a:pt x="1152" y="149"/>
                  <a:pt x="1152" y="149"/>
                  <a:pt x="1152" y="149"/>
                </a:cubicBezTo>
                <a:cubicBezTo>
                  <a:pt x="1152" y="149"/>
                  <a:pt x="1152" y="149"/>
                  <a:pt x="1152" y="149"/>
                </a:cubicBezTo>
                <a:cubicBezTo>
                  <a:pt x="1155" y="148"/>
                  <a:pt x="1155" y="148"/>
                  <a:pt x="1155" y="148"/>
                </a:cubicBezTo>
                <a:cubicBezTo>
                  <a:pt x="1155" y="148"/>
                  <a:pt x="1155" y="148"/>
                  <a:pt x="1155" y="148"/>
                </a:cubicBezTo>
                <a:cubicBezTo>
                  <a:pt x="1158" y="147"/>
                  <a:pt x="1158" y="147"/>
                  <a:pt x="1158" y="147"/>
                </a:cubicBezTo>
                <a:cubicBezTo>
                  <a:pt x="1158" y="147"/>
                  <a:pt x="1158" y="147"/>
                  <a:pt x="1158" y="147"/>
                </a:cubicBezTo>
                <a:cubicBezTo>
                  <a:pt x="1161" y="146"/>
                  <a:pt x="1161" y="146"/>
                  <a:pt x="1161" y="146"/>
                </a:cubicBezTo>
                <a:cubicBezTo>
                  <a:pt x="1161" y="146"/>
                  <a:pt x="1161" y="146"/>
                  <a:pt x="1161" y="146"/>
                </a:cubicBezTo>
                <a:cubicBezTo>
                  <a:pt x="1165" y="145"/>
                  <a:pt x="1165" y="145"/>
                  <a:pt x="1165" y="145"/>
                </a:cubicBezTo>
                <a:cubicBezTo>
                  <a:pt x="1165" y="145"/>
                  <a:pt x="1165" y="145"/>
                  <a:pt x="1165" y="145"/>
                </a:cubicBezTo>
                <a:cubicBezTo>
                  <a:pt x="1169" y="143"/>
                  <a:pt x="1169" y="143"/>
                  <a:pt x="1169" y="143"/>
                </a:cubicBezTo>
                <a:cubicBezTo>
                  <a:pt x="1169" y="143"/>
                  <a:pt x="1169" y="143"/>
                  <a:pt x="1169" y="143"/>
                </a:cubicBezTo>
                <a:cubicBezTo>
                  <a:pt x="1171" y="142"/>
                  <a:pt x="1171" y="142"/>
                  <a:pt x="1171" y="142"/>
                </a:cubicBezTo>
                <a:cubicBezTo>
                  <a:pt x="1171" y="142"/>
                  <a:pt x="1171" y="142"/>
                  <a:pt x="1171" y="142"/>
                </a:cubicBezTo>
                <a:cubicBezTo>
                  <a:pt x="1174" y="140"/>
                  <a:pt x="1174" y="140"/>
                  <a:pt x="1174" y="140"/>
                </a:cubicBezTo>
                <a:cubicBezTo>
                  <a:pt x="1174" y="140"/>
                  <a:pt x="1174" y="140"/>
                  <a:pt x="1174" y="140"/>
                </a:cubicBezTo>
                <a:cubicBezTo>
                  <a:pt x="1176" y="138"/>
                  <a:pt x="1176" y="138"/>
                  <a:pt x="1176" y="138"/>
                </a:cubicBezTo>
                <a:cubicBezTo>
                  <a:pt x="1176" y="138"/>
                  <a:pt x="1176" y="138"/>
                  <a:pt x="1176" y="138"/>
                </a:cubicBezTo>
                <a:cubicBezTo>
                  <a:pt x="1179" y="133"/>
                  <a:pt x="1179" y="133"/>
                  <a:pt x="1179" y="133"/>
                </a:cubicBezTo>
                <a:cubicBezTo>
                  <a:pt x="1179" y="133"/>
                  <a:pt x="1179" y="133"/>
                  <a:pt x="1179" y="133"/>
                </a:cubicBezTo>
                <a:cubicBezTo>
                  <a:pt x="1178" y="101"/>
                  <a:pt x="1178" y="101"/>
                  <a:pt x="1178" y="101"/>
                </a:cubicBezTo>
                <a:cubicBezTo>
                  <a:pt x="1178" y="99"/>
                  <a:pt x="1178" y="99"/>
                  <a:pt x="1178" y="99"/>
                </a:cubicBezTo>
                <a:cubicBezTo>
                  <a:pt x="1179" y="73"/>
                  <a:pt x="1179" y="73"/>
                  <a:pt x="1179" y="73"/>
                </a:cubicBezTo>
                <a:cubicBezTo>
                  <a:pt x="1179" y="73"/>
                  <a:pt x="1179" y="73"/>
                  <a:pt x="1179" y="73"/>
                </a:cubicBezTo>
                <a:cubicBezTo>
                  <a:pt x="1181" y="75"/>
                  <a:pt x="1181" y="75"/>
                  <a:pt x="1181" y="75"/>
                </a:cubicBezTo>
                <a:cubicBezTo>
                  <a:pt x="1181" y="75"/>
                  <a:pt x="1181" y="75"/>
                  <a:pt x="1181" y="75"/>
                </a:cubicBezTo>
                <a:cubicBezTo>
                  <a:pt x="1184" y="77"/>
                  <a:pt x="1184" y="77"/>
                  <a:pt x="1184" y="77"/>
                </a:cubicBezTo>
                <a:cubicBezTo>
                  <a:pt x="1184" y="77"/>
                  <a:pt x="1184" y="77"/>
                  <a:pt x="1184" y="77"/>
                </a:cubicBezTo>
                <a:cubicBezTo>
                  <a:pt x="1187" y="79"/>
                  <a:pt x="1187" y="79"/>
                  <a:pt x="1187" y="79"/>
                </a:cubicBezTo>
                <a:cubicBezTo>
                  <a:pt x="1187" y="79"/>
                  <a:pt x="1187" y="79"/>
                  <a:pt x="1187" y="79"/>
                </a:cubicBezTo>
                <a:cubicBezTo>
                  <a:pt x="1190" y="80"/>
                  <a:pt x="1190" y="80"/>
                  <a:pt x="1190" y="80"/>
                </a:cubicBezTo>
                <a:cubicBezTo>
                  <a:pt x="1190" y="80"/>
                  <a:pt x="1190" y="80"/>
                  <a:pt x="1190" y="80"/>
                </a:cubicBezTo>
                <a:cubicBezTo>
                  <a:pt x="1192" y="83"/>
                  <a:pt x="1192" y="83"/>
                  <a:pt x="1192" y="83"/>
                </a:cubicBezTo>
                <a:cubicBezTo>
                  <a:pt x="1192" y="83"/>
                  <a:pt x="1192" y="83"/>
                  <a:pt x="1192" y="83"/>
                </a:cubicBezTo>
                <a:cubicBezTo>
                  <a:pt x="1195" y="85"/>
                  <a:pt x="1195" y="85"/>
                  <a:pt x="1195" y="85"/>
                </a:cubicBezTo>
                <a:cubicBezTo>
                  <a:pt x="1195" y="85"/>
                  <a:pt x="1195" y="85"/>
                  <a:pt x="1195" y="85"/>
                </a:cubicBezTo>
                <a:cubicBezTo>
                  <a:pt x="1198" y="87"/>
                  <a:pt x="1198" y="87"/>
                  <a:pt x="1198" y="87"/>
                </a:cubicBezTo>
                <a:cubicBezTo>
                  <a:pt x="1198" y="87"/>
                  <a:pt x="1198" y="87"/>
                  <a:pt x="1198" y="87"/>
                </a:cubicBezTo>
                <a:cubicBezTo>
                  <a:pt x="1201" y="89"/>
                  <a:pt x="1201" y="89"/>
                  <a:pt x="1201" y="89"/>
                </a:cubicBezTo>
                <a:cubicBezTo>
                  <a:pt x="1201" y="89"/>
                  <a:pt x="1201" y="89"/>
                  <a:pt x="1201" y="89"/>
                </a:cubicBezTo>
                <a:cubicBezTo>
                  <a:pt x="1204" y="97"/>
                  <a:pt x="1204" y="97"/>
                  <a:pt x="1204" y="97"/>
                </a:cubicBezTo>
                <a:cubicBezTo>
                  <a:pt x="1204" y="97"/>
                  <a:pt x="1204" y="97"/>
                  <a:pt x="1204" y="97"/>
                </a:cubicBezTo>
                <a:cubicBezTo>
                  <a:pt x="1206" y="103"/>
                  <a:pt x="1206" y="103"/>
                  <a:pt x="1206" y="103"/>
                </a:cubicBezTo>
                <a:cubicBezTo>
                  <a:pt x="1206" y="103"/>
                  <a:pt x="1206" y="103"/>
                  <a:pt x="1206" y="103"/>
                </a:cubicBezTo>
                <a:cubicBezTo>
                  <a:pt x="1204" y="111"/>
                  <a:pt x="1204" y="111"/>
                  <a:pt x="1204" y="111"/>
                </a:cubicBezTo>
                <a:cubicBezTo>
                  <a:pt x="1204" y="111"/>
                  <a:pt x="1204" y="111"/>
                  <a:pt x="1204" y="111"/>
                </a:cubicBezTo>
                <a:cubicBezTo>
                  <a:pt x="1203" y="118"/>
                  <a:pt x="1203" y="118"/>
                  <a:pt x="1203" y="118"/>
                </a:cubicBezTo>
                <a:cubicBezTo>
                  <a:pt x="1203" y="118"/>
                  <a:pt x="1203" y="118"/>
                  <a:pt x="1203" y="118"/>
                </a:cubicBezTo>
                <a:cubicBezTo>
                  <a:pt x="1201" y="127"/>
                  <a:pt x="1201" y="127"/>
                  <a:pt x="1201" y="127"/>
                </a:cubicBezTo>
                <a:cubicBezTo>
                  <a:pt x="1201" y="127"/>
                  <a:pt x="1201" y="127"/>
                  <a:pt x="1201" y="127"/>
                </a:cubicBezTo>
                <a:cubicBezTo>
                  <a:pt x="1201" y="134"/>
                  <a:pt x="1201" y="134"/>
                  <a:pt x="1201" y="134"/>
                </a:cubicBezTo>
                <a:cubicBezTo>
                  <a:pt x="1201" y="134"/>
                  <a:pt x="1201" y="134"/>
                  <a:pt x="1201" y="134"/>
                </a:cubicBezTo>
                <a:cubicBezTo>
                  <a:pt x="1202" y="141"/>
                  <a:pt x="1202" y="141"/>
                  <a:pt x="1202" y="141"/>
                </a:cubicBezTo>
                <a:cubicBezTo>
                  <a:pt x="1202" y="141"/>
                  <a:pt x="1202" y="141"/>
                  <a:pt x="1202" y="141"/>
                </a:cubicBezTo>
                <a:cubicBezTo>
                  <a:pt x="1207" y="146"/>
                  <a:pt x="1207" y="146"/>
                  <a:pt x="1207" y="146"/>
                </a:cubicBezTo>
                <a:cubicBezTo>
                  <a:pt x="1207" y="146"/>
                  <a:pt x="1207" y="146"/>
                  <a:pt x="1207" y="146"/>
                </a:cubicBezTo>
                <a:cubicBezTo>
                  <a:pt x="1211" y="145"/>
                  <a:pt x="1211" y="145"/>
                  <a:pt x="1211" y="145"/>
                </a:cubicBezTo>
                <a:cubicBezTo>
                  <a:pt x="1211" y="145"/>
                  <a:pt x="1211" y="145"/>
                  <a:pt x="1211" y="145"/>
                </a:cubicBezTo>
                <a:cubicBezTo>
                  <a:pt x="1213" y="142"/>
                  <a:pt x="1213" y="142"/>
                  <a:pt x="1213" y="142"/>
                </a:cubicBezTo>
                <a:cubicBezTo>
                  <a:pt x="1213" y="142"/>
                  <a:pt x="1213" y="142"/>
                  <a:pt x="1213" y="142"/>
                </a:cubicBezTo>
                <a:cubicBezTo>
                  <a:pt x="1215" y="139"/>
                  <a:pt x="1215" y="139"/>
                  <a:pt x="1215" y="139"/>
                </a:cubicBezTo>
                <a:cubicBezTo>
                  <a:pt x="1215" y="139"/>
                  <a:pt x="1215" y="139"/>
                  <a:pt x="1215" y="139"/>
                </a:cubicBezTo>
                <a:cubicBezTo>
                  <a:pt x="1216" y="136"/>
                  <a:pt x="1216" y="136"/>
                  <a:pt x="1216" y="136"/>
                </a:cubicBezTo>
                <a:cubicBezTo>
                  <a:pt x="1216" y="136"/>
                  <a:pt x="1216" y="136"/>
                  <a:pt x="1216" y="136"/>
                </a:cubicBezTo>
                <a:cubicBezTo>
                  <a:pt x="1217" y="131"/>
                  <a:pt x="1217" y="131"/>
                  <a:pt x="1217" y="131"/>
                </a:cubicBezTo>
                <a:cubicBezTo>
                  <a:pt x="1217" y="131"/>
                  <a:pt x="1217" y="131"/>
                  <a:pt x="1217" y="131"/>
                </a:cubicBezTo>
                <a:cubicBezTo>
                  <a:pt x="1216" y="128"/>
                  <a:pt x="1216" y="128"/>
                  <a:pt x="1216" y="128"/>
                </a:cubicBezTo>
                <a:cubicBezTo>
                  <a:pt x="1216" y="128"/>
                  <a:pt x="1216" y="128"/>
                  <a:pt x="1216" y="128"/>
                </a:cubicBezTo>
                <a:cubicBezTo>
                  <a:pt x="1216" y="123"/>
                  <a:pt x="1216" y="123"/>
                  <a:pt x="1216" y="123"/>
                </a:cubicBezTo>
                <a:cubicBezTo>
                  <a:pt x="1216" y="123"/>
                  <a:pt x="1216" y="123"/>
                  <a:pt x="1216" y="123"/>
                </a:cubicBezTo>
                <a:cubicBezTo>
                  <a:pt x="1216" y="119"/>
                  <a:pt x="1216" y="119"/>
                  <a:pt x="1216" y="119"/>
                </a:cubicBezTo>
                <a:cubicBezTo>
                  <a:pt x="1216" y="119"/>
                  <a:pt x="1216" y="119"/>
                  <a:pt x="1216" y="119"/>
                </a:cubicBezTo>
                <a:cubicBezTo>
                  <a:pt x="1216" y="114"/>
                  <a:pt x="1216" y="114"/>
                  <a:pt x="1216" y="114"/>
                </a:cubicBezTo>
                <a:cubicBezTo>
                  <a:pt x="1216" y="114"/>
                  <a:pt x="1216" y="114"/>
                  <a:pt x="1216" y="114"/>
                </a:cubicBezTo>
                <a:cubicBezTo>
                  <a:pt x="1217" y="115"/>
                  <a:pt x="1217" y="115"/>
                  <a:pt x="1217" y="115"/>
                </a:cubicBezTo>
                <a:cubicBezTo>
                  <a:pt x="1217" y="115"/>
                  <a:pt x="1217" y="115"/>
                  <a:pt x="1217" y="115"/>
                </a:cubicBezTo>
                <a:cubicBezTo>
                  <a:pt x="1218" y="115"/>
                  <a:pt x="1218" y="115"/>
                  <a:pt x="1218" y="115"/>
                </a:cubicBezTo>
                <a:cubicBezTo>
                  <a:pt x="1218" y="115"/>
                  <a:pt x="1218" y="115"/>
                  <a:pt x="1218" y="115"/>
                </a:cubicBezTo>
                <a:cubicBezTo>
                  <a:pt x="1219" y="116"/>
                  <a:pt x="1219" y="116"/>
                  <a:pt x="1219" y="116"/>
                </a:cubicBezTo>
                <a:cubicBezTo>
                  <a:pt x="1219" y="116"/>
                  <a:pt x="1219" y="116"/>
                  <a:pt x="1219" y="116"/>
                </a:cubicBezTo>
                <a:cubicBezTo>
                  <a:pt x="1221" y="116"/>
                  <a:pt x="1221" y="116"/>
                  <a:pt x="1221" y="116"/>
                </a:cubicBezTo>
                <a:cubicBezTo>
                  <a:pt x="1221" y="116"/>
                  <a:pt x="1221" y="116"/>
                  <a:pt x="1221" y="116"/>
                </a:cubicBezTo>
                <a:cubicBezTo>
                  <a:pt x="1222" y="118"/>
                  <a:pt x="1222" y="118"/>
                  <a:pt x="1222" y="118"/>
                </a:cubicBezTo>
                <a:cubicBezTo>
                  <a:pt x="1222" y="118"/>
                  <a:pt x="1222" y="118"/>
                  <a:pt x="1222" y="118"/>
                </a:cubicBezTo>
                <a:cubicBezTo>
                  <a:pt x="1225" y="118"/>
                  <a:pt x="1225" y="118"/>
                  <a:pt x="1225" y="118"/>
                </a:cubicBezTo>
                <a:cubicBezTo>
                  <a:pt x="1225" y="118"/>
                  <a:pt x="1225" y="118"/>
                  <a:pt x="1225" y="118"/>
                </a:cubicBezTo>
                <a:cubicBezTo>
                  <a:pt x="1225" y="119"/>
                  <a:pt x="1225" y="119"/>
                  <a:pt x="1225" y="119"/>
                </a:cubicBezTo>
                <a:cubicBezTo>
                  <a:pt x="1225" y="119"/>
                  <a:pt x="1225" y="119"/>
                  <a:pt x="1225" y="119"/>
                </a:cubicBezTo>
                <a:cubicBezTo>
                  <a:pt x="1229" y="119"/>
                  <a:pt x="1229" y="119"/>
                  <a:pt x="1229" y="119"/>
                </a:cubicBezTo>
                <a:cubicBezTo>
                  <a:pt x="1229" y="119"/>
                  <a:pt x="1229" y="119"/>
                  <a:pt x="1229" y="119"/>
                </a:cubicBezTo>
                <a:cubicBezTo>
                  <a:pt x="1234" y="117"/>
                  <a:pt x="1234" y="117"/>
                  <a:pt x="1234" y="117"/>
                </a:cubicBezTo>
                <a:cubicBezTo>
                  <a:pt x="1234" y="117"/>
                  <a:pt x="1234" y="117"/>
                  <a:pt x="1234" y="117"/>
                </a:cubicBezTo>
                <a:cubicBezTo>
                  <a:pt x="1245" y="102"/>
                  <a:pt x="1245" y="102"/>
                  <a:pt x="1245" y="102"/>
                </a:cubicBezTo>
                <a:cubicBezTo>
                  <a:pt x="1245" y="102"/>
                  <a:pt x="1245" y="102"/>
                  <a:pt x="1245" y="102"/>
                </a:cubicBezTo>
                <a:cubicBezTo>
                  <a:pt x="1225" y="151"/>
                  <a:pt x="1225" y="151"/>
                  <a:pt x="1225" y="151"/>
                </a:cubicBezTo>
                <a:cubicBezTo>
                  <a:pt x="1225" y="151"/>
                  <a:pt x="1225" y="151"/>
                  <a:pt x="1225" y="151"/>
                </a:cubicBezTo>
                <a:cubicBezTo>
                  <a:pt x="1222" y="152"/>
                  <a:pt x="1222" y="152"/>
                  <a:pt x="1222" y="152"/>
                </a:cubicBezTo>
                <a:cubicBezTo>
                  <a:pt x="1222" y="152"/>
                  <a:pt x="1222" y="152"/>
                  <a:pt x="1222" y="152"/>
                </a:cubicBezTo>
                <a:cubicBezTo>
                  <a:pt x="1220" y="153"/>
                  <a:pt x="1220" y="153"/>
                  <a:pt x="1220" y="153"/>
                </a:cubicBezTo>
                <a:cubicBezTo>
                  <a:pt x="1220" y="153"/>
                  <a:pt x="1220" y="153"/>
                  <a:pt x="1220" y="153"/>
                </a:cubicBezTo>
                <a:cubicBezTo>
                  <a:pt x="1218" y="153"/>
                  <a:pt x="1218" y="153"/>
                  <a:pt x="1218" y="153"/>
                </a:cubicBezTo>
                <a:cubicBezTo>
                  <a:pt x="1218" y="153"/>
                  <a:pt x="1218" y="153"/>
                  <a:pt x="1218" y="153"/>
                </a:cubicBezTo>
                <a:cubicBezTo>
                  <a:pt x="1217" y="153"/>
                  <a:pt x="1217" y="153"/>
                  <a:pt x="1217" y="153"/>
                </a:cubicBezTo>
                <a:cubicBezTo>
                  <a:pt x="1217" y="153"/>
                  <a:pt x="1217" y="153"/>
                  <a:pt x="1217" y="153"/>
                </a:cubicBezTo>
                <a:cubicBezTo>
                  <a:pt x="1215" y="153"/>
                  <a:pt x="1215" y="153"/>
                  <a:pt x="1215" y="153"/>
                </a:cubicBezTo>
                <a:cubicBezTo>
                  <a:pt x="1215" y="153"/>
                  <a:pt x="1215" y="153"/>
                  <a:pt x="1215" y="153"/>
                </a:cubicBezTo>
                <a:cubicBezTo>
                  <a:pt x="1214" y="153"/>
                  <a:pt x="1214" y="153"/>
                  <a:pt x="1214" y="153"/>
                </a:cubicBezTo>
                <a:cubicBezTo>
                  <a:pt x="1214" y="153"/>
                  <a:pt x="1214" y="153"/>
                  <a:pt x="1214" y="153"/>
                </a:cubicBezTo>
                <a:cubicBezTo>
                  <a:pt x="1212" y="153"/>
                  <a:pt x="1212" y="153"/>
                  <a:pt x="1212" y="153"/>
                </a:cubicBezTo>
                <a:cubicBezTo>
                  <a:pt x="1212" y="153"/>
                  <a:pt x="1212" y="153"/>
                  <a:pt x="1212" y="153"/>
                </a:cubicBezTo>
                <a:cubicBezTo>
                  <a:pt x="1211" y="153"/>
                  <a:pt x="1211" y="153"/>
                  <a:pt x="1211" y="153"/>
                </a:cubicBezTo>
                <a:cubicBezTo>
                  <a:pt x="1211" y="153"/>
                  <a:pt x="1211" y="153"/>
                  <a:pt x="1211" y="153"/>
                </a:cubicBezTo>
                <a:cubicBezTo>
                  <a:pt x="1207" y="157"/>
                  <a:pt x="1207" y="157"/>
                  <a:pt x="1207" y="157"/>
                </a:cubicBezTo>
                <a:cubicBezTo>
                  <a:pt x="1207" y="157"/>
                  <a:pt x="1207" y="157"/>
                  <a:pt x="1207" y="157"/>
                </a:cubicBezTo>
                <a:cubicBezTo>
                  <a:pt x="1204" y="161"/>
                  <a:pt x="1204" y="161"/>
                  <a:pt x="1204" y="161"/>
                </a:cubicBezTo>
                <a:cubicBezTo>
                  <a:pt x="1204" y="161"/>
                  <a:pt x="1204" y="161"/>
                  <a:pt x="1204" y="161"/>
                </a:cubicBezTo>
                <a:cubicBezTo>
                  <a:pt x="1203" y="166"/>
                  <a:pt x="1203" y="166"/>
                  <a:pt x="1203" y="166"/>
                </a:cubicBezTo>
                <a:cubicBezTo>
                  <a:pt x="1203" y="166"/>
                  <a:pt x="1203" y="166"/>
                  <a:pt x="1203" y="166"/>
                </a:cubicBezTo>
                <a:cubicBezTo>
                  <a:pt x="1203" y="171"/>
                  <a:pt x="1203" y="171"/>
                  <a:pt x="1203" y="171"/>
                </a:cubicBezTo>
                <a:cubicBezTo>
                  <a:pt x="1203" y="171"/>
                  <a:pt x="1203" y="171"/>
                  <a:pt x="1203" y="171"/>
                </a:cubicBezTo>
                <a:cubicBezTo>
                  <a:pt x="1202" y="176"/>
                  <a:pt x="1202" y="176"/>
                  <a:pt x="1202" y="176"/>
                </a:cubicBezTo>
                <a:cubicBezTo>
                  <a:pt x="1202" y="176"/>
                  <a:pt x="1202" y="176"/>
                  <a:pt x="1202" y="176"/>
                </a:cubicBezTo>
                <a:cubicBezTo>
                  <a:pt x="1202" y="181"/>
                  <a:pt x="1202" y="181"/>
                  <a:pt x="1202" y="181"/>
                </a:cubicBezTo>
                <a:cubicBezTo>
                  <a:pt x="1202" y="181"/>
                  <a:pt x="1202" y="181"/>
                  <a:pt x="1202" y="181"/>
                </a:cubicBezTo>
                <a:cubicBezTo>
                  <a:pt x="1203" y="185"/>
                  <a:pt x="1203" y="185"/>
                  <a:pt x="1203" y="185"/>
                </a:cubicBezTo>
                <a:cubicBezTo>
                  <a:pt x="1203" y="185"/>
                  <a:pt x="1203" y="185"/>
                  <a:pt x="1203" y="185"/>
                </a:cubicBezTo>
                <a:cubicBezTo>
                  <a:pt x="1206" y="188"/>
                  <a:pt x="1206" y="188"/>
                  <a:pt x="1206" y="188"/>
                </a:cubicBezTo>
                <a:cubicBezTo>
                  <a:pt x="1206" y="188"/>
                  <a:pt x="1206" y="188"/>
                  <a:pt x="1206" y="188"/>
                </a:cubicBezTo>
                <a:cubicBezTo>
                  <a:pt x="1246" y="170"/>
                  <a:pt x="1246" y="170"/>
                  <a:pt x="1246" y="170"/>
                </a:cubicBezTo>
                <a:cubicBezTo>
                  <a:pt x="1246" y="170"/>
                  <a:pt x="1246" y="170"/>
                  <a:pt x="1246" y="170"/>
                </a:cubicBezTo>
                <a:cubicBezTo>
                  <a:pt x="1262" y="66"/>
                  <a:pt x="1262" y="66"/>
                  <a:pt x="1262" y="66"/>
                </a:cubicBezTo>
                <a:cubicBezTo>
                  <a:pt x="1262" y="66"/>
                  <a:pt x="1262" y="66"/>
                  <a:pt x="1262" y="66"/>
                </a:cubicBezTo>
                <a:cubicBezTo>
                  <a:pt x="1260" y="63"/>
                  <a:pt x="1260" y="63"/>
                  <a:pt x="1260" y="63"/>
                </a:cubicBezTo>
                <a:cubicBezTo>
                  <a:pt x="1260" y="63"/>
                  <a:pt x="1260" y="63"/>
                  <a:pt x="1260" y="63"/>
                </a:cubicBezTo>
                <a:cubicBezTo>
                  <a:pt x="1259" y="60"/>
                  <a:pt x="1259" y="60"/>
                  <a:pt x="1259" y="60"/>
                </a:cubicBezTo>
                <a:cubicBezTo>
                  <a:pt x="1259" y="60"/>
                  <a:pt x="1259" y="60"/>
                  <a:pt x="1259" y="60"/>
                </a:cubicBezTo>
                <a:cubicBezTo>
                  <a:pt x="1258" y="58"/>
                  <a:pt x="1258" y="58"/>
                  <a:pt x="1258" y="58"/>
                </a:cubicBezTo>
                <a:cubicBezTo>
                  <a:pt x="1258" y="58"/>
                  <a:pt x="1258" y="58"/>
                  <a:pt x="1258" y="58"/>
                </a:cubicBezTo>
                <a:cubicBezTo>
                  <a:pt x="1258" y="54"/>
                  <a:pt x="1258" y="54"/>
                  <a:pt x="1258" y="54"/>
                </a:cubicBezTo>
                <a:cubicBezTo>
                  <a:pt x="1258" y="54"/>
                  <a:pt x="1258" y="54"/>
                  <a:pt x="1258" y="54"/>
                </a:cubicBezTo>
                <a:cubicBezTo>
                  <a:pt x="1257" y="51"/>
                  <a:pt x="1257" y="51"/>
                  <a:pt x="1257" y="51"/>
                </a:cubicBezTo>
                <a:cubicBezTo>
                  <a:pt x="1257" y="51"/>
                  <a:pt x="1257" y="51"/>
                  <a:pt x="1257" y="51"/>
                </a:cubicBezTo>
                <a:cubicBezTo>
                  <a:pt x="1257" y="47"/>
                  <a:pt x="1257" y="47"/>
                  <a:pt x="1257" y="47"/>
                </a:cubicBezTo>
                <a:cubicBezTo>
                  <a:pt x="1257" y="47"/>
                  <a:pt x="1257" y="47"/>
                  <a:pt x="1257" y="47"/>
                </a:cubicBezTo>
                <a:cubicBezTo>
                  <a:pt x="1257" y="44"/>
                  <a:pt x="1257" y="44"/>
                  <a:pt x="1257" y="44"/>
                </a:cubicBezTo>
                <a:cubicBezTo>
                  <a:pt x="1257" y="44"/>
                  <a:pt x="1257" y="44"/>
                  <a:pt x="1257" y="44"/>
                </a:cubicBezTo>
                <a:cubicBezTo>
                  <a:pt x="1260" y="40"/>
                  <a:pt x="1260" y="40"/>
                  <a:pt x="1260" y="40"/>
                </a:cubicBezTo>
                <a:cubicBezTo>
                  <a:pt x="1260" y="40"/>
                  <a:pt x="1260" y="40"/>
                  <a:pt x="1260" y="40"/>
                </a:cubicBezTo>
                <a:cubicBezTo>
                  <a:pt x="1262" y="41"/>
                  <a:pt x="1262" y="41"/>
                  <a:pt x="1262" y="41"/>
                </a:cubicBezTo>
                <a:cubicBezTo>
                  <a:pt x="1262" y="41"/>
                  <a:pt x="1262" y="41"/>
                  <a:pt x="1262" y="41"/>
                </a:cubicBezTo>
                <a:cubicBezTo>
                  <a:pt x="1264" y="40"/>
                  <a:pt x="1264" y="40"/>
                  <a:pt x="1264" y="40"/>
                </a:cubicBezTo>
                <a:cubicBezTo>
                  <a:pt x="1264" y="40"/>
                  <a:pt x="1264" y="40"/>
                  <a:pt x="1264" y="40"/>
                </a:cubicBezTo>
                <a:cubicBezTo>
                  <a:pt x="1268" y="40"/>
                  <a:pt x="1268" y="40"/>
                  <a:pt x="1268" y="40"/>
                </a:cubicBezTo>
                <a:cubicBezTo>
                  <a:pt x="1268" y="40"/>
                  <a:pt x="1268" y="40"/>
                  <a:pt x="1268" y="40"/>
                </a:cubicBezTo>
                <a:cubicBezTo>
                  <a:pt x="1271" y="38"/>
                  <a:pt x="1271" y="38"/>
                  <a:pt x="1271" y="38"/>
                </a:cubicBezTo>
                <a:cubicBezTo>
                  <a:pt x="1271" y="38"/>
                  <a:pt x="1271" y="38"/>
                  <a:pt x="1271" y="38"/>
                </a:cubicBezTo>
                <a:cubicBezTo>
                  <a:pt x="1273" y="38"/>
                  <a:pt x="1273" y="38"/>
                  <a:pt x="1273" y="38"/>
                </a:cubicBezTo>
                <a:cubicBezTo>
                  <a:pt x="1273" y="38"/>
                  <a:pt x="1273" y="38"/>
                  <a:pt x="1273" y="38"/>
                </a:cubicBezTo>
                <a:cubicBezTo>
                  <a:pt x="1276" y="37"/>
                  <a:pt x="1276" y="37"/>
                  <a:pt x="1276" y="37"/>
                </a:cubicBezTo>
                <a:cubicBezTo>
                  <a:pt x="1276" y="37"/>
                  <a:pt x="1276" y="37"/>
                  <a:pt x="1276" y="37"/>
                </a:cubicBezTo>
                <a:cubicBezTo>
                  <a:pt x="1279" y="37"/>
                  <a:pt x="1279" y="37"/>
                  <a:pt x="1279" y="37"/>
                </a:cubicBezTo>
                <a:cubicBezTo>
                  <a:pt x="1279" y="37"/>
                  <a:pt x="1279" y="37"/>
                  <a:pt x="1279" y="37"/>
                </a:cubicBezTo>
                <a:cubicBezTo>
                  <a:pt x="1282" y="38"/>
                  <a:pt x="1282" y="38"/>
                  <a:pt x="1282" y="38"/>
                </a:cubicBezTo>
                <a:cubicBezTo>
                  <a:pt x="1282" y="38"/>
                  <a:pt x="1282" y="38"/>
                  <a:pt x="1282" y="38"/>
                </a:cubicBezTo>
                <a:cubicBezTo>
                  <a:pt x="1282" y="54"/>
                  <a:pt x="1282" y="54"/>
                  <a:pt x="1282" y="54"/>
                </a:cubicBezTo>
                <a:cubicBezTo>
                  <a:pt x="1282" y="54"/>
                  <a:pt x="1282" y="54"/>
                  <a:pt x="1282" y="54"/>
                </a:cubicBezTo>
                <a:cubicBezTo>
                  <a:pt x="1280" y="69"/>
                  <a:pt x="1280" y="69"/>
                  <a:pt x="1280" y="69"/>
                </a:cubicBezTo>
                <a:cubicBezTo>
                  <a:pt x="1280" y="69"/>
                  <a:pt x="1280" y="69"/>
                  <a:pt x="1280" y="69"/>
                </a:cubicBezTo>
                <a:cubicBezTo>
                  <a:pt x="1276" y="84"/>
                  <a:pt x="1276" y="84"/>
                  <a:pt x="1276" y="84"/>
                </a:cubicBezTo>
                <a:cubicBezTo>
                  <a:pt x="1276" y="84"/>
                  <a:pt x="1276" y="84"/>
                  <a:pt x="1276" y="84"/>
                </a:cubicBezTo>
                <a:cubicBezTo>
                  <a:pt x="1273" y="99"/>
                  <a:pt x="1273" y="99"/>
                  <a:pt x="1273" y="99"/>
                </a:cubicBezTo>
                <a:cubicBezTo>
                  <a:pt x="1273" y="99"/>
                  <a:pt x="1273" y="99"/>
                  <a:pt x="1273" y="99"/>
                </a:cubicBezTo>
                <a:cubicBezTo>
                  <a:pt x="1268" y="114"/>
                  <a:pt x="1268" y="114"/>
                  <a:pt x="1268" y="114"/>
                </a:cubicBezTo>
                <a:cubicBezTo>
                  <a:pt x="1268" y="114"/>
                  <a:pt x="1268" y="114"/>
                  <a:pt x="1268" y="114"/>
                </a:cubicBezTo>
                <a:cubicBezTo>
                  <a:pt x="1264" y="129"/>
                  <a:pt x="1264" y="129"/>
                  <a:pt x="1264" y="129"/>
                </a:cubicBezTo>
                <a:cubicBezTo>
                  <a:pt x="1264" y="129"/>
                  <a:pt x="1264" y="129"/>
                  <a:pt x="1264" y="129"/>
                </a:cubicBezTo>
                <a:cubicBezTo>
                  <a:pt x="1261" y="144"/>
                  <a:pt x="1261" y="144"/>
                  <a:pt x="1261" y="144"/>
                </a:cubicBezTo>
                <a:cubicBezTo>
                  <a:pt x="1261" y="144"/>
                  <a:pt x="1261" y="144"/>
                  <a:pt x="1261" y="144"/>
                </a:cubicBezTo>
                <a:cubicBezTo>
                  <a:pt x="1260" y="159"/>
                  <a:pt x="1260" y="159"/>
                  <a:pt x="1260" y="159"/>
                </a:cubicBezTo>
                <a:cubicBezTo>
                  <a:pt x="1260" y="159"/>
                  <a:pt x="1260" y="159"/>
                  <a:pt x="1260" y="159"/>
                </a:cubicBezTo>
                <a:cubicBezTo>
                  <a:pt x="1263" y="161"/>
                  <a:pt x="1263" y="161"/>
                  <a:pt x="1263" y="161"/>
                </a:cubicBezTo>
                <a:cubicBezTo>
                  <a:pt x="1263" y="161"/>
                  <a:pt x="1263" y="161"/>
                  <a:pt x="1263" y="161"/>
                </a:cubicBezTo>
                <a:cubicBezTo>
                  <a:pt x="1303" y="152"/>
                  <a:pt x="1303" y="152"/>
                  <a:pt x="1303" y="152"/>
                </a:cubicBezTo>
                <a:cubicBezTo>
                  <a:pt x="1303" y="152"/>
                  <a:pt x="1303" y="152"/>
                  <a:pt x="1303" y="152"/>
                </a:cubicBezTo>
                <a:cubicBezTo>
                  <a:pt x="1320" y="176"/>
                  <a:pt x="1320" y="176"/>
                  <a:pt x="1320" y="176"/>
                </a:cubicBezTo>
                <a:cubicBezTo>
                  <a:pt x="1320" y="176"/>
                  <a:pt x="1320" y="176"/>
                  <a:pt x="1320" y="176"/>
                </a:cubicBezTo>
                <a:cubicBezTo>
                  <a:pt x="1311" y="174"/>
                  <a:pt x="1311" y="174"/>
                  <a:pt x="1311" y="174"/>
                </a:cubicBezTo>
                <a:cubicBezTo>
                  <a:pt x="1311" y="174"/>
                  <a:pt x="1311" y="174"/>
                  <a:pt x="1311" y="174"/>
                </a:cubicBezTo>
                <a:cubicBezTo>
                  <a:pt x="1301" y="172"/>
                  <a:pt x="1301" y="172"/>
                  <a:pt x="1301" y="172"/>
                </a:cubicBezTo>
                <a:cubicBezTo>
                  <a:pt x="1301" y="172"/>
                  <a:pt x="1301" y="172"/>
                  <a:pt x="1301" y="172"/>
                </a:cubicBezTo>
                <a:cubicBezTo>
                  <a:pt x="1292" y="171"/>
                  <a:pt x="1292" y="171"/>
                  <a:pt x="1292" y="171"/>
                </a:cubicBezTo>
                <a:cubicBezTo>
                  <a:pt x="1292" y="171"/>
                  <a:pt x="1292" y="171"/>
                  <a:pt x="1292" y="171"/>
                </a:cubicBezTo>
                <a:cubicBezTo>
                  <a:pt x="1283" y="170"/>
                  <a:pt x="1283" y="170"/>
                  <a:pt x="1283" y="170"/>
                </a:cubicBezTo>
                <a:cubicBezTo>
                  <a:pt x="1283" y="170"/>
                  <a:pt x="1283" y="170"/>
                  <a:pt x="1283" y="170"/>
                </a:cubicBezTo>
                <a:cubicBezTo>
                  <a:pt x="1274" y="171"/>
                  <a:pt x="1274" y="171"/>
                  <a:pt x="1274" y="171"/>
                </a:cubicBezTo>
                <a:cubicBezTo>
                  <a:pt x="1274" y="171"/>
                  <a:pt x="1274" y="171"/>
                  <a:pt x="1274" y="171"/>
                </a:cubicBezTo>
                <a:cubicBezTo>
                  <a:pt x="1264" y="172"/>
                  <a:pt x="1264" y="172"/>
                  <a:pt x="1264" y="172"/>
                </a:cubicBezTo>
                <a:cubicBezTo>
                  <a:pt x="1264" y="172"/>
                  <a:pt x="1264" y="172"/>
                  <a:pt x="1264" y="172"/>
                </a:cubicBezTo>
                <a:cubicBezTo>
                  <a:pt x="1255" y="175"/>
                  <a:pt x="1255" y="175"/>
                  <a:pt x="1255" y="175"/>
                </a:cubicBezTo>
                <a:cubicBezTo>
                  <a:pt x="1255" y="175"/>
                  <a:pt x="1255" y="175"/>
                  <a:pt x="1255" y="175"/>
                </a:cubicBezTo>
                <a:cubicBezTo>
                  <a:pt x="1248" y="180"/>
                  <a:pt x="1248" y="180"/>
                  <a:pt x="1248" y="180"/>
                </a:cubicBezTo>
                <a:cubicBezTo>
                  <a:pt x="1248" y="180"/>
                  <a:pt x="1248" y="180"/>
                  <a:pt x="1248" y="180"/>
                </a:cubicBezTo>
                <a:cubicBezTo>
                  <a:pt x="1182" y="213"/>
                  <a:pt x="1182" y="213"/>
                  <a:pt x="1182" y="213"/>
                </a:cubicBezTo>
                <a:cubicBezTo>
                  <a:pt x="1182" y="213"/>
                  <a:pt x="1182" y="213"/>
                  <a:pt x="1182" y="213"/>
                </a:cubicBezTo>
                <a:cubicBezTo>
                  <a:pt x="1181" y="215"/>
                  <a:pt x="1181" y="215"/>
                  <a:pt x="1181" y="215"/>
                </a:cubicBezTo>
                <a:cubicBezTo>
                  <a:pt x="1181" y="215"/>
                  <a:pt x="1181" y="215"/>
                  <a:pt x="1181" y="215"/>
                </a:cubicBezTo>
                <a:cubicBezTo>
                  <a:pt x="1181" y="217"/>
                  <a:pt x="1181" y="217"/>
                  <a:pt x="1181" y="217"/>
                </a:cubicBezTo>
                <a:cubicBezTo>
                  <a:pt x="1181" y="217"/>
                  <a:pt x="1181" y="217"/>
                  <a:pt x="1181" y="217"/>
                </a:cubicBezTo>
                <a:cubicBezTo>
                  <a:pt x="1181" y="219"/>
                  <a:pt x="1181" y="219"/>
                  <a:pt x="1181" y="219"/>
                </a:cubicBezTo>
                <a:cubicBezTo>
                  <a:pt x="1181" y="219"/>
                  <a:pt x="1181" y="219"/>
                  <a:pt x="1181" y="219"/>
                </a:cubicBezTo>
                <a:cubicBezTo>
                  <a:pt x="1181" y="221"/>
                  <a:pt x="1181" y="221"/>
                  <a:pt x="1181" y="221"/>
                </a:cubicBezTo>
                <a:cubicBezTo>
                  <a:pt x="1181" y="221"/>
                  <a:pt x="1181" y="221"/>
                  <a:pt x="1181" y="221"/>
                </a:cubicBezTo>
                <a:cubicBezTo>
                  <a:pt x="1181" y="224"/>
                  <a:pt x="1181" y="224"/>
                  <a:pt x="1181" y="224"/>
                </a:cubicBezTo>
                <a:cubicBezTo>
                  <a:pt x="1181" y="224"/>
                  <a:pt x="1181" y="224"/>
                  <a:pt x="1181" y="224"/>
                </a:cubicBezTo>
                <a:cubicBezTo>
                  <a:pt x="1181" y="226"/>
                  <a:pt x="1181" y="226"/>
                  <a:pt x="1181" y="226"/>
                </a:cubicBezTo>
                <a:cubicBezTo>
                  <a:pt x="1181" y="226"/>
                  <a:pt x="1181" y="226"/>
                  <a:pt x="1181" y="226"/>
                </a:cubicBezTo>
                <a:cubicBezTo>
                  <a:pt x="1181" y="228"/>
                  <a:pt x="1181" y="228"/>
                  <a:pt x="1181" y="228"/>
                </a:cubicBezTo>
                <a:cubicBezTo>
                  <a:pt x="1181" y="228"/>
                  <a:pt x="1181" y="228"/>
                  <a:pt x="1181" y="228"/>
                </a:cubicBezTo>
                <a:cubicBezTo>
                  <a:pt x="1183" y="229"/>
                  <a:pt x="1183" y="229"/>
                  <a:pt x="1183" y="229"/>
                </a:cubicBezTo>
                <a:cubicBezTo>
                  <a:pt x="1183" y="229"/>
                  <a:pt x="1183" y="229"/>
                  <a:pt x="1183" y="229"/>
                </a:cubicBezTo>
                <a:cubicBezTo>
                  <a:pt x="1188" y="229"/>
                  <a:pt x="1188" y="229"/>
                  <a:pt x="1188" y="229"/>
                </a:cubicBezTo>
                <a:cubicBezTo>
                  <a:pt x="1188" y="229"/>
                  <a:pt x="1188" y="229"/>
                  <a:pt x="1188" y="229"/>
                </a:cubicBezTo>
                <a:cubicBezTo>
                  <a:pt x="1225" y="204"/>
                  <a:pt x="1225" y="204"/>
                  <a:pt x="1225" y="204"/>
                </a:cubicBezTo>
                <a:cubicBezTo>
                  <a:pt x="1225" y="204"/>
                  <a:pt x="1225" y="204"/>
                  <a:pt x="1225" y="204"/>
                </a:cubicBezTo>
                <a:cubicBezTo>
                  <a:pt x="1229" y="204"/>
                  <a:pt x="1229" y="204"/>
                  <a:pt x="1229" y="204"/>
                </a:cubicBezTo>
                <a:cubicBezTo>
                  <a:pt x="1229" y="204"/>
                  <a:pt x="1229" y="204"/>
                  <a:pt x="1229" y="204"/>
                </a:cubicBezTo>
                <a:cubicBezTo>
                  <a:pt x="1233" y="203"/>
                  <a:pt x="1233" y="203"/>
                  <a:pt x="1233" y="203"/>
                </a:cubicBezTo>
                <a:cubicBezTo>
                  <a:pt x="1233" y="203"/>
                  <a:pt x="1233" y="203"/>
                  <a:pt x="1233" y="203"/>
                </a:cubicBezTo>
                <a:cubicBezTo>
                  <a:pt x="1237" y="203"/>
                  <a:pt x="1237" y="203"/>
                  <a:pt x="1237" y="203"/>
                </a:cubicBezTo>
                <a:cubicBezTo>
                  <a:pt x="1237" y="203"/>
                  <a:pt x="1237" y="203"/>
                  <a:pt x="1237" y="203"/>
                </a:cubicBezTo>
                <a:cubicBezTo>
                  <a:pt x="1242" y="202"/>
                  <a:pt x="1242" y="202"/>
                  <a:pt x="1242" y="202"/>
                </a:cubicBezTo>
                <a:cubicBezTo>
                  <a:pt x="1242" y="202"/>
                  <a:pt x="1242" y="202"/>
                  <a:pt x="1242" y="202"/>
                </a:cubicBezTo>
                <a:cubicBezTo>
                  <a:pt x="1245" y="203"/>
                  <a:pt x="1245" y="203"/>
                  <a:pt x="1245" y="203"/>
                </a:cubicBezTo>
                <a:cubicBezTo>
                  <a:pt x="1245" y="203"/>
                  <a:pt x="1245" y="203"/>
                  <a:pt x="1245" y="203"/>
                </a:cubicBezTo>
                <a:cubicBezTo>
                  <a:pt x="1251" y="204"/>
                  <a:pt x="1251" y="204"/>
                  <a:pt x="1251" y="204"/>
                </a:cubicBezTo>
                <a:cubicBezTo>
                  <a:pt x="1251" y="204"/>
                  <a:pt x="1251" y="204"/>
                  <a:pt x="1251" y="204"/>
                </a:cubicBezTo>
                <a:cubicBezTo>
                  <a:pt x="1254" y="206"/>
                  <a:pt x="1254" y="206"/>
                  <a:pt x="1254" y="206"/>
                </a:cubicBezTo>
                <a:cubicBezTo>
                  <a:pt x="1254" y="206"/>
                  <a:pt x="1254" y="206"/>
                  <a:pt x="1254" y="206"/>
                </a:cubicBezTo>
                <a:cubicBezTo>
                  <a:pt x="1259" y="207"/>
                  <a:pt x="1259" y="207"/>
                  <a:pt x="1259" y="207"/>
                </a:cubicBezTo>
                <a:cubicBezTo>
                  <a:pt x="1259" y="207"/>
                  <a:pt x="1259" y="207"/>
                  <a:pt x="1259" y="207"/>
                </a:cubicBezTo>
                <a:cubicBezTo>
                  <a:pt x="1244" y="229"/>
                  <a:pt x="1237" y="234"/>
                  <a:pt x="1237" y="235"/>
                </a:cubicBezTo>
                <a:cubicBezTo>
                  <a:pt x="1237" y="235"/>
                  <a:pt x="1237" y="235"/>
                  <a:pt x="1237" y="235"/>
                </a:cubicBezTo>
                <a:cubicBezTo>
                  <a:pt x="1237" y="236"/>
                  <a:pt x="1237" y="236"/>
                  <a:pt x="1237" y="236"/>
                </a:cubicBezTo>
                <a:cubicBezTo>
                  <a:pt x="1234" y="239"/>
                  <a:pt x="1234" y="239"/>
                  <a:pt x="1234" y="239"/>
                </a:cubicBezTo>
                <a:cubicBezTo>
                  <a:pt x="1232" y="241"/>
                  <a:pt x="1232" y="241"/>
                  <a:pt x="1232" y="241"/>
                </a:cubicBezTo>
                <a:cubicBezTo>
                  <a:pt x="1232" y="241"/>
                  <a:pt x="1232" y="241"/>
                  <a:pt x="1232" y="241"/>
                </a:cubicBezTo>
                <a:cubicBezTo>
                  <a:pt x="1231" y="242"/>
                  <a:pt x="1231" y="242"/>
                  <a:pt x="1231" y="242"/>
                </a:cubicBezTo>
                <a:cubicBezTo>
                  <a:pt x="1231" y="242"/>
                  <a:pt x="1231" y="242"/>
                  <a:pt x="1231" y="242"/>
                </a:cubicBezTo>
                <a:cubicBezTo>
                  <a:pt x="1230" y="243"/>
                  <a:pt x="1230" y="243"/>
                  <a:pt x="1230" y="243"/>
                </a:cubicBezTo>
                <a:cubicBezTo>
                  <a:pt x="1230" y="243"/>
                  <a:pt x="1230" y="243"/>
                  <a:pt x="1230" y="243"/>
                </a:cubicBezTo>
                <a:cubicBezTo>
                  <a:pt x="1230" y="243"/>
                  <a:pt x="1230" y="243"/>
                  <a:pt x="1230" y="243"/>
                </a:cubicBezTo>
                <a:cubicBezTo>
                  <a:pt x="1230" y="243"/>
                  <a:pt x="1230" y="243"/>
                  <a:pt x="1230" y="243"/>
                </a:cubicBezTo>
                <a:cubicBezTo>
                  <a:pt x="1230" y="245"/>
                  <a:pt x="1230" y="245"/>
                  <a:pt x="1230" y="245"/>
                </a:cubicBezTo>
                <a:cubicBezTo>
                  <a:pt x="1230" y="245"/>
                  <a:pt x="1230" y="245"/>
                  <a:pt x="1230" y="245"/>
                </a:cubicBezTo>
                <a:cubicBezTo>
                  <a:pt x="1230" y="246"/>
                  <a:pt x="1230" y="246"/>
                  <a:pt x="1230" y="246"/>
                </a:cubicBezTo>
                <a:cubicBezTo>
                  <a:pt x="1230" y="246"/>
                  <a:pt x="1230" y="246"/>
                  <a:pt x="1230" y="246"/>
                </a:cubicBezTo>
                <a:cubicBezTo>
                  <a:pt x="1230" y="248"/>
                  <a:pt x="1230" y="248"/>
                  <a:pt x="1230" y="248"/>
                </a:cubicBezTo>
                <a:cubicBezTo>
                  <a:pt x="1230" y="248"/>
                  <a:pt x="1230" y="248"/>
                  <a:pt x="1230" y="248"/>
                </a:cubicBezTo>
                <a:cubicBezTo>
                  <a:pt x="1230" y="249"/>
                  <a:pt x="1230" y="249"/>
                  <a:pt x="1230" y="249"/>
                </a:cubicBezTo>
                <a:cubicBezTo>
                  <a:pt x="1230" y="249"/>
                  <a:pt x="1230" y="249"/>
                  <a:pt x="1230" y="249"/>
                </a:cubicBezTo>
                <a:cubicBezTo>
                  <a:pt x="1230" y="251"/>
                  <a:pt x="1230" y="251"/>
                  <a:pt x="1230" y="251"/>
                </a:cubicBezTo>
                <a:cubicBezTo>
                  <a:pt x="1230" y="251"/>
                  <a:pt x="1230" y="251"/>
                  <a:pt x="1230" y="251"/>
                </a:cubicBezTo>
                <a:cubicBezTo>
                  <a:pt x="1231" y="252"/>
                  <a:pt x="1231" y="252"/>
                  <a:pt x="1231" y="252"/>
                </a:cubicBezTo>
                <a:cubicBezTo>
                  <a:pt x="1231" y="252"/>
                  <a:pt x="1231" y="252"/>
                  <a:pt x="1231" y="252"/>
                </a:cubicBezTo>
                <a:cubicBezTo>
                  <a:pt x="1232" y="253"/>
                  <a:pt x="1232" y="253"/>
                  <a:pt x="1232" y="253"/>
                </a:cubicBezTo>
                <a:cubicBezTo>
                  <a:pt x="1232" y="253"/>
                  <a:pt x="1232" y="253"/>
                  <a:pt x="1232" y="253"/>
                </a:cubicBezTo>
                <a:cubicBezTo>
                  <a:pt x="1233" y="253"/>
                  <a:pt x="1233" y="253"/>
                  <a:pt x="1233" y="253"/>
                </a:cubicBezTo>
                <a:cubicBezTo>
                  <a:pt x="1233" y="253"/>
                  <a:pt x="1233" y="253"/>
                  <a:pt x="1233" y="253"/>
                </a:cubicBezTo>
                <a:cubicBezTo>
                  <a:pt x="1233" y="255"/>
                  <a:pt x="1233" y="255"/>
                  <a:pt x="1233" y="255"/>
                </a:cubicBezTo>
                <a:cubicBezTo>
                  <a:pt x="1233" y="255"/>
                  <a:pt x="1233" y="255"/>
                  <a:pt x="1233" y="255"/>
                </a:cubicBezTo>
                <a:cubicBezTo>
                  <a:pt x="1235" y="256"/>
                  <a:pt x="1235" y="256"/>
                  <a:pt x="1235" y="256"/>
                </a:cubicBezTo>
                <a:cubicBezTo>
                  <a:pt x="1235" y="256"/>
                  <a:pt x="1235" y="256"/>
                  <a:pt x="1235" y="256"/>
                </a:cubicBezTo>
                <a:cubicBezTo>
                  <a:pt x="1235" y="256"/>
                  <a:pt x="1235" y="256"/>
                  <a:pt x="1235" y="256"/>
                </a:cubicBezTo>
                <a:cubicBezTo>
                  <a:pt x="1235" y="256"/>
                  <a:pt x="1235" y="256"/>
                  <a:pt x="1235" y="256"/>
                </a:cubicBezTo>
                <a:cubicBezTo>
                  <a:pt x="1237" y="257"/>
                  <a:pt x="1237" y="257"/>
                  <a:pt x="1237" y="257"/>
                </a:cubicBezTo>
                <a:cubicBezTo>
                  <a:pt x="1237" y="257"/>
                  <a:pt x="1237" y="257"/>
                  <a:pt x="1237" y="257"/>
                </a:cubicBezTo>
                <a:cubicBezTo>
                  <a:pt x="1236" y="263"/>
                  <a:pt x="1236" y="263"/>
                  <a:pt x="1236" y="263"/>
                </a:cubicBezTo>
                <a:cubicBezTo>
                  <a:pt x="1236" y="263"/>
                  <a:pt x="1236" y="263"/>
                  <a:pt x="1236" y="263"/>
                </a:cubicBezTo>
                <a:cubicBezTo>
                  <a:pt x="1234" y="266"/>
                  <a:pt x="1234" y="266"/>
                  <a:pt x="1234" y="266"/>
                </a:cubicBezTo>
                <a:cubicBezTo>
                  <a:pt x="1234" y="266"/>
                  <a:pt x="1234" y="266"/>
                  <a:pt x="1234" y="266"/>
                </a:cubicBezTo>
                <a:cubicBezTo>
                  <a:pt x="1232" y="267"/>
                  <a:pt x="1232" y="267"/>
                  <a:pt x="1232" y="267"/>
                </a:cubicBezTo>
                <a:cubicBezTo>
                  <a:pt x="1232" y="267"/>
                  <a:pt x="1232" y="267"/>
                  <a:pt x="1232" y="267"/>
                </a:cubicBezTo>
                <a:cubicBezTo>
                  <a:pt x="1230" y="269"/>
                  <a:pt x="1230" y="269"/>
                  <a:pt x="1230" y="269"/>
                </a:cubicBezTo>
                <a:cubicBezTo>
                  <a:pt x="1230" y="269"/>
                  <a:pt x="1230" y="269"/>
                  <a:pt x="1230" y="269"/>
                </a:cubicBezTo>
                <a:cubicBezTo>
                  <a:pt x="1229" y="269"/>
                  <a:pt x="1229" y="269"/>
                  <a:pt x="1229" y="269"/>
                </a:cubicBezTo>
                <a:cubicBezTo>
                  <a:pt x="1229" y="269"/>
                  <a:pt x="1229" y="269"/>
                  <a:pt x="1229" y="269"/>
                </a:cubicBezTo>
                <a:cubicBezTo>
                  <a:pt x="1225" y="271"/>
                  <a:pt x="1225" y="271"/>
                  <a:pt x="1225" y="271"/>
                </a:cubicBezTo>
                <a:cubicBezTo>
                  <a:pt x="1225" y="271"/>
                  <a:pt x="1225" y="271"/>
                  <a:pt x="1225" y="271"/>
                </a:cubicBezTo>
                <a:cubicBezTo>
                  <a:pt x="1223" y="272"/>
                  <a:pt x="1223" y="272"/>
                  <a:pt x="1223" y="272"/>
                </a:cubicBezTo>
                <a:cubicBezTo>
                  <a:pt x="1223" y="272"/>
                  <a:pt x="1223" y="272"/>
                  <a:pt x="1223" y="272"/>
                </a:cubicBezTo>
                <a:cubicBezTo>
                  <a:pt x="1221" y="274"/>
                  <a:pt x="1221" y="274"/>
                  <a:pt x="1221" y="274"/>
                </a:cubicBezTo>
                <a:cubicBezTo>
                  <a:pt x="1221" y="274"/>
                  <a:pt x="1221" y="274"/>
                  <a:pt x="1221" y="274"/>
                </a:cubicBezTo>
                <a:cubicBezTo>
                  <a:pt x="1219" y="275"/>
                  <a:pt x="1219" y="275"/>
                  <a:pt x="1219" y="275"/>
                </a:cubicBezTo>
                <a:cubicBezTo>
                  <a:pt x="1219" y="275"/>
                  <a:pt x="1219" y="275"/>
                  <a:pt x="1219" y="275"/>
                </a:cubicBezTo>
                <a:cubicBezTo>
                  <a:pt x="1217" y="278"/>
                  <a:pt x="1217" y="278"/>
                  <a:pt x="1217" y="278"/>
                </a:cubicBezTo>
                <a:cubicBezTo>
                  <a:pt x="1217" y="278"/>
                  <a:pt x="1217" y="278"/>
                  <a:pt x="1217" y="278"/>
                </a:cubicBezTo>
                <a:cubicBezTo>
                  <a:pt x="1218" y="280"/>
                  <a:pt x="1218" y="280"/>
                  <a:pt x="1218" y="280"/>
                </a:cubicBezTo>
                <a:cubicBezTo>
                  <a:pt x="1218" y="280"/>
                  <a:pt x="1218" y="280"/>
                  <a:pt x="1218" y="280"/>
                </a:cubicBezTo>
                <a:cubicBezTo>
                  <a:pt x="1218" y="282"/>
                  <a:pt x="1218" y="282"/>
                  <a:pt x="1218" y="282"/>
                </a:cubicBezTo>
                <a:cubicBezTo>
                  <a:pt x="1218" y="282"/>
                  <a:pt x="1218" y="282"/>
                  <a:pt x="1218" y="282"/>
                </a:cubicBezTo>
                <a:cubicBezTo>
                  <a:pt x="1221" y="282"/>
                  <a:pt x="1221" y="282"/>
                  <a:pt x="1221" y="282"/>
                </a:cubicBezTo>
                <a:cubicBezTo>
                  <a:pt x="1221" y="282"/>
                  <a:pt x="1221" y="282"/>
                  <a:pt x="1221" y="282"/>
                </a:cubicBezTo>
                <a:cubicBezTo>
                  <a:pt x="1222" y="284"/>
                  <a:pt x="1222" y="284"/>
                  <a:pt x="1222" y="284"/>
                </a:cubicBezTo>
                <a:cubicBezTo>
                  <a:pt x="1222" y="284"/>
                  <a:pt x="1222" y="284"/>
                  <a:pt x="1222" y="284"/>
                </a:cubicBezTo>
                <a:cubicBezTo>
                  <a:pt x="1225" y="285"/>
                  <a:pt x="1225" y="285"/>
                  <a:pt x="1225" y="285"/>
                </a:cubicBezTo>
                <a:cubicBezTo>
                  <a:pt x="1225" y="285"/>
                  <a:pt x="1225" y="285"/>
                  <a:pt x="1225" y="285"/>
                </a:cubicBezTo>
                <a:cubicBezTo>
                  <a:pt x="1226" y="286"/>
                  <a:pt x="1226" y="286"/>
                  <a:pt x="1226" y="286"/>
                </a:cubicBezTo>
                <a:cubicBezTo>
                  <a:pt x="1226" y="286"/>
                  <a:pt x="1226" y="286"/>
                  <a:pt x="1226" y="286"/>
                </a:cubicBezTo>
                <a:cubicBezTo>
                  <a:pt x="1230" y="287"/>
                  <a:pt x="1230" y="287"/>
                  <a:pt x="1230" y="287"/>
                </a:cubicBezTo>
                <a:cubicBezTo>
                  <a:pt x="1230" y="287"/>
                  <a:pt x="1230" y="287"/>
                  <a:pt x="1230" y="287"/>
                </a:cubicBezTo>
                <a:cubicBezTo>
                  <a:pt x="1230" y="289"/>
                  <a:pt x="1230" y="289"/>
                  <a:pt x="1230" y="289"/>
                </a:cubicBezTo>
                <a:cubicBezTo>
                  <a:pt x="1230" y="289"/>
                  <a:pt x="1230" y="289"/>
                  <a:pt x="1230" y="289"/>
                </a:cubicBezTo>
                <a:cubicBezTo>
                  <a:pt x="1230" y="290"/>
                  <a:pt x="1230" y="290"/>
                  <a:pt x="1230" y="290"/>
                </a:cubicBezTo>
                <a:cubicBezTo>
                  <a:pt x="1230" y="290"/>
                  <a:pt x="1230" y="290"/>
                  <a:pt x="1230" y="290"/>
                </a:cubicBezTo>
                <a:cubicBezTo>
                  <a:pt x="1230" y="291"/>
                  <a:pt x="1230" y="291"/>
                  <a:pt x="1230" y="291"/>
                </a:cubicBezTo>
                <a:cubicBezTo>
                  <a:pt x="1230" y="291"/>
                  <a:pt x="1230" y="291"/>
                  <a:pt x="1230" y="291"/>
                </a:cubicBezTo>
                <a:cubicBezTo>
                  <a:pt x="1231" y="292"/>
                  <a:pt x="1231" y="292"/>
                  <a:pt x="1231" y="292"/>
                </a:cubicBezTo>
                <a:cubicBezTo>
                  <a:pt x="1231" y="292"/>
                  <a:pt x="1231" y="292"/>
                  <a:pt x="1231" y="292"/>
                </a:cubicBezTo>
                <a:cubicBezTo>
                  <a:pt x="1231" y="294"/>
                  <a:pt x="1231" y="294"/>
                  <a:pt x="1231" y="294"/>
                </a:cubicBezTo>
                <a:cubicBezTo>
                  <a:pt x="1231" y="294"/>
                  <a:pt x="1231" y="294"/>
                  <a:pt x="1231" y="294"/>
                </a:cubicBezTo>
                <a:cubicBezTo>
                  <a:pt x="1231" y="295"/>
                  <a:pt x="1231" y="295"/>
                  <a:pt x="1231" y="295"/>
                </a:cubicBezTo>
                <a:cubicBezTo>
                  <a:pt x="1231" y="295"/>
                  <a:pt x="1231" y="295"/>
                  <a:pt x="1231" y="295"/>
                </a:cubicBezTo>
                <a:cubicBezTo>
                  <a:pt x="1231" y="295"/>
                  <a:pt x="1231" y="295"/>
                  <a:pt x="1231" y="295"/>
                </a:cubicBezTo>
                <a:cubicBezTo>
                  <a:pt x="1231" y="295"/>
                  <a:pt x="1231" y="295"/>
                  <a:pt x="1231" y="295"/>
                </a:cubicBezTo>
                <a:cubicBezTo>
                  <a:pt x="1231" y="296"/>
                  <a:pt x="1231" y="296"/>
                  <a:pt x="1231" y="296"/>
                </a:cubicBezTo>
                <a:cubicBezTo>
                  <a:pt x="1231" y="296"/>
                  <a:pt x="1231" y="296"/>
                  <a:pt x="1231" y="296"/>
                </a:cubicBezTo>
                <a:cubicBezTo>
                  <a:pt x="1225" y="298"/>
                  <a:pt x="1225" y="298"/>
                  <a:pt x="1225" y="298"/>
                </a:cubicBezTo>
                <a:cubicBezTo>
                  <a:pt x="1225" y="298"/>
                  <a:pt x="1225" y="298"/>
                  <a:pt x="1225" y="298"/>
                </a:cubicBezTo>
                <a:cubicBezTo>
                  <a:pt x="1223" y="301"/>
                  <a:pt x="1223" y="301"/>
                  <a:pt x="1223" y="301"/>
                </a:cubicBezTo>
                <a:cubicBezTo>
                  <a:pt x="1223" y="301"/>
                  <a:pt x="1223" y="301"/>
                  <a:pt x="1223" y="301"/>
                </a:cubicBezTo>
                <a:cubicBezTo>
                  <a:pt x="1223" y="302"/>
                  <a:pt x="1223" y="302"/>
                  <a:pt x="1223" y="302"/>
                </a:cubicBezTo>
                <a:cubicBezTo>
                  <a:pt x="1223" y="302"/>
                  <a:pt x="1223" y="302"/>
                  <a:pt x="1223" y="302"/>
                </a:cubicBezTo>
                <a:cubicBezTo>
                  <a:pt x="1225" y="305"/>
                  <a:pt x="1225" y="305"/>
                  <a:pt x="1225" y="305"/>
                </a:cubicBezTo>
                <a:cubicBezTo>
                  <a:pt x="1225" y="305"/>
                  <a:pt x="1225" y="305"/>
                  <a:pt x="1225" y="305"/>
                </a:cubicBezTo>
                <a:cubicBezTo>
                  <a:pt x="1225" y="306"/>
                  <a:pt x="1225" y="306"/>
                  <a:pt x="1225" y="306"/>
                </a:cubicBezTo>
                <a:cubicBezTo>
                  <a:pt x="1225" y="306"/>
                  <a:pt x="1225" y="306"/>
                  <a:pt x="1225" y="306"/>
                </a:cubicBezTo>
                <a:cubicBezTo>
                  <a:pt x="1226" y="309"/>
                  <a:pt x="1226" y="309"/>
                  <a:pt x="1226" y="309"/>
                </a:cubicBezTo>
                <a:cubicBezTo>
                  <a:pt x="1226" y="309"/>
                  <a:pt x="1226" y="309"/>
                  <a:pt x="1226" y="309"/>
                </a:cubicBezTo>
                <a:cubicBezTo>
                  <a:pt x="1227" y="310"/>
                  <a:pt x="1227" y="310"/>
                  <a:pt x="1227" y="310"/>
                </a:cubicBezTo>
                <a:cubicBezTo>
                  <a:pt x="1227" y="310"/>
                  <a:pt x="1227" y="310"/>
                  <a:pt x="1227" y="310"/>
                </a:cubicBezTo>
                <a:cubicBezTo>
                  <a:pt x="1227" y="312"/>
                  <a:pt x="1227" y="312"/>
                  <a:pt x="1227" y="312"/>
                </a:cubicBezTo>
                <a:cubicBezTo>
                  <a:pt x="1227" y="312"/>
                  <a:pt x="1227" y="312"/>
                  <a:pt x="1227" y="312"/>
                </a:cubicBezTo>
                <a:cubicBezTo>
                  <a:pt x="1227" y="313"/>
                  <a:pt x="1227" y="313"/>
                  <a:pt x="1227" y="313"/>
                </a:cubicBezTo>
                <a:cubicBezTo>
                  <a:pt x="1227" y="313"/>
                  <a:pt x="1227" y="313"/>
                  <a:pt x="1227" y="313"/>
                </a:cubicBezTo>
                <a:cubicBezTo>
                  <a:pt x="1225" y="316"/>
                  <a:pt x="1225" y="316"/>
                  <a:pt x="1225" y="316"/>
                </a:cubicBezTo>
                <a:cubicBezTo>
                  <a:pt x="1225" y="316"/>
                  <a:pt x="1225" y="316"/>
                  <a:pt x="1225" y="316"/>
                </a:cubicBezTo>
                <a:cubicBezTo>
                  <a:pt x="1222" y="317"/>
                  <a:pt x="1222" y="317"/>
                  <a:pt x="1222" y="317"/>
                </a:cubicBezTo>
                <a:cubicBezTo>
                  <a:pt x="1222" y="317"/>
                  <a:pt x="1222" y="317"/>
                  <a:pt x="1222" y="317"/>
                </a:cubicBezTo>
                <a:cubicBezTo>
                  <a:pt x="1220" y="318"/>
                  <a:pt x="1220" y="318"/>
                  <a:pt x="1220" y="318"/>
                </a:cubicBezTo>
                <a:cubicBezTo>
                  <a:pt x="1220" y="318"/>
                  <a:pt x="1220" y="318"/>
                  <a:pt x="1220" y="318"/>
                </a:cubicBezTo>
                <a:cubicBezTo>
                  <a:pt x="1218" y="318"/>
                  <a:pt x="1218" y="318"/>
                  <a:pt x="1218" y="318"/>
                </a:cubicBezTo>
                <a:cubicBezTo>
                  <a:pt x="1218" y="318"/>
                  <a:pt x="1218" y="318"/>
                  <a:pt x="1218" y="318"/>
                </a:cubicBezTo>
                <a:cubicBezTo>
                  <a:pt x="1215" y="319"/>
                  <a:pt x="1215" y="319"/>
                  <a:pt x="1215" y="319"/>
                </a:cubicBezTo>
                <a:cubicBezTo>
                  <a:pt x="1215" y="319"/>
                  <a:pt x="1215" y="319"/>
                  <a:pt x="1215" y="319"/>
                </a:cubicBezTo>
                <a:cubicBezTo>
                  <a:pt x="1213" y="320"/>
                  <a:pt x="1213" y="320"/>
                  <a:pt x="1213" y="320"/>
                </a:cubicBezTo>
                <a:cubicBezTo>
                  <a:pt x="1213" y="320"/>
                  <a:pt x="1213" y="320"/>
                  <a:pt x="1213" y="320"/>
                </a:cubicBezTo>
                <a:cubicBezTo>
                  <a:pt x="1210" y="321"/>
                  <a:pt x="1210" y="321"/>
                  <a:pt x="1210" y="321"/>
                </a:cubicBezTo>
                <a:cubicBezTo>
                  <a:pt x="1210" y="321"/>
                  <a:pt x="1210" y="321"/>
                  <a:pt x="1210" y="321"/>
                </a:cubicBezTo>
                <a:cubicBezTo>
                  <a:pt x="1209" y="322"/>
                  <a:pt x="1209" y="322"/>
                  <a:pt x="1209" y="322"/>
                </a:cubicBezTo>
                <a:cubicBezTo>
                  <a:pt x="1209" y="322"/>
                  <a:pt x="1209" y="322"/>
                  <a:pt x="1209" y="322"/>
                </a:cubicBezTo>
                <a:cubicBezTo>
                  <a:pt x="1207" y="406"/>
                  <a:pt x="1207" y="406"/>
                  <a:pt x="1207" y="406"/>
                </a:cubicBezTo>
                <a:cubicBezTo>
                  <a:pt x="1207" y="406"/>
                  <a:pt x="1207" y="406"/>
                  <a:pt x="1207" y="406"/>
                </a:cubicBezTo>
                <a:cubicBezTo>
                  <a:pt x="1199" y="407"/>
                  <a:pt x="1199" y="407"/>
                  <a:pt x="1199" y="407"/>
                </a:cubicBezTo>
                <a:cubicBezTo>
                  <a:pt x="1199" y="407"/>
                  <a:pt x="1199" y="407"/>
                  <a:pt x="1199" y="407"/>
                </a:cubicBezTo>
                <a:cubicBezTo>
                  <a:pt x="1195" y="404"/>
                  <a:pt x="1195" y="404"/>
                  <a:pt x="1195" y="404"/>
                </a:cubicBezTo>
                <a:cubicBezTo>
                  <a:pt x="1195" y="404"/>
                  <a:pt x="1195" y="404"/>
                  <a:pt x="1195" y="404"/>
                </a:cubicBezTo>
                <a:cubicBezTo>
                  <a:pt x="1192" y="400"/>
                  <a:pt x="1192" y="400"/>
                  <a:pt x="1192" y="400"/>
                </a:cubicBezTo>
                <a:cubicBezTo>
                  <a:pt x="1192" y="400"/>
                  <a:pt x="1192" y="400"/>
                  <a:pt x="1192" y="400"/>
                </a:cubicBezTo>
                <a:cubicBezTo>
                  <a:pt x="1187" y="398"/>
                  <a:pt x="1187" y="398"/>
                  <a:pt x="1187" y="398"/>
                </a:cubicBezTo>
                <a:cubicBezTo>
                  <a:pt x="1187" y="398"/>
                  <a:pt x="1187" y="398"/>
                  <a:pt x="1187" y="398"/>
                </a:cubicBezTo>
                <a:cubicBezTo>
                  <a:pt x="1182" y="396"/>
                  <a:pt x="1182" y="396"/>
                  <a:pt x="1182" y="396"/>
                </a:cubicBezTo>
                <a:cubicBezTo>
                  <a:pt x="1182" y="396"/>
                  <a:pt x="1182" y="396"/>
                  <a:pt x="1182" y="396"/>
                </a:cubicBezTo>
                <a:cubicBezTo>
                  <a:pt x="1176" y="396"/>
                  <a:pt x="1176" y="396"/>
                  <a:pt x="1176" y="396"/>
                </a:cubicBezTo>
                <a:cubicBezTo>
                  <a:pt x="1176" y="396"/>
                  <a:pt x="1176" y="396"/>
                  <a:pt x="1176" y="396"/>
                </a:cubicBezTo>
                <a:cubicBezTo>
                  <a:pt x="1171" y="394"/>
                  <a:pt x="1171" y="394"/>
                  <a:pt x="1171" y="394"/>
                </a:cubicBezTo>
                <a:cubicBezTo>
                  <a:pt x="1171" y="394"/>
                  <a:pt x="1171" y="394"/>
                  <a:pt x="1171" y="394"/>
                </a:cubicBezTo>
                <a:cubicBezTo>
                  <a:pt x="1166" y="392"/>
                  <a:pt x="1166" y="392"/>
                  <a:pt x="1166" y="392"/>
                </a:cubicBezTo>
                <a:cubicBezTo>
                  <a:pt x="1166" y="392"/>
                  <a:pt x="1166" y="392"/>
                  <a:pt x="1166" y="392"/>
                </a:cubicBezTo>
                <a:cubicBezTo>
                  <a:pt x="1161" y="389"/>
                  <a:pt x="1161" y="389"/>
                  <a:pt x="1161" y="389"/>
                </a:cubicBezTo>
                <a:cubicBezTo>
                  <a:pt x="1161" y="389"/>
                  <a:pt x="1161" y="389"/>
                  <a:pt x="1161" y="389"/>
                </a:cubicBezTo>
                <a:cubicBezTo>
                  <a:pt x="1155" y="390"/>
                  <a:pt x="1155" y="390"/>
                  <a:pt x="1155" y="390"/>
                </a:cubicBezTo>
                <a:cubicBezTo>
                  <a:pt x="1155" y="390"/>
                  <a:pt x="1155" y="390"/>
                  <a:pt x="1155" y="390"/>
                </a:cubicBezTo>
                <a:cubicBezTo>
                  <a:pt x="1132" y="409"/>
                  <a:pt x="1132" y="409"/>
                  <a:pt x="1132" y="409"/>
                </a:cubicBezTo>
                <a:cubicBezTo>
                  <a:pt x="1132" y="409"/>
                  <a:pt x="1132" y="409"/>
                  <a:pt x="1132" y="409"/>
                </a:cubicBezTo>
                <a:cubicBezTo>
                  <a:pt x="1124" y="414"/>
                  <a:pt x="1124" y="414"/>
                  <a:pt x="1124" y="414"/>
                </a:cubicBezTo>
                <a:cubicBezTo>
                  <a:pt x="1124" y="414"/>
                  <a:pt x="1124" y="414"/>
                  <a:pt x="1124" y="414"/>
                </a:cubicBezTo>
                <a:cubicBezTo>
                  <a:pt x="1120" y="420"/>
                  <a:pt x="1120" y="420"/>
                  <a:pt x="1120" y="420"/>
                </a:cubicBezTo>
                <a:cubicBezTo>
                  <a:pt x="1120" y="420"/>
                  <a:pt x="1120" y="420"/>
                  <a:pt x="1120" y="420"/>
                </a:cubicBezTo>
                <a:cubicBezTo>
                  <a:pt x="1117" y="426"/>
                  <a:pt x="1117" y="426"/>
                  <a:pt x="1117" y="426"/>
                </a:cubicBezTo>
                <a:cubicBezTo>
                  <a:pt x="1117" y="426"/>
                  <a:pt x="1117" y="426"/>
                  <a:pt x="1117" y="426"/>
                </a:cubicBezTo>
                <a:cubicBezTo>
                  <a:pt x="1114" y="432"/>
                  <a:pt x="1114" y="432"/>
                  <a:pt x="1114" y="432"/>
                </a:cubicBezTo>
                <a:cubicBezTo>
                  <a:pt x="1114" y="432"/>
                  <a:pt x="1114" y="432"/>
                  <a:pt x="1114" y="432"/>
                </a:cubicBezTo>
                <a:cubicBezTo>
                  <a:pt x="1110" y="439"/>
                  <a:pt x="1110" y="439"/>
                  <a:pt x="1110" y="439"/>
                </a:cubicBezTo>
                <a:cubicBezTo>
                  <a:pt x="1110" y="439"/>
                  <a:pt x="1110" y="439"/>
                  <a:pt x="1110" y="439"/>
                </a:cubicBezTo>
                <a:cubicBezTo>
                  <a:pt x="1106" y="445"/>
                  <a:pt x="1106" y="445"/>
                  <a:pt x="1106" y="445"/>
                </a:cubicBezTo>
                <a:cubicBezTo>
                  <a:pt x="1106" y="445"/>
                  <a:pt x="1106" y="445"/>
                  <a:pt x="1106" y="445"/>
                </a:cubicBezTo>
                <a:cubicBezTo>
                  <a:pt x="1101" y="451"/>
                  <a:pt x="1101" y="451"/>
                  <a:pt x="1101" y="451"/>
                </a:cubicBezTo>
                <a:cubicBezTo>
                  <a:pt x="1101" y="451"/>
                  <a:pt x="1101" y="451"/>
                  <a:pt x="1101" y="451"/>
                </a:cubicBezTo>
                <a:cubicBezTo>
                  <a:pt x="1096" y="454"/>
                  <a:pt x="1096" y="454"/>
                  <a:pt x="1096" y="454"/>
                </a:cubicBezTo>
                <a:lnTo>
                  <a:pt x="1093" y="454"/>
                </a:lnTo>
                <a:close/>
                <a:moveTo>
                  <a:pt x="425" y="424"/>
                </a:moveTo>
                <a:cubicBezTo>
                  <a:pt x="422" y="424"/>
                  <a:pt x="422" y="424"/>
                  <a:pt x="422" y="424"/>
                </a:cubicBezTo>
                <a:cubicBezTo>
                  <a:pt x="422" y="424"/>
                  <a:pt x="422" y="424"/>
                  <a:pt x="422" y="424"/>
                </a:cubicBezTo>
                <a:cubicBezTo>
                  <a:pt x="421" y="424"/>
                  <a:pt x="421" y="424"/>
                  <a:pt x="421" y="424"/>
                </a:cubicBezTo>
                <a:cubicBezTo>
                  <a:pt x="421" y="424"/>
                  <a:pt x="421" y="424"/>
                  <a:pt x="421" y="424"/>
                </a:cubicBezTo>
                <a:cubicBezTo>
                  <a:pt x="419" y="424"/>
                  <a:pt x="419" y="424"/>
                  <a:pt x="419" y="424"/>
                </a:cubicBezTo>
                <a:cubicBezTo>
                  <a:pt x="419" y="424"/>
                  <a:pt x="419" y="424"/>
                  <a:pt x="419" y="424"/>
                </a:cubicBezTo>
                <a:cubicBezTo>
                  <a:pt x="418" y="423"/>
                  <a:pt x="418" y="423"/>
                  <a:pt x="418" y="423"/>
                </a:cubicBezTo>
                <a:cubicBezTo>
                  <a:pt x="418" y="423"/>
                  <a:pt x="418" y="423"/>
                  <a:pt x="418" y="423"/>
                </a:cubicBezTo>
                <a:cubicBezTo>
                  <a:pt x="416" y="423"/>
                  <a:pt x="416" y="423"/>
                  <a:pt x="416" y="423"/>
                </a:cubicBezTo>
                <a:cubicBezTo>
                  <a:pt x="416" y="423"/>
                  <a:pt x="416" y="423"/>
                  <a:pt x="416" y="423"/>
                </a:cubicBezTo>
                <a:cubicBezTo>
                  <a:pt x="415" y="421"/>
                  <a:pt x="415" y="421"/>
                  <a:pt x="415" y="421"/>
                </a:cubicBezTo>
                <a:cubicBezTo>
                  <a:pt x="415" y="421"/>
                  <a:pt x="415" y="421"/>
                  <a:pt x="415" y="421"/>
                </a:cubicBezTo>
                <a:cubicBezTo>
                  <a:pt x="413" y="420"/>
                  <a:pt x="413" y="420"/>
                  <a:pt x="413" y="420"/>
                </a:cubicBezTo>
                <a:cubicBezTo>
                  <a:pt x="413" y="420"/>
                  <a:pt x="413" y="420"/>
                  <a:pt x="413" y="420"/>
                </a:cubicBezTo>
                <a:cubicBezTo>
                  <a:pt x="412" y="418"/>
                  <a:pt x="412" y="418"/>
                  <a:pt x="412" y="418"/>
                </a:cubicBezTo>
                <a:cubicBezTo>
                  <a:pt x="412" y="418"/>
                  <a:pt x="412" y="418"/>
                  <a:pt x="412" y="418"/>
                </a:cubicBezTo>
                <a:cubicBezTo>
                  <a:pt x="411" y="417"/>
                  <a:pt x="411" y="417"/>
                  <a:pt x="411" y="417"/>
                </a:cubicBezTo>
                <a:cubicBezTo>
                  <a:pt x="411" y="417"/>
                  <a:pt x="411" y="417"/>
                  <a:pt x="411" y="417"/>
                </a:cubicBezTo>
                <a:cubicBezTo>
                  <a:pt x="410" y="416"/>
                  <a:pt x="410" y="416"/>
                  <a:pt x="410" y="416"/>
                </a:cubicBezTo>
                <a:cubicBezTo>
                  <a:pt x="410" y="416"/>
                  <a:pt x="410" y="416"/>
                  <a:pt x="410" y="416"/>
                </a:cubicBezTo>
                <a:cubicBezTo>
                  <a:pt x="409" y="415"/>
                  <a:pt x="409" y="415"/>
                  <a:pt x="409" y="415"/>
                </a:cubicBezTo>
                <a:cubicBezTo>
                  <a:pt x="409" y="415"/>
                  <a:pt x="409" y="415"/>
                  <a:pt x="409" y="415"/>
                </a:cubicBezTo>
                <a:cubicBezTo>
                  <a:pt x="409" y="414"/>
                  <a:pt x="409" y="414"/>
                  <a:pt x="409" y="414"/>
                </a:cubicBezTo>
                <a:cubicBezTo>
                  <a:pt x="409" y="414"/>
                  <a:pt x="409" y="414"/>
                  <a:pt x="409" y="414"/>
                </a:cubicBezTo>
                <a:cubicBezTo>
                  <a:pt x="406" y="413"/>
                  <a:pt x="406" y="413"/>
                  <a:pt x="406" y="413"/>
                </a:cubicBezTo>
                <a:cubicBezTo>
                  <a:pt x="406" y="413"/>
                  <a:pt x="406" y="413"/>
                  <a:pt x="406" y="413"/>
                </a:cubicBezTo>
                <a:cubicBezTo>
                  <a:pt x="405" y="412"/>
                  <a:pt x="405" y="412"/>
                  <a:pt x="405" y="412"/>
                </a:cubicBezTo>
                <a:cubicBezTo>
                  <a:pt x="405" y="412"/>
                  <a:pt x="405" y="412"/>
                  <a:pt x="405" y="412"/>
                </a:cubicBezTo>
                <a:cubicBezTo>
                  <a:pt x="404" y="411"/>
                  <a:pt x="404" y="411"/>
                  <a:pt x="404" y="411"/>
                </a:cubicBezTo>
                <a:cubicBezTo>
                  <a:pt x="404" y="411"/>
                  <a:pt x="404" y="411"/>
                  <a:pt x="404" y="411"/>
                </a:cubicBezTo>
                <a:cubicBezTo>
                  <a:pt x="403" y="410"/>
                  <a:pt x="403" y="410"/>
                  <a:pt x="403" y="410"/>
                </a:cubicBezTo>
                <a:cubicBezTo>
                  <a:pt x="403" y="410"/>
                  <a:pt x="403" y="410"/>
                  <a:pt x="403" y="410"/>
                </a:cubicBezTo>
                <a:cubicBezTo>
                  <a:pt x="402" y="410"/>
                  <a:pt x="402" y="410"/>
                  <a:pt x="402" y="410"/>
                </a:cubicBezTo>
                <a:cubicBezTo>
                  <a:pt x="402" y="410"/>
                  <a:pt x="402" y="410"/>
                  <a:pt x="402" y="410"/>
                </a:cubicBezTo>
                <a:cubicBezTo>
                  <a:pt x="402" y="410"/>
                  <a:pt x="402" y="410"/>
                  <a:pt x="402" y="410"/>
                </a:cubicBezTo>
                <a:cubicBezTo>
                  <a:pt x="402" y="410"/>
                  <a:pt x="402" y="410"/>
                  <a:pt x="402" y="410"/>
                </a:cubicBezTo>
                <a:cubicBezTo>
                  <a:pt x="401" y="409"/>
                  <a:pt x="401" y="409"/>
                  <a:pt x="401" y="409"/>
                </a:cubicBezTo>
                <a:cubicBezTo>
                  <a:pt x="401" y="409"/>
                  <a:pt x="401" y="409"/>
                  <a:pt x="401" y="409"/>
                </a:cubicBezTo>
                <a:cubicBezTo>
                  <a:pt x="401" y="408"/>
                  <a:pt x="401" y="408"/>
                  <a:pt x="401" y="408"/>
                </a:cubicBezTo>
                <a:cubicBezTo>
                  <a:pt x="401" y="408"/>
                  <a:pt x="401" y="408"/>
                  <a:pt x="401" y="408"/>
                </a:cubicBezTo>
                <a:cubicBezTo>
                  <a:pt x="400" y="408"/>
                  <a:pt x="400" y="408"/>
                  <a:pt x="400" y="408"/>
                </a:cubicBezTo>
                <a:cubicBezTo>
                  <a:pt x="400" y="408"/>
                  <a:pt x="400" y="408"/>
                  <a:pt x="400" y="408"/>
                </a:cubicBezTo>
                <a:cubicBezTo>
                  <a:pt x="400" y="407"/>
                  <a:pt x="400" y="407"/>
                  <a:pt x="400" y="407"/>
                </a:cubicBezTo>
                <a:cubicBezTo>
                  <a:pt x="400" y="407"/>
                  <a:pt x="400" y="407"/>
                  <a:pt x="400" y="407"/>
                </a:cubicBezTo>
                <a:cubicBezTo>
                  <a:pt x="400" y="406"/>
                  <a:pt x="400" y="406"/>
                  <a:pt x="400" y="406"/>
                </a:cubicBezTo>
                <a:cubicBezTo>
                  <a:pt x="400" y="406"/>
                  <a:pt x="400" y="406"/>
                  <a:pt x="400" y="406"/>
                </a:cubicBezTo>
                <a:cubicBezTo>
                  <a:pt x="400" y="404"/>
                  <a:pt x="400" y="404"/>
                  <a:pt x="400" y="404"/>
                </a:cubicBezTo>
                <a:cubicBezTo>
                  <a:pt x="400" y="404"/>
                  <a:pt x="400" y="404"/>
                  <a:pt x="400" y="404"/>
                </a:cubicBezTo>
                <a:cubicBezTo>
                  <a:pt x="402" y="397"/>
                  <a:pt x="402" y="397"/>
                  <a:pt x="402" y="397"/>
                </a:cubicBezTo>
                <a:cubicBezTo>
                  <a:pt x="402" y="397"/>
                  <a:pt x="402" y="397"/>
                  <a:pt x="402" y="397"/>
                </a:cubicBezTo>
                <a:cubicBezTo>
                  <a:pt x="406" y="400"/>
                  <a:pt x="406" y="400"/>
                  <a:pt x="406" y="400"/>
                </a:cubicBezTo>
                <a:cubicBezTo>
                  <a:pt x="406" y="400"/>
                  <a:pt x="406" y="400"/>
                  <a:pt x="406" y="400"/>
                </a:cubicBezTo>
                <a:cubicBezTo>
                  <a:pt x="412" y="401"/>
                  <a:pt x="412" y="401"/>
                  <a:pt x="412" y="401"/>
                </a:cubicBezTo>
                <a:cubicBezTo>
                  <a:pt x="412" y="401"/>
                  <a:pt x="412" y="401"/>
                  <a:pt x="412" y="401"/>
                </a:cubicBezTo>
                <a:cubicBezTo>
                  <a:pt x="417" y="401"/>
                  <a:pt x="417" y="401"/>
                  <a:pt x="417" y="401"/>
                </a:cubicBezTo>
                <a:cubicBezTo>
                  <a:pt x="417" y="401"/>
                  <a:pt x="417" y="401"/>
                  <a:pt x="417" y="401"/>
                </a:cubicBezTo>
                <a:cubicBezTo>
                  <a:pt x="422" y="399"/>
                  <a:pt x="422" y="399"/>
                  <a:pt x="422" y="399"/>
                </a:cubicBezTo>
                <a:cubicBezTo>
                  <a:pt x="422" y="399"/>
                  <a:pt x="422" y="399"/>
                  <a:pt x="422" y="399"/>
                </a:cubicBezTo>
                <a:cubicBezTo>
                  <a:pt x="428" y="398"/>
                  <a:pt x="428" y="398"/>
                  <a:pt x="428" y="398"/>
                </a:cubicBezTo>
                <a:cubicBezTo>
                  <a:pt x="428" y="398"/>
                  <a:pt x="428" y="398"/>
                  <a:pt x="428" y="398"/>
                </a:cubicBezTo>
                <a:cubicBezTo>
                  <a:pt x="433" y="396"/>
                  <a:pt x="433" y="396"/>
                  <a:pt x="433" y="396"/>
                </a:cubicBezTo>
                <a:cubicBezTo>
                  <a:pt x="433" y="396"/>
                  <a:pt x="433" y="396"/>
                  <a:pt x="433" y="396"/>
                </a:cubicBezTo>
                <a:cubicBezTo>
                  <a:pt x="438" y="395"/>
                  <a:pt x="438" y="395"/>
                  <a:pt x="438" y="395"/>
                </a:cubicBezTo>
                <a:cubicBezTo>
                  <a:pt x="438" y="395"/>
                  <a:pt x="438" y="395"/>
                  <a:pt x="438" y="395"/>
                </a:cubicBezTo>
                <a:cubicBezTo>
                  <a:pt x="443" y="392"/>
                  <a:pt x="443" y="392"/>
                  <a:pt x="443" y="392"/>
                </a:cubicBezTo>
                <a:cubicBezTo>
                  <a:pt x="443" y="392"/>
                  <a:pt x="443" y="392"/>
                  <a:pt x="443" y="392"/>
                </a:cubicBezTo>
                <a:cubicBezTo>
                  <a:pt x="448" y="389"/>
                  <a:pt x="448" y="389"/>
                  <a:pt x="448" y="389"/>
                </a:cubicBezTo>
                <a:cubicBezTo>
                  <a:pt x="448" y="389"/>
                  <a:pt x="448" y="389"/>
                  <a:pt x="448" y="389"/>
                </a:cubicBezTo>
                <a:cubicBezTo>
                  <a:pt x="454" y="385"/>
                  <a:pt x="454" y="385"/>
                  <a:pt x="454" y="385"/>
                </a:cubicBezTo>
                <a:cubicBezTo>
                  <a:pt x="454" y="385"/>
                  <a:pt x="454" y="385"/>
                  <a:pt x="454" y="385"/>
                </a:cubicBezTo>
                <a:cubicBezTo>
                  <a:pt x="459" y="381"/>
                  <a:pt x="459" y="381"/>
                  <a:pt x="459" y="381"/>
                </a:cubicBezTo>
                <a:cubicBezTo>
                  <a:pt x="459" y="381"/>
                  <a:pt x="459" y="381"/>
                  <a:pt x="459" y="381"/>
                </a:cubicBezTo>
                <a:cubicBezTo>
                  <a:pt x="464" y="377"/>
                  <a:pt x="464" y="377"/>
                  <a:pt x="464" y="377"/>
                </a:cubicBezTo>
                <a:cubicBezTo>
                  <a:pt x="464" y="377"/>
                  <a:pt x="464" y="377"/>
                  <a:pt x="464" y="377"/>
                </a:cubicBezTo>
                <a:cubicBezTo>
                  <a:pt x="468" y="372"/>
                  <a:pt x="468" y="372"/>
                  <a:pt x="468" y="372"/>
                </a:cubicBezTo>
                <a:cubicBezTo>
                  <a:pt x="468" y="372"/>
                  <a:pt x="468" y="372"/>
                  <a:pt x="468" y="372"/>
                </a:cubicBezTo>
                <a:cubicBezTo>
                  <a:pt x="474" y="367"/>
                  <a:pt x="474" y="367"/>
                  <a:pt x="474" y="367"/>
                </a:cubicBezTo>
                <a:cubicBezTo>
                  <a:pt x="474" y="367"/>
                  <a:pt x="474" y="367"/>
                  <a:pt x="474" y="367"/>
                </a:cubicBezTo>
                <a:cubicBezTo>
                  <a:pt x="478" y="363"/>
                  <a:pt x="478" y="363"/>
                  <a:pt x="478" y="363"/>
                </a:cubicBezTo>
                <a:cubicBezTo>
                  <a:pt x="478" y="363"/>
                  <a:pt x="478" y="363"/>
                  <a:pt x="478" y="363"/>
                </a:cubicBezTo>
                <a:cubicBezTo>
                  <a:pt x="483" y="357"/>
                  <a:pt x="483" y="357"/>
                  <a:pt x="483" y="357"/>
                </a:cubicBezTo>
                <a:cubicBezTo>
                  <a:pt x="483" y="357"/>
                  <a:pt x="483" y="357"/>
                  <a:pt x="483" y="357"/>
                </a:cubicBezTo>
                <a:cubicBezTo>
                  <a:pt x="486" y="359"/>
                  <a:pt x="486" y="359"/>
                  <a:pt x="486" y="359"/>
                </a:cubicBezTo>
                <a:cubicBezTo>
                  <a:pt x="486" y="359"/>
                  <a:pt x="486" y="359"/>
                  <a:pt x="486" y="359"/>
                </a:cubicBezTo>
                <a:cubicBezTo>
                  <a:pt x="481" y="367"/>
                  <a:pt x="481" y="367"/>
                  <a:pt x="481" y="367"/>
                </a:cubicBezTo>
                <a:cubicBezTo>
                  <a:pt x="481" y="367"/>
                  <a:pt x="481" y="367"/>
                  <a:pt x="481" y="367"/>
                </a:cubicBezTo>
                <a:cubicBezTo>
                  <a:pt x="476" y="374"/>
                  <a:pt x="476" y="374"/>
                  <a:pt x="476" y="374"/>
                </a:cubicBezTo>
                <a:cubicBezTo>
                  <a:pt x="476" y="374"/>
                  <a:pt x="476" y="374"/>
                  <a:pt x="476" y="374"/>
                </a:cubicBezTo>
                <a:cubicBezTo>
                  <a:pt x="470" y="381"/>
                  <a:pt x="470" y="381"/>
                  <a:pt x="470" y="381"/>
                </a:cubicBezTo>
                <a:cubicBezTo>
                  <a:pt x="470" y="381"/>
                  <a:pt x="470" y="381"/>
                  <a:pt x="470" y="381"/>
                </a:cubicBezTo>
                <a:cubicBezTo>
                  <a:pt x="463" y="388"/>
                  <a:pt x="463" y="388"/>
                  <a:pt x="463" y="388"/>
                </a:cubicBezTo>
                <a:cubicBezTo>
                  <a:pt x="463" y="388"/>
                  <a:pt x="463" y="388"/>
                  <a:pt x="463" y="388"/>
                </a:cubicBezTo>
                <a:cubicBezTo>
                  <a:pt x="457" y="396"/>
                  <a:pt x="457" y="396"/>
                  <a:pt x="457" y="396"/>
                </a:cubicBezTo>
                <a:cubicBezTo>
                  <a:pt x="457" y="396"/>
                  <a:pt x="457" y="396"/>
                  <a:pt x="457" y="396"/>
                </a:cubicBezTo>
                <a:cubicBezTo>
                  <a:pt x="451" y="403"/>
                  <a:pt x="451" y="403"/>
                  <a:pt x="451" y="403"/>
                </a:cubicBezTo>
                <a:cubicBezTo>
                  <a:pt x="451" y="403"/>
                  <a:pt x="451" y="403"/>
                  <a:pt x="451" y="403"/>
                </a:cubicBezTo>
                <a:cubicBezTo>
                  <a:pt x="444" y="411"/>
                  <a:pt x="444" y="411"/>
                  <a:pt x="444" y="411"/>
                </a:cubicBezTo>
                <a:cubicBezTo>
                  <a:pt x="444" y="411"/>
                  <a:pt x="444" y="411"/>
                  <a:pt x="444" y="411"/>
                </a:cubicBezTo>
                <a:cubicBezTo>
                  <a:pt x="441" y="419"/>
                  <a:pt x="441" y="419"/>
                  <a:pt x="441" y="419"/>
                </a:cubicBezTo>
                <a:cubicBezTo>
                  <a:pt x="441" y="419"/>
                  <a:pt x="441" y="419"/>
                  <a:pt x="441" y="419"/>
                </a:cubicBezTo>
                <a:cubicBezTo>
                  <a:pt x="438" y="420"/>
                  <a:pt x="438" y="420"/>
                  <a:pt x="438" y="420"/>
                </a:cubicBezTo>
                <a:cubicBezTo>
                  <a:pt x="438" y="420"/>
                  <a:pt x="438" y="420"/>
                  <a:pt x="438" y="420"/>
                </a:cubicBezTo>
                <a:cubicBezTo>
                  <a:pt x="436" y="421"/>
                  <a:pt x="436" y="421"/>
                  <a:pt x="436" y="421"/>
                </a:cubicBezTo>
                <a:cubicBezTo>
                  <a:pt x="436" y="421"/>
                  <a:pt x="436" y="421"/>
                  <a:pt x="436" y="421"/>
                </a:cubicBezTo>
                <a:cubicBezTo>
                  <a:pt x="434" y="422"/>
                  <a:pt x="434" y="422"/>
                  <a:pt x="434" y="422"/>
                </a:cubicBezTo>
                <a:cubicBezTo>
                  <a:pt x="434" y="422"/>
                  <a:pt x="434" y="422"/>
                  <a:pt x="434" y="422"/>
                </a:cubicBezTo>
                <a:cubicBezTo>
                  <a:pt x="433" y="422"/>
                  <a:pt x="433" y="422"/>
                  <a:pt x="433" y="422"/>
                </a:cubicBezTo>
                <a:cubicBezTo>
                  <a:pt x="433" y="422"/>
                  <a:pt x="433" y="422"/>
                  <a:pt x="433" y="422"/>
                </a:cubicBezTo>
                <a:cubicBezTo>
                  <a:pt x="431" y="423"/>
                  <a:pt x="431" y="423"/>
                  <a:pt x="431" y="423"/>
                </a:cubicBezTo>
                <a:cubicBezTo>
                  <a:pt x="431" y="423"/>
                  <a:pt x="431" y="423"/>
                  <a:pt x="431" y="423"/>
                </a:cubicBezTo>
                <a:cubicBezTo>
                  <a:pt x="429" y="424"/>
                  <a:pt x="429" y="424"/>
                  <a:pt x="429" y="424"/>
                </a:cubicBezTo>
                <a:cubicBezTo>
                  <a:pt x="429" y="424"/>
                  <a:pt x="429" y="424"/>
                  <a:pt x="429" y="424"/>
                </a:cubicBezTo>
                <a:cubicBezTo>
                  <a:pt x="426" y="424"/>
                  <a:pt x="426" y="424"/>
                  <a:pt x="426" y="424"/>
                </a:cubicBezTo>
                <a:cubicBezTo>
                  <a:pt x="426" y="424"/>
                  <a:pt x="426" y="424"/>
                  <a:pt x="426" y="424"/>
                </a:cubicBezTo>
                <a:cubicBezTo>
                  <a:pt x="425" y="424"/>
                  <a:pt x="425" y="424"/>
                  <a:pt x="425" y="424"/>
                </a:cubicBezTo>
                <a:close/>
                <a:moveTo>
                  <a:pt x="1686" y="419"/>
                </a:moveTo>
                <a:cubicBezTo>
                  <a:pt x="1683" y="419"/>
                  <a:pt x="1683" y="419"/>
                  <a:pt x="1683" y="419"/>
                </a:cubicBezTo>
                <a:cubicBezTo>
                  <a:pt x="1683" y="419"/>
                  <a:pt x="1683" y="419"/>
                  <a:pt x="1683" y="419"/>
                </a:cubicBezTo>
                <a:cubicBezTo>
                  <a:pt x="1681" y="418"/>
                  <a:pt x="1681" y="418"/>
                  <a:pt x="1681" y="418"/>
                </a:cubicBezTo>
                <a:cubicBezTo>
                  <a:pt x="1681" y="418"/>
                  <a:pt x="1681" y="418"/>
                  <a:pt x="1681" y="418"/>
                </a:cubicBezTo>
                <a:cubicBezTo>
                  <a:pt x="1678" y="417"/>
                  <a:pt x="1678" y="417"/>
                  <a:pt x="1678" y="417"/>
                </a:cubicBezTo>
                <a:cubicBezTo>
                  <a:pt x="1678" y="417"/>
                  <a:pt x="1678" y="417"/>
                  <a:pt x="1678" y="417"/>
                </a:cubicBezTo>
                <a:cubicBezTo>
                  <a:pt x="1677" y="415"/>
                  <a:pt x="1677" y="415"/>
                  <a:pt x="1677" y="415"/>
                </a:cubicBezTo>
                <a:cubicBezTo>
                  <a:pt x="1677" y="415"/>
                  <a:pt x="1677" y="415"/>
                  <a:pt x="1677" y="415"/>
                </a:cubicBezTo>
                <a:cubicBezTo>
                  <a:pt x="1673" y="414"/>
                  <a:pt x="1673" y="414"/>
                  <a:pt x="1673" y="414"/>
                </a:cubicBezTo>
                <a:cubicBezTo>
                  <a:pt x="1673" y="414"/>
                  <a:pt x="1673" y="414"/>
                  <a:pt x="1673" y="414"/>
                </a:cubicBezTo>
                <a:cubicBezTo>
                  <a:pt x="1671" y="412"/>
                  <a:pt x="1671" y="412"/>
                  <a:pt x="1671" y="412"/>
                </a:cubicBezTo>
                <a:cubicBezTo>
                  <a:pt x="1671" y="412"/>
                  <a:pt x="1671" y="412"/>
                  <a:pt x="1671" y="412"/>
                </a:cubicBezTo>
                <a:cubicBezTo>
                  <a:pt x="1668" y="411"/>
                  <a:pt x="1668" y="411"/>
                  <a:pt x="1668" y="411"/>
                </a:cubicBezTo>
                <a:cubicBezTo>
                  <a:pt x="1668" y="411"/>
                  <a:pt x="1668" y="411"/>
                  <a:pt x="1668" y="411"/>
                </a:cubicBezTo>
                <a:cubicBezTo>
                  <a:pt x="1665" y="410"/>
                  <a:pt x="1665" y="410"/>
                  <a:pt x="1665" y="410"/>
                </a:cubicBezTo>
                <a:cubicBezTo>
                  <a:pt x="1665" y="410"/>
                  <a:pt x="1665" y="410"/>
                  <a:pt x="1665" y="410"/>
                </a:cubicBezTo>
                <a:cubicBezTo>
                  <a:pt x="1662" y="349"/>
                  <a:pt x="1662" y="349"/>
                  <a:pt x="1662" y="349"/>
                </a:cubicBezTo>
                <a:cubicBezTo>
                  <a:pt x="1662" y="349"/>
                  <a:pt x="1662" y="349"/>
                  <a:pt x="1662" y="349"/>
                </a:cubicBezTo>
                <a:cubicBezTo>
                  <a:pt x="1662" y="349"/>
                  <a:pt x="1662" y="349"/>
                  <a:pt x="1662" y="349"/>
                </a:cubicBezTo>
                <a:cubicBezTo>
                  <a:pt x="1662" y="349"/>
                  <a:pt x="1662" y="349"/>
                  <a:pt x="1662" y="349"/>
                </a:cubicBezTo>
                <a:cubicBezTo>
                  <a:pt x="1662" y="348"/>
                  <a:pt x="1662" y="348"/>
                  <a:pt x="1662" y="348"/>
                </a:cubicBezTo>
                <a:cubicBezTo>
                  <a:pt x="1662" y="348"/>
                  <a:pt x="1662" y="348"/>
                  <a:pt x="1662" y="348"/>
                </a:cubicBezTo>
                <a:cubicBezTo>
                  <a:pt x="1663" y="348"/>
                  <a:pt x="1663" y="348"/>
                  <a:pt x="1663" y="348"/>
                </a:cubicBezTo>
                <a:cubicBezTo>
                  <a:pt x="1663" y="348"/>
                  <a:pt x="1663" y="348"/>
                  <a:pt x="1663" y="348"/>
                </a:cubicBezTo>
                <a:cubicBezTo>
                  <a:pt x="1665" y="347"/>
                  <a:pt x="1665" y="347"/>
                  <a:pt x="1665" y="347"/>
                </a:cubicBezTo>
                <a:cubicBezTo>
                  <a:pt x="1665" y="347"/>
                  <a:pt x="1665" y="347"/>
                  <a:pt x="1665" y="347"/>
                </a:cubicBezTo>
                <a:cubicBezTo>
                  <a:pt x="1666" y="348"/>
                  <a:pt x="1666" y="348"/>
                  <a:pt x="1666" y="348"/>
                </a:cubicBezTo>
                <a:cubicBezTo>
                  <a:pt x="1666" y="348"/>
                  <a:pt x="1666" y="348"/>
                  <a:pt x="1666" y="348"/>
                </a:cubicBezTo>
                <a:cubicBezTo>
                  <a:pt x="1668" y="348"/>
                  <a:pt x="1668" y="348"/>
                  <a:pt x="1668" y="348"/>
                </a:cubicBezTo>
                <a:cubicBezTo>
                  <a:pt x="1668" y="348"/>
                  <a:pt x="1668" y="348"/>
                  <a:pt x="1668" y="348"/>
                </a:cubicBezTo>
                <a:cubicBezTo>
                  <a:pt x="1669" y="348"/>
                  <a:pt x="1669" y="348"/>
                  <a:pt x="1669" y="348"/>
                </a:cubicBezTo>
                <a:cubicBezTo>
                  <a:pt x="1669" y="348"/>
                  <a:pt x="1669" y="348"/>
                  <a:pt x="1669" y="348"/>
                </a:cubicBezTo>
                <a:cubicBezTo>
                  <a:pt x="1671" y="348"/>
                  <a:pt x="1671" y="348"/>
                  <a:pt x="1671" y="348"/>
                </a:cubicBezTo>
                <a:cubicBezTo>
                  <a:pt x="1671" y="348"/>
                  <a:pt x="1671" y="348"/>
                  <a:pt x="1671" y="348"/>
                </a:cubicBezTo>
                <a:cubicBezTo>
                  <a:pt x="1673" y="357"/>
                  <a:pt x="1673" y="357"/>
                  <a:pt x="1673" y="357"/>
                </a:cubicBezTo>
                <a:cubicBezTo>
                  <a:pt x="1673" y="357"/>
                  <a:pt x="1673" y="357"/>
                  <a:pt x="1673" y="357"/>
                </a:cubicBezTo>
                <a:cubicBezTo>
                  <a:pt x="1679" y="366"/>
                  <a:pt x="1679" y="366"/>
                  <a:pt x="1679" y="366"/>
                </a:cubicBezTo>
                <a:cubicBezTo>
                  <a:pt x="1679" y="366"/>
                  <a:pt x="1679" y="366"/>
                  <a:pt x="1679" y="366"/>
                </a:cubicBezTo>
                <a:cubicBezTo>
                  <a:pt x="1684" y="374"/>
                  <a:pt x="1684" y="374"/>
                  <a:pt x="1684" y="374"/>
                </a:cubicBezTo>
                <a:cubicBezTo>
                  <a:pt x="1684" y="374"/>
                  <a:pt x="1684" y="374"/>
                  <a:pt x="1684" y="374"/>
                </a:cubicBezTo>
                <a:cubicBezTo>
                  <a:pt x="1689" y="382"/>
                  <a:pt x="1689" y="382"/>
                  <a:pt x="1689" y="382"/>
                </a:cubicBezTo>
                <a:cubicBezTo>
                  <a:pt x="1689" y="382"/>
                  <a:pt x="1689" y="382"/>
                  <a:pt x="1689" y="382"/>
                </a:cubicBezTo>
                <a:cubicBezTo>
                  <a:pt x="1693" y="391"/>
                  <a:pt x="1693" y="391"/>
                  <a:pt x="1693" y="391"/>
                </a:cubicBezTo>
                <a:cubicBezTo>
                  <a:pt x="1693" y="391"/>
                  <a:pt x="1693" y="391"/>
                  <a:pt x="1693" y="391"/>
                </a:cubicBezTo>
                <a:cubicBezTo>
                  <a:pt x="1696" y="399"/>
                  <a:pt x="1696" y="399"/>
                  <a:pt x="1696" y="399"/>
                </a:cubicBezTo>
                <a:cubicBezTo>
                  <a:pt x="1696" y="399"/>
                  <a:pt x="1696" y="399"/>
                  <a:pt x="1696" y="399"/>
                </a:cubicBezTo>
                <a:cubicBezTo>
                  <a:pt x="1696" y="408"/>
                  <a:pt x="1696" y="408"/>
                  <a:pt x="1696" y="408"/>
                </a:cubicBezTo>
                <a:cubicBezTo>
                  <a:pt x="1696" y="408"/>
                  <a:pt x="1696" y="408"/>
                  <a:pt x="1696" y="408"/>
                </a:cubicBezTo>
                <a:cubicBezTo>
                  <a:pt x="1695" y="415"/>
                  <a:pt x="1695" y="415"/>
                  <a:pt x="1695" y="415"/>
                </a:cubicBezTo>
                <a:cubicBezTo>
                  <a:pt x="1695" y="415"/>
                  <a:pt x="1695" y="415"/>
                  <a:pt x="1695" y="415"/>
                </a:cubicBezTo>
                <a:cubicBezTo>
                  <a:pt x="1693" y="416"/>
                  <a:pt x="1693" y="416"/>
                  <a:pt x="1693" y="416"/>
                </a:cubicBezTo>
                <a:cubicBezTo>
                  <a:pt x="1693" y="416"/>
                  <a:pt x="1693" y="416"/>
                  <a:pt x="1693" y="416"/>
                </a:cubicBezTo>
                <a:cubicBezTo>
                  <a:pt x="1692" y="417"/>
                  <a:pt x="1692" y="417"/>
                  <a:pt x="1692" y="417"/>
                </a:cubicBezTo>
                <a:cubicBezTo>
                  <a:pt x="1692" y="417"/>
                  <a:pt x="1692" y="417"/>
                  <a:pt x="1692" y="417"/>
                </a:cubicBezTo>
                <a:cubicBezTo>
                  <a:pt x="1691" y="417"/>
                  <a:pt x="1691" y="417"/>
                  <a:pt x="1691" y="417"/>
                </a:cubicBezTo>
                <a:cubicBezTo>
                  <a:pt x="1691" y="417"/>
                  <a:pt x="1691" y="417"/>
                  <a:pt x="1691" y="417"/>
                </a:cubicBezTo>
                <a:cubicBezTo>
                  <a:pt x="1691" y="417"/>
                  <a:pt x="1691" y="417"/>
                  <a:pt x="1691" y="417"/>
                </a:cubicBezTo>
                <a:cubicBezTo>
                  <a:pt x="1691" y="417"/>
                  <a:pt x="1691" y="417"/>
                  <a:pt x="1691" y="417"/>
                </a:cubicBezTo>
                <a:cubicBezTo>
                  <a:pt x="1689" y="418"/>
                  <a:pt x="1689" y="418"/>
                  <a:pt x="1689" y="418"/>
                </a:cubicBezTo>
                <a:cubicBezTo>
                  <a:pt x="1689" y="418"/>
                  <a:pt x="1689" y="418"/>
                  <a:pt x="1689" y="418"/>
                </a:cubicBezTo>
                <a:cubicBezTo>
                  <a:pt x="1688" y="419"/>
                  <a:pt x="1688" y="419"/>
                  <a:pt x="1688" y="419"/>
                </a:cubicBezTo>
                <a:cubicBezTo>
                  <a:pt x="1688" y="419"/>
                  <a:pt x="1688" y="419"/>
                  <a:pt x="1688" y="419"/>
                </a:cubicBezTo>
                <a:cubicBezTo>
                  <a:pt x="1687" y="419"/>
                  <a:pt x="1687" y="419"/>
                  <a:pt x="1687" y="419"/>
                </a:cubicBezTo>
                <a:cubicBezTo>
                  <a:pt x="1687" y="419"/>
                  <a:pt x="1687" y="419"/>
                  <a:pt x="1687" y="419"/>
                </a:cubicBezTo>
                <a:cubicBezTo>
                  <a:pt x="1686" y="419"/>
                  <a:pt x="1686" y="419"/>
                  <a:pt x="1686" y="419"/>
                </a:cubicBezTo>
                <a:close/>
                <a:moveTo>
                  <a:pt x="573" y="412"/>
                </a:moveTo>
                <a:cubicBezTo>
                  <a:pt x="574" y="413"/>
                  <a:pt x="574" y="413"/>
                  <a:pt x="574" y="413"/>
                </a:cubicBezTo>
                <a:cubicBezTo>
                  <a:pt x="574" y="413"/>
                  <a:pt x="574" y="413"/>
                  <a:pt x="574" y="413"/>
                </a:cubicBezTo>
                <a:cubicBezTo>
                  <a:pt x="575" y="413"/>
                  <a:pt x="575" y="413"/>
                  <a:pt x="575" y="413"/>
                </a:cubicBezTo>
                <a:cubicBezTo>
                  <a:pt x="575" y="413"/>
                  <a:pt x="575" y="413"/>
                  <a:pt x="575" y="413"/>
                </a:cubicBezTo>
                <a:cubicBezTo>
                  <a:pt x="576" y="412"/>
                  <a:pt x="576" y="412"/>
                  <a:pt x="576" y="412"/>
                </a:cubicBezTo>
                <a:cubicBezTo>
                  <a:pt x="576" y="412"/>
                  <a:pt x="576" y="412"/>
                  <a:pt x="576" y="412"/>
                </a:cubicBezTo>
                <a:cubicBezTo>
                  <a:pt x="578" y="411"/>
                  <a:pt x="578" y="411"/>
                  <a:pt x="578" y="411"/>
                </a:cubicBezTo>
                <a:cubicBezTo>
                  <a:pt x="578" y="411"/>
                  <a:pt x="578" y="411"/>
                  <a:pt x="578" y="411"/>
                </a:cubicBezTo>
                <a:cubicBezTo>
                  <a:pt x="579" y="411"/>
                  <a:pt x="579" y="411"/>
                  <a:pt x="579" y="411"/>
                </a:cubicBezTo>
                <a:cubicBezTo>
                  <a:pt x="579" y="411"/>
                  <a:pt x="579" y="411"/>
                  <a:pt x="579" y="411"/>
                </a:cubicBezTo>
                <a:cubicBezTo>
                  <a:pt x="580" y="410"/>
                  <a:pt x="580" y="410"/>
                  <a:pt x="580" y="410"/>
                </a:cubicBezTo>
                <a:cubicBezTo>
                  <a:pt x="580" y="410"/>
                  <a:pt x="580" y="410"/>
                  <a:pt x="580" y="410"/>
                </a:cubicBezTo>
                <a:cubicBezTo>
                  <a:pt x="581" y="410"/>
                  <a:pt x="581" y="410"/>
                  <a:pt x="581" y="410"/>
                </a:cubicBezTo>
                <a:cubicBezTo>
                  <a:pt x="581" y="410"/>
                  <a:pt x="581" y="410"/>
                  <a:pt x="581" y="410"/>
                </a:cubicBezTo>
                <a:cubicBezTo>
                  <a:pt x="582" y="410"/>
                  <a:pt x="582" y="410"/>
                  <a:pt x="582" y="410"/>
                </a:cubicBezTo>
                <a:cubicBezTo>
                  <a:pt x="582" y="410"/>
                  <a:pt x="582" y="410"/>
                  <a:pt x="582" y="410"/>
                </a:cubicBezTo>
                <a:cubicBezTo>
                  <a:pt x="581" y="393"/>
                  <a:pt x="581" y="393"/>
                  <a:pt x="581" y="393"/>
                </a:cubicBezTo>
                <a:cubicBezTo>
                  <a:pt x="581" y="393"/>
                  <a:pt x="581" y="393"/>
                  <a:pt x="581" y="393"/>
                </a:cubicBezTo>
                <a:cubicBezTo>
                  <a:pt x="580" y="376"/>
                  <a:pt x="580" y="376"/>
                  <a:pt x="580" y="376"/>
                </a:cubicBezTo>
                <a:cubicBezTo>
                  <a:pt x="580" y="376"/>
                  <a:pt x="580" y="376"/>
                  <a:pt x="580" y="376"/>
                </a:cubicBezTo>
                <a:cubicBezTo>
                  <a:pt x="578" y="359"/>
                  <a:pt x="578" y="359"/>
                  <a:pt x="578" y="359"/>
                </a:cubicBezTo>
                <a:cubicBezTo>
                  <a:pt x="578" y="359"/>
                  <a:pt x="578" y="359"/>
                  <a:pt x="578" y="359"/>
                </a:cubicBezTo>
                <a:cubicBezTo>
                  <a:pt x="576" y="341"/>
                  <a:pt x="576" y="341"/>
                  <a:pt x="576" y="341"/>
                </a:cubicBezTo>
                <a:cubicBezTo>
                  <a:pt x="576" y="341"/>
                  <a:pt x="576" y="341"/>
                  <a:pt x="576" y="341"/>
                </a:cubicBezTo>
                <a:cubicBezTo>
                  <a:pt x="573" y="324"/>
                  <a:pt x="573" y="324"/>
                  <a:pt x="573" y="324"/>
                </a:cubicBezTo>
                <a:cubicBezTo>
                  <a:pt x="573" y="324"/>
                  <a:pt x="573" y="324"/>
                  <a:pt x="573" y="324"/>
                </a:cubicBezTo>
                <a:cubicBezTo>
                  <a:pt x="571" y="308"/>
                  <a:pt x="571" y="308"/>
                  <a:pt x="571" y="308"/>
                </a:cubicBezTo>
                <a:cubicBezTo>
                  <a:pt x="571" y="308"/>
                  <a:pt x="571" y="308"/>
                  <a:pt x="571" y="308"/>
                </a:cubicBezTo>
                <a:cubicBezTo>
                  <a:pt x="570" y="291"/>
                  <a:pt x="570" y="291"/>
                  <a:pt x="570" y="291"/>
                </a:cubicBezTo>
                <a:cubicBezTo>
                  <a:pt x="570" y="291"/>
                  <a:pt x="570" y="291"/>
                  <a:pt x="570" y="291"/>
                </a:cubicBezTo>
                <a:cubicBezTo>
                  <a:pt x="574" y="274"/>
                  <a:pt x="574" y="274"/>
                  <a:pt x="574" y="274"/>
                </a:cubicBezTo>
                <a:cubicBezTo>
                  <a:pt x="574" y="274"/>
                  <a:pt x="574" y="274"/>
                  <a:pt x="574" y="274"/>
                </a:cubicBezTo>
                <a:cubicBezTo>
                  <a:pt x="588" y="259"/>
                  <a:pt x="588" y="259"/>
                  <a:pt x="588" y="259"/>
                </a:cubicBezTo>
                <a:cubicBezTo>
                  <a:pt x="588" y="259"/>
                  <a:pt x="588" y="259"/>
                  <a:pt x="588" y="259"/>
                </a:cubicBezTo>
                <a:cubicBezTo>
                  <a:pt x="589" y="256"/>
                  <a:pt x="589" y="256"/>
                  <a:pt x="589" y="256"/>
                </a:cubicBezTo>
                <a:cubicBezTo>
                  <a:pt x="589" y="256"/>
                  <a:pt x="589" y="256"/>
                  <a:pt x="589" y="256"/>
                </a:cubicBezTo>
                <a:cubicBezTo>
                  <a:pt x="592" y="253"/>
                  <a:pt x="592" y="253"/>
                  <a:pt x="592" y="253"/>
                </a:cubicBezTo>
                <a:cubicBezTo>
                  <a:pt x="592" y="253"/>
                  <a:pt x="592" y="253"/>
                  <a:pt x="592" y="253"/>
                </a:cubicBezTo>
                <a:cubicBezTo>
                  <a:pt x="593" y="250"/>
                  <a:pt x="593" y="250"/>
                  <a:pt x="593" y="250"/>
                </a:cubicBezTo>
                <a:cubicBezTo>
                  <a:pt x="593" y="250"/>
                  <a:pt x="593" y="250"/>
                  <a:pt x="593" y="250"/>
                </a:cubicBezTo>
                <a:cubicBezTo>
                  <a:pt x="595" y="245"/>
                  <a:pt x="595" y="245"/>
                  <a:pt x="595" y="245"/>
                </a:cubicBezTo>
                <a:cubicBezTo>
                  <a:pt x="595" y="245"/>
                  <a:pt x="595" y="245"/>
                  <a:pt x="595" y="245"/>
                </a:cubicBezTo>
                <a:cubicBezTo>
                  <a:pt x="595" y="242"/>
                  <a:pt x="595" y="242"/>
                  <a:pt x="595" y="242"/>
                </a:cubicBezTo>
                <a:cubicBezTo>
                  <a:pt x="595" y="242"/>
                  <a:pt x="595" y="242"/>
                  <a:pt x="595" y="242"/>
                </a:cubicBezTo>
                <a:cubicBezTo>
                  <a:pt x="595" y="238"/>
                  <a:pt x="595" y="238"/>
                  <a:pt x="595" y="238"/>
                </a:cubicBezTo>
                <a:cubicBezTo>
                  <a:pt x="595" y="238"/>
                  <a:pt x="595" y="238"/>
                  <a:pt x="595" y="238"/>
                </a:cubicBezTo>
                <a:cubicBezTo>
                  <a:pt x="593" y="234"/>
                  <a:pt x="593" y="234"/>
                  <a:pt x="593" y="234"/>
                </a:cubicBezTo>
                <a:cubicBezTo>
                  <a:pt x="593" y="234"/>
                  <a:pt x="593" y="234"/>
                  <a:pt x="593" y="234"/>
                </a:cubicBezTo>
                <a:cubicBezTo>
                  <a:pt x="593" y="229"/>
                  <a:pt x="593" y="229"/>
                  <a:pt x="593" y="229"/>
                </a:cubicBezTo>
                <a:cubicBezTo>
                  <a:pt x="593" y="229"/>
                  <a:pt x="593" y="229"/>
                  <a:pt x="593" y="229"/>
                </a:cubicBezTo>
                <a:cubicBezTo>
                  <a:pt x="591" y="229"/>
                  <a:pt x="591" y="229"/>
                  <a:pt x="591" y="229"/>
                </a:cubicBezTo>
                <a:cubicBezTo>
                  <a:pt x="591" y="229"/>
                  <a:pt x="591" y="229"/>
                  <a:pt x="591" y="229"/>
                </a:cubicBezTo>
                <a:cubicBezTo>
                  <a:pt x="588" y="230"/>
                  <a:pt x="588" y="230"/>
                  <a:pt x="588" y="230"/>
                </a:cubicBezTo>
                <a:cubicBezTo>
                  <a:pt x="588" y="230"/>
                  <a:pt x="588" y="230"/>
                  <a:pt x="588" y="230"/>
                </a:cubicBezTo>
                <a:cubicBezTo>
                  <a:pt x="588" y="231"/>
                  <a:pt x="588" y="231"/>
                  <a:pt x="588" y="231"/>
                </a:cubicBezTo>
                <a:cubicBezTo>
                  <a:pt x="588" y="231"/>
                  <a:pt x="588" y="231"/>
                  <a:pt x="588" y="231"/>
                </a:cubicBezTo>
                <a:cubicBezTo>
                  <a:pt x="588" y="233"/>
                  <a:pt x="588" y="233"/>
                  <a:pt x="588" y="233"/>
                </a:cubicBezTo>
                <a:cubicBezTo>
                  <a:pt x="588" y="233"/>
                  <a:pt x="588" y="233"/>
                  <a:pt x="588" y="233"/>
                </a:cubicBezTo>
                <a:cubicBezTo>
                  <a:pt x="589" y="234"/>
                  <a:pt x="589" y="234"/>
                  <a:pt x="589" y="234"/>
                </a:cubicBezTo>
                <a:cubicBezTo>
                  <a:pt x="589" y="234"/>
                  <a:pt x="589" y="234"/>
                  <a:pt x="589" y="234"/>
                </a:cubicBezTo>
                <a:cubicBezTo>
                  <a:pt x="589" y="236"/>
                  <a:pt x="589" y="236"/>
                  <a:pt x="589" y="236"/>
                </a:cubicBezTo>
                <a:cubicBezTo>
                  <a:pt x="589" y="236"/>
                  <a:pt x="589" y="236"/>
                  <a:pt x="589" y="236"/>
                </a:cubicBezTo>
                <a:cubicBezTo>
                  <a:pt x="591" y="236"/>
                  <a:pt x="591" y="236"/>
                  <a:pt x="591" y="236"/>
                </a:cubicBezTo>
                <a:cubicBezTo>
                  <a:pt x="591" y="236"/>
                  <a:pt x="591" y="236"/>
                  <a:pt x="591" y="236"/>
                </a:cubicBezTo>
                <a:cubicBezTo>
                  <a:pt x="591" y="238"/>
                  <a:pt x="591" y="238"/>
                  <a:pt x="591" y="238"/>
                </a:cubicBezTo>
                <a:cubicBezTo>
                  <a:pt x="591" y="238"/>
                  <a:pt x="591" y="238"/>
                  <a:pt x="591" y="238"/>
                </a:cubicBezTo>
                <a:cubicBezTo>
                  <a:pt x="591" y="238"/>
                  <a:pt x="591" y="238"/>
                  <a:pt x="591" y="238"/>
                </a:cubicBezTo>
                <a:cubicBezTo>
                  <a:pt x="591" y="238"/>
                  <a:pt x="591" y="238"/>
                  <a:pt x="591" y="238"/>
                </a:cubicBezTo>
                <a:cubicBezTo>
                  <a:pt x="587" y="242"/>
                  <a:pt x="587" y="242"/>
                  <a:pt x="587" y="242"/>
                </a:cubicBezTo>
                <a:cubicBezTo>
                  <a:pt x="587" y="242"/>
                  <a:pt x="587" y="242"/>
                  <a:pt x="587" y="242"/>
                </a:cubicBezTo>
                <a:cubicBezTo>
                  <a:pt x="586" y="244"/>
                  <a:pt x="586" y="244"/>
                  <a:pt x="586" y="244"/>
                </a:cubicBezTo>
                <a:cubicBezTo>
                  <a:pt x="586" y="244"/>
                  <a:pt x="586" y="244"/>
                  <a:pt x="586" y="244"/>
                </a:cubicBezTo>
                <a:cubicBezTo>
                  <a:pt x="583" y="247"/>
                  <a:pt x="583" y="247"/>
                  <a:pt x="583" y="247"/>
                </a:cubicBezTo>
                <a:cubicBezTo>
                  <a:pt x="583" y="247"/>
                  <a:pt x="583" y="247"/>
                  <a:pt x="583" y="247"/>
                </a:cubicBezTo>
                <a:cubicBezTo>
                  <a:pt x="582" y="250"/>
                  <a:pt x="582" y="250"/>
                  <a:pt x="582" y="250"/>
                </a:cubicBezTo>
                <a:cubicBezTo>
                  <a:pt x="582" y="250"/>
                  <a:pt x="582" y="250"/>
                  <a:pt x="582" y="250"/>
                </a:cubicBezTo>
                <a:cubicBezTo>
                  <a:pt x="580" y="253"/>
                  <a:pt x="580" y="253"/>
                  <a:pt x="580" y="253"/>
                </a:cubicBezTo>
                <a:cubicBezTo>
                  <a:pt x="580" y="253"/>
                  <a:pt x="580" y="253"/>
                  <a:pt x="580" y="253"/>
                </a:cubicBezTo>
                <a:cubicBezTo>
                  <a:pt x="578" y="255"/>
                  <a:pt x="578" y="255"/>
                  <a:pt x="578" y="255"/>
                </a:cubicBezTo>
                <a:cubicBezTo>
                  <a:pt x="578" y="255"/>
                  <a:pt x="578" y="255"/>
                  <a:pt x="578" y="255"/>
                </a:cubicBezTo>
                <a:cubicBezTo>
                  <a:pt x="575" y="256"/>
                  <a:pt x="575" y="256"/>
                  <a:pt x="575" y="256"/>
                </a:cubicBezTo>
                <a:cubicBezTo>
                  <a:pt x="575" y="256"/>
                  <a:pt x="575" y="256"/>
                  <a:pt x="575" y="256"/>
                </a:cubicBezTo>
                <a:cubicBezTo>
                  <a:pt x="573" y="256"/>
                  <a:pt x="573" y="256"/>
                  <a:pt x="573" y="256"/>
                </a:cubicBezTo>
                <a:cubicBezTo>
                  <a:pt x="573" y="256"/>
                  <a:pt x="573" y="256"/>
                  <a:pt x="573" y="256"/>
                </a:cubicBezTo>
                <a:cubicBezTo>
                  <a:pt x="569" y="255"/>
                  <a:pt x="569" y="255"/>
                  <a:pt x="569" y="255"/>
                </a:cubicBezTo>
                <a:cubicBezTo>
                  <a:pt x="569" y="255"/>
                  <a:pt x="569" y="255"/>
                  <a:pt x="569" y="255"/>
                </a:cubicBezTo>
                <a:cubicBezTo>
                  <a:pt x="571" y="227"/>
                  <a:pt x="571" y="227"/>
                  <a:pt x="571" y="227"/>
                </a:cubicBezTo>
                <a:cubicBezTo>
                  <a:pt x="571" y="227"/>
                  <a:pt x="571" y="227"/>
                  <a:pt x="571" y="227"/>
                </a:cubicBezTo>
                <a:cubicBezTo>
                  <a:pt x="593" y="205"/>
                  <a:pt x="593" y="205"/>
                  <a:pt x="593" y="205"/>
                </a:cubicBezTo>
                <a:cubicBezTo>
                  <a:pt x="593" y="205"/>
                  <a:pt x="593" y="205"/>
                  <a:pt x="593" y="205"/>
                </a:cubicBezTo>
                <a:cubicBezTo>
                  <a:pt x="619" y="183"/>
                  <a:pt x="619" y="183"/>
                  <a:pt x="619" y="183"/>
                </a:cubicBezTo>
                <a:cubicBezTo>
                  <a:pt x="619" y="183"/>
                  <a:pt x="619" y="183"/>
                  <a:pt x="619" y="183"/>
                </a:cubicBezTo>
                <a:cubicBezTo>
                  <a:pt x="647" y="156"/>
                  <a:pt x="647" y="156"/>
                  <a:pt x="647" y="156"/>
                </a:cubicBezTo>
                <a:cubicBezTo>
                  <a:pt x="647" y="156"/>
                  <a:pt x="647" y="156"/>
                  <a:pt x="647" y="156"/>
                </a:cubicBezTo>
                <a:cubicBezTo>
                  <a:pt x="646" y="153"/>
                  <a:pt x="646" y="153"/>
                  <a:pt x="646" y="153"/>
                </a:cubicBezTo>
                <a:cubicBezTo>
                  <a:pt x="646" y="153"/>
                  <a:pt x="646" y="153"/>
                  <a:pt x="646" y="153"/>
                </a:cubicBezTo>
                <a:cubicBezTo>
                  <a:pt x="646" y="150"/>
                  <a:pt x="646" y="150"/>
                  <a:pt x="646" y="150"/>
                </a:cubicBezTo>
                <a:cubicBezTo>
                  <a:pt x="646" y="150"/>
                  <a:pt x="646" y="150"/>
                  <a:pt x="646" y="150"/>
                </a:cubicBezTo>
                <a:cubicBezTo>
                  <a:pt x="645" y="147"/>
                  <a:pt x="645" y="147"/>
                  <a:pt x="645" y="147"/>
                </a:cubicBezTo>
                <a:cubicBezTo>
                  <a:pt x="645" y="147"/>
                  <a:pt x="645" y="147"/>
                  <a:pt x="645" y="147"/>
                </a:cubicBezTo>
                <a:cubicBezTo>
                  <a:pt x="645" y="143"/>
                  <a:pt x="645" y="143"/>
                  <a:pt x="645" y="143"/>
                </a:cubicBezTo>
                <a:cubicBezTo>
                  <a:pt x="645" y="143"/>
                  <a:pt x="645" y="143"/>
                  <a:pt x="645" y="143"/>
                </a:cubicBezTo>
                <a:cubicBezTo>
                  <a:pt x="643" y="142"/>
                  <a:pt x="643" y="142"/>
                  <a:pt x="643" y="142"/>
                </a:cubicBezTo>
                <a:cubicBezTo>
                  <a:pt x="643" y="142"/>
                  <a:pt x="643" y="142"/>
                  <a:pt x="643" y="142"/>
                </a:cubicBezTo>
                <a:cubicBezTo>
                  <a:pt x="641" y="139"/>
                  <a:pt x="641" y="139"/>
                  <a:pt x="641" y="139"/>
                </a:cubicBezTo>
                <a:cubicBezTo>
                  <a:pt x="641" y="139"/>
                  <a:pt x="641" y="139"/>
                  <a:pt x="641" y="139"/>
                </a:cubicBezTo>
                <a:cubicBezTo>
                  <a:pt x="639" y="137"/>
                  <a:pt x="639" y="137"/>
                  <a:pt x="639" y="137"/>
                </a:cubicBezTo>
                <a:cubicBezTo>
                  <a:pt x="639" y="137"/>
                  <a:pt x="639" y="137"/>
                  <a:pt x="639" y="137"/>
                </a:cubicBezTo>
                <a:cubicBezTo>
                  <a:pt x="637" y="135"/>
                  <a:pt x="637" y="135"/>
                  <a:pt x="637" y="135"/>
                </a:cubicBezTo>
                <a:cubicBezTo>
                  <a:pt x="637" y="135"/>
                  <a:pt x="637" y="135"/>
                  <a:pt x="637" y="135"/>
                </a:cubicBezTo>
                <a:cubicBezTo>
                  <a:pt x="627" y="134"/>
                  <a:pt x="627" y="134"/>
                  <a:pt x="627" y="134"/>
                </a:cubicBezTo>
                <a:cubicBezTo>
                  <a:pt x="627" y="134"/>
                  <a:pt x="627" y="134"/>
                  <a:pt x="627" y="134"/>
                </a:cubicBezTo>
                <a:cubicBezTo>
                  <a:pt x="620" y="134"/>
                  <a:pt x="620" y="134"/>
                  <a:pt x="620" y="134"/>
                </a:cubicBezTo>
                <a:cubicBezTo>
                  <a:pt x="620" y="134"/>
                  <a:pt x="620" y="134"/>
                  <a:pt x="620" y="134"/>
                </a:cubicBezTo>
                <a:cubicBezTo>
                  <a:pt x="614" y="138"/>
                  <a:pt x="614" y="138"/>
                  <a:pt x="614" y="138"/>
                </a:cubicBezTo>
                <a:cubicBezTo>
                  <a:pt x="614" y="138"/>
                  <a:pt x="614" y="138"/>
                  <a:pt x="614" y="138"/>
                </a:cubicBezTo>
                <a:cubicBezTo>
                  <a:pt x="607" y="142"/>
                  <a:pt x="607" y="142"/>
                  <a:pt x="607" y="142"/>
                </a:cubicBezTo>
                <a:cubicBezTo>
                  <a:pt x="607" y="142"/>
                  <a:pt x="607" y="142"/>
                  <a:pt x="607" y="142"/>
                </a:cubicBezTo>
                <a:cubicBezTo>
                  <a:pt x="601" y="146"/>
                  <a:pt x="601" y="146"/>
                  <a:pt x="601" y="146"/>
                </a:cubicBezTo>
                <a:cubicBezTo>
                  <a:pt x="601" y="146"/>
                  <a:pt x="601" y="146"/>
                  <a:pt x="601" y="146"/>
                </a:cubicBezTo>
                <a:cubicBezTo>
                  <a:pt x="596" y="151"/>
                  <a:pt x="596" y="151"/>
                  <a:pt x="596" y="151"/>
                </a:cubicBezTo>
                <a:cubicBezTo>
                  <a:pt x="596" y="151"/>
                  <a:pt x="596" y="151"/>
                  <a:pt x="596" y="151"/>
                </a:cubicBezTo>
                <a:cubicBezTo>
                  <a:pt x="589" y="156"/>
                  <a:pt x="589" y="156"/>
                  <a:pt x="589" y="156"/>
                </a:cubicBezTo>
                <a:cubicBezTo>
                  <a:pt x="589" y="156"/>
                  <a:pt x="589" y="156"/>
                  <a:pt x="589" y="156"/>
                </a:cubicBezTo>
                <a:cubicBezTo>
                  <a:pt x="583" y="157"/>
                  <a:pt x="583" y="157"/>
                  <a:pt x="583" y="157"/>
                </a:cubicBezTo>
                <a:cubicBezTo>
                  <a:pt x="583" y="157"/>
                  <a:pt x="583" y="157"/>
                  <a:pt x="583" y="157"/>
                </a:cubicBezTo>
                <a:cubicBezTo>
                  <a:pt x="580" y="157"/>
                  <a:pt x="580" y="157"/>
                  <a:pt x="580" y="157"/>
                </a:cubicBezTo>
                <a:cubicBezTo>
                  <a:pt x="580" y="157"/>
                  <a:pt x="580" y="157"/>
                  <a:pt x="580" y="157"/>
                </a:cubicBezTo>
                <a:cubicBezTo>
                  <a:pt x="580" y="154"/>
                  <a:pt x="580" y="154"/>
                  <a:pt x="580" y="154"/>
                </a:cubicBezTo>
                <a:cubicBezTo>
                  <a:pt x="580" y="154"/>
                  <a:pt x="580" y="154"/>
                  <a:pt x="580" y="154"/>
                </a:cubicBezTo>
                <a:cubicBezTo>
                  <a:pt x="579" y="152"/>
                  <a:pt x="579" y="152"/>
                  <a:pt x="579" y="152"/>
                </a:cubicBezTo>
                <a:cubicBezTo>
                  <a:pt x="579" y="152"/>
                  <a:pt x="579" y="152"/>
                  <a:pt x="579" y="152"/>
                </a:cubicBezTo>
                <a:cubicBezTo>
                  <a:pt x="580" y="149"/>
                  <a:pt x="580" y="149"/>
                  <a:pt x="580" y="149"/>
                </a:cubicBezTo>
                <a:cubicBezTo>
                  <a:pt x="580" y="149"/>
                  <a:pt x="580" y="149"/>
                  <a:pt x="580" y="149"/>
                </a:cubicBezTo>
                <a:cubicBezTo>
                  <a:pt x="580" y="147"/>
                  <a:pt x="580" y="147"/>
                  <a:pt x="580" y="147"/>
                </a:cubicBezTo>
                <a:cubicBezTo>
                  <a:pt x="580" y="147"/>
                  <a:pt x="580" y="147"/>
                  <a:pt x="580" y="147"/>
                </a:cubicBezTo>
                <a:cubicBezTo>
                  <a:pt x="580" y="145"/>
                  <a:pt x="580" y="145"/>
                  <a:pt x="580" y="145"/>
                </a:cubicBezTo>
                <a:cubicBezTo>
                  <a:pt x="580" y="145"/>
                  <a:pt x="580" y="145"/>
                  <a:pt x="580" y="145"/>
                </a:cubicBezTo>
                <a:cubicBezTo>
                  <a:pt x="581" y="143"/>
                  <a:pt x="581" y="143"/>
                  <a:pt x="581" y="143"/>
                </a:cubicBezTo>
                <a:cubicBezTo>
                  <a:pt x="581" y="143"/>
                  <a:pt x="581" y="143"/>
                  <a:pt x="581" y="143"/>
                </a:cubicBezTo>
                <a:cubicBezTo>
                  <a:pt x="583" y="141"/>
                  <a:pt x="583" y="141"/>
                  <a:pt x="583" y="141"/>
                </a:cubicBezTo>
                <a:cubicBezTo>
                  <a:pt x="583" y="141"/>
                  <a:pt x="583" y="141"/>
                  <a:pt x="583" y="141"/>
                </a:cubicBezTo>
                <a:cubicBezTo>
                  <a:pt x="623" y="107"/>
                  <a:pt x="623" y="107"/>
                  <a:pt x="623" y="107"/>
                </a:cubicBezTo>
                <a:cubicBezTo>
                  <a:pt x="623" y="107"/>
                  <a:pt x="623" y="107"/>
                  <a:pt x="623" y="107"/>
                </a:cubicBezTo>
                <a:cubicBezTo>
                  <a:pt x="625" y="107"/>
                  <a:pt x="625" y="107"/>
                  <a:pt x="625" y="107"/>
                </a:cubicBezTo>
                <a:cubicBezTo>
                  <a:pt x="625" y="107"/>
                  <a:pt x="625" y="107"/>
                  <a:pt x="625" y="107"/>
                </a:cubicBezTo>
                <a:cubicBezTo>
                  <a:pt x="627" y="106"/>
                  <a:pt x="627" y="106"/>
                  <a:pt x="627" y="106"/>
                </a:cubicBezTo>
                <a:cubicBezTo>
                  <a:pt x="627" y="106"/>
                  <a:pt x="627" y="106"/>
                  <a:pt x="627" y="106"/>
                </a:cubicBezTo>
                <a:cubicBezTo>
                  <a:pt x="629" y="106"/>
                  <a:pt x="629" y="106"/>
                  <a:pt x="629" y="106"/>
                </a:cubicBezTo>
                <a:cubicBezTo>
                  <a:pt x="629" y="106"/>
                  <a:pt x="629" y="106"/>
                  <a:pt x="629" y="106"/>
                </a:cubicBezTo>
                <a:cubicBezTo>
                  <a:pt x="631" y="105"/>
                  <a:pt x="631" y="105"/>
                  <a:pt x="631" y="105"/>
                </a:cubicBezTo>
                <a:cubicBezTo>
                  <a:pt x="631" y="105"/>
                  <a:pt x="631" y="105"/>
                  <a:pt x="631" y="105"/>
                </a:cubicBezTo>
                <a:cubicBezTo>
                  <a:pt x="634" y="105"/>
                  <a:pt x="634" y="105"/>
                  <a:pt x="634" y="105"/>
                </a:cubicBezTo>
                <a:cubicBezTo>
                  <a:pt x="634" y="105"/>
                  <a:pt x="634" y="105"/>
                  <a:pt x="634" y="105"/>
                </a:cubicBezTo>
                <a:cubicBezTo>
                  <a:pt x="636" y="104"/>
                  <a:pt x="636" y="104"/>
                  <a:pt x="636" y="104"/>
                </a:cubicBezTo>
                <a:cubicBezTo>
                  <a:pt x="636" y="104"/>
                  <a:pt x="636" y="104"/>
                  <a:pt x="636" y="104"/>
                </a:cubicBezTo>
                <a:cubicBezTo>
                  <a:pt x="638" y="104"/>
                  <a:pt x="638" y="104"/>
                  <a:pt x="638" y="104"/>
                </a:cubicBezTo>
                <a:cubicBezTo>
                  <a:pt x="638" y="104"/>
                  <a:pt x="638" y="104"/>
                  <a:pt x="638" y="104"/>
                </a:cubicBezTo>
                <a:cubicBezTo>
                  <a:pt x="641" y="103"/>
                  <a:pt x="641" y="103"/>
                  <a:pt x="641" y="103"/>
                </a:cubicBezTo>
                <a:cubicBezTo>
                  <a:pt x="641" y="103"/>
                  <a:pt x="641" y="103"/>
                  <a:pt x="641" y="103"/>
                </a:cubicBezTo>
                <a:cubicBezTo>
                  <a:pt x="642" y="100"/>
                  <a:pt x="642" y="100"/>
                  <a:pt x="642" y="100"/>
                </a:cubicBezTo>
                <a:cubicBezTo>
                  <a:pt x="642" y="100"/>
                  <a:pt x="642" y="100"/>
                  <a:pt x="642" y="100"/>
                </a:cubicBezTo>
                <a:cubicBezTo>
                  <a:pt x="640" y="99"/>
                  <a:pt x="640" y="99"/>
                  <a:pt x="640" y="99"/>
                </a:cubicBezTo>
                <a:cubicBezTo>
                  <a:pt x="640" y="99"/>
                  <a:pt x="640" y="99"/>
                  <a:pt x="640" y="99"/>
                </a:cubicBezTo>
                <a:cubicBezTo>
                  <a:pt x="639" y="99"/>
                  <a:pt x="639" y="99"/>
                  <a:pt x="639" y="99"/>
                </a:cubicBezTo>
                <a:cubicBezTo>
                  <a:pt x="639" y="99"/>
                  <a:pt x="639" y="99"/>
                  <a:pt x="639" y="99"/>
                </a:cubicBezTo>
                <a:cubicBezTo>
                  <a:pt x="638" y="98"/>
                  <a:pt x="638" y="98"/>
                  <a:pt x="638" y="98"/>
                </a:cubicBezTo>
                <a:cubicBezTo>
                  <a:pt x="638" y="98"/>
                  <a:pt x="638" y="98"/>
                  <a:pt x="638" y="98"/>
                </a:cubicBezTo>
                <a:cubicBezTo>
                  <a:pt x="637" y="97"/>
                  <a:pt x="637" y="97"/>
                  <a:pt x="637" y="97"/>
                </a:cubicBezTo>
                <a:cubicBezTo>
                  <a:pt x="637" y="97"/>
                  <a:pt x="637" y="97"/>
                  <a:pt x="637" y="97"/>
                </a:cubicBezTo>
                <a:cubicBezTo>
                  <a:pt x="635" y="96"/>
                  <a:pt x="635" y="96"/>
                  <a:pt x="635" y="96"/>
                </a:cubicBezTo>
                <a:cubicBezTo>
                  <a:pt x="635" y="96"/>
                  <a:pt x="635" y="96"/>
                  <a:pt x="635" y="96"/>
                </a:cubicBezTo>
                <a:cubicBezTo>
                  <a:pt x="634" y="95"/>
                  <a:pt x="634" y="95"/>
                  <a:pt x="634" y="95"/>
                </a:cubicBezTo>
                <a:cubicBezTo>
                  <a:pt x="634" y="95"/>
                  <a:pt x="634" y="95"/>
                  <a:pt x="634" y="95"/>
                </a:cubicBezTo>
                <a:cubicBezTo>
                  <a:pt x="633" y="94"/>
                  <a:pt x="633" y="94"/>
                  <a:pt x="633" y="94"/>
                </a:cubicBezTo>
                <a:cubicBezTo>
                  <a:pt x="633" y="94"/>
                  <a:pt x="633" y="94"/>
                  <a:pt x="633" y="94"/>
                </a:cubicBezTo>
                <a:cubicBezTo>
                  <a:pt x="631" y="92"/>
                  <a:pt x="631" y="92"/>
                  <a:pt x="631" y="92"/>
                </a:cubicBezTo>
                <a:cubicBezTo>
                  <a:pt x="631" y="92"/>
                  <a:pt x="631" y="92"/>
                  <a:pt x="631" y="92"/>
                </a:cubicBezTo>
                <a:cubicBezTo>
                  <a:pt x="587" y="110"/>
                  <a:pt x="587" y="110"/>
                  <a:pt x="587" y="110"/>
                </a:cubicBezTo>
                <a:cubicBezTo>
                  <a:pt x="587" y="110"/>
                  <a:pt x="587" y="110"/>
                  <a:pt x="587" y="110"/>
                </a:cubicBezTo>
                <a:cubicBezTo>
                  <a:pt x="583" y="106"/>
                  <a:pt x="583" y="106"/>
                  <a:pt x="583" y="106"/>
                </a:cubicBezTo>
                <a:cubicBezTo>
                  <a:pt x="583" y="106"/>
                  <a:pt x="583" y="106"/>
                  <a:pt x="583" y="106"/>
                </a:cubicBezTo>
                <a:cubicBezTo>
                  <a:pt x="584" y="104"/>
                  <a:pt x="584" y="104"/>
                  <a:pt x="584" y="104"/>
                </a:cubicBezTo>
                <a:cubicBezTo>
                  <a:pt x="584" y="104"/>
                  <a:pt x="584" y="104"/>
                  <a:pt x="584" y="104"/>
                </a:cubicBezTo>
                <a:cubicBezTo>
                  <a:pt x="585" y="102"/>
                  <a:pt x="585" y="102"/>
                  <a:pt x="585" y="102"/>
                </a:cubicBezTo>
                <a:cubicBezTo>
                  <a:pt x="585" y="102"/>
                  <a:pt x="585" y="102"/>
                  <a:pt x="585" y="102"/>
                </a:cubicBezTo>
                <a:cubicBezTo>
                  <a:pt x="585" y="99"/>
                  <a:pt x="585" y="99"/>
                  <a:pt x="585" y="99"/>
                </a:cubicBezTo>
                <a:cubicBezTo>
                  <a:pt x="585" y="99"/>
                  <a:pt x="585" y="99"/>
                  <a:pt x="585" y="99"/>
                </a:cubicBezTo>
                <a:cubicBezTo>
                  <a:pt x="586" y="97"/>
                  <a:pt x="586" y="97"/>
                  <a:pt x="586" y="97"/>
                </a:cubicBezTo>
                <a:cubicBezTo>
                  <a:pt x="586" y="97"/>
                  <a:pt x="586" y="97"/>
                  <a:pt x="586" y="97"/>
                </a:cubicBezTo>
                <a:cubicBezTo>
                  <a:pt x="586" y="95"/>
                  <a:pt x="586" y="95"/>
                  <a:pt x="586" y="95"/>
                </a:cubicBezTo>
                <a:cubicBezTo>
                  <a:pt x="586" y="95"/>
                  <a:pt x="586" y="95"/>
                  <a:pt x="586" y="95"/>
                </a:cubicBezTo>
                <a:cubicBezTo>
                  <a:pt x="586" y="92"/>
                  <a:pt x="586" y="92"/>
                  <a:pt x="586" y="92"/>
                </a:cubicBezTo>
                <a:cubicBezTo>
                  <a:pt x="586" y="92"/>
                  <a:pt x="586" y="92"/>
                  <a:pt x="586" y="92"/>
                </a:cubicBezTo>
                <a:cubicBezTo>
                  <a:pt x="586" y="89"/>
                  <a:pt x="586" y="89"/>
                  <a:pt x="586" y="89"/>
                </a:cubicBezTo>
                <a:cubicBezTo>
                  <a:pt x="586" y="89"/>
                  <a:pt x="586" y="89"/>
                  <a:pt x="586" y="89"/>
                </a:cubicBezTo>
                <a:cubicBezTo>
                  <a:pt x="587" y="86"/>
                  <a:pt x="587" y="86"/>
                  <a:pt x="587" y="86"/>
                </a:cubicBezTo>
                <a:cubicBezTo>
                  <a:pt x="587" y="86"/>
                  <a:pt x="587" y="86"/>
                  <a:pt x="587" y="86"/>
                </a:cubicBezTo>
                <a:cubicBezTo>
                  <a:pt x="587" y="82"/>
                  <a:pt x="587" y="82"/>
                  <a:pt x="587" y="82"/>
                </a:cubicBezTo>
                <a:cubicBezTo>
                  <a:pt x="587" y="82"/>
                  <a:pt x="587" y="82"/>
                  <a:pt x="587" y="82"/>
                </a:cubicBezTo>
                <a:cubicBezTo>
                  <a:pt x="589" y="76"/>
                  <a:pt x="589" y="76"/>
                  <a:pt x="589" y="76"/>
                </a:cubicBezTo>
                <a:cubicBezTo>
                  <a:pt x="589" y="76"/>
                  <a:pt x="589" y="76"/>
                  <a:pt x="589" y="76"/>
                </a:cubicBezTo>
                <a:cubicBezTo>
                  <a:pt x="592" y="71"/>
                  <a:pt x="592" y="71"/>
                  <a:pt x="592" y="71"/>
                </a:cubicBezTo>
                <a:cubicBezTo>
                  <a:pt x="592" y="71"/>
                  <a:pt x="592" y="71"/>
                  <a:pt x="592" y="71"/>
                </a:cubicBezTo>
                <a:cubicBezTo>
                  <a:pt x="593" y="64"/>
                  <a:pt x="593" y="64"/>
                  <a:pt x="593" y="64"/>
                </a:cubicBezTo>
                <a:cubicBezTo>
                  <a:pt x="593" y="64"/>
                  <a:pt x="593" y="64"/>
                  <a:pt x="593" y="64"/>
                </a:cubicBezTo>
                <a:cubicBezTo>
                  <a:pt x="593" y="59"/>
                  <a:pt x="593" y="59"/>
                  <a:pt x="593" y="59"/>
                </a:cubicBezTo>
                <a:cubicBezTo>
                  <a:pt x="593" y="59"/>
                  <a:pt x="593" y="59"/>
                  <a:pt x="593" y="59"/>
                </a:cubicBezTo>
                <a:cubicBezTo>
                  <a:pt x="595" y="52"/>
                  <a:pt x="595" y="52"/>
                  <a:pt x="595" y="52"/>
                </a:cubicBezTo>
                <a:cubicBezTo>
                  <a:pt x="595" y="52"/>
                  <a:pt x="595" y="52"/>
                  <a:pt x="595" y="52"/>
                </a:cubicBezTo>
                <a:cubicBezTo>
                  <a:pt x="595" y="47"/>
                  <a:pt x="595" y="47"/>
                  <a:pt x="595" y="47"/>
                </a:cubicBezTo>
                <a:cubicBezTo>
                  <a:pt x="595" y="47"/>
                  <a:pt x="595" y="47"/>
                  <a:pt x="595" y="47"/>
                </a:cubicBezTo>
                <a:cubicBezTo>
                  <a:pt x="593" y="40"/>
                  <a:pt x="593" y="40"/>
                  <a:pt x="593" y="40"/>
                </a:cubicBezTo>
                <a:cubicBezTo>
                  <a:pt x="593" y="40"/>
                  <a:pt x="593" y="40"/>
                  <a:pt x="593" y="40"/>
                </a:cubicBezTo>
                <a:cubicBezTo>
                  <a:pt x="566" y="20"/>
                  <a:pt x="566" y="20"/>
                  <a:pt x="566" y="20"/>
                </a:cubicBezTo>
                <a:cubicBezTo>
                  <a:pt x="561" y="19"/>
                  <a:pt x="561" y="19"/>
                  <a:pt x="561" y="19"/>
                </a:cubicBezTo>
                <a:cubicBezTo>
                  <a:pt x="562" y="33"/>
                  <a:pt x="562" y="33"/>
                  <a:pt x="562" y="33"/>
                </a:cubicBezTo>
                <a:cubicBezTo>
                  <a:pt x="562" y="33"/>
                  <a:pt x="562" y="33"/>
                  <a:pt x="562" y="33"/>
                </a:cubicBezTo>
                <a:cubicBezTo>
                  <a:pt x="564" y="45"/>
                  <a:pt x="564" y="45"/>
                  <a:pt x="564" y="45"/>
                </a:cubicBezTo>
                <a:cubicBezTo>
                  <a:pt x="564" y="45"/>
                  <a:pt x="564" y="45"/>
                  <a:pt x="564" y="45"/>
                </a:cubicBezTo>
                <a:cubicBezTo>
                  <a:pt x="565" y="58"/>
                  <a:pt x="565" y="58"/>
                  <a:pt x="565" y="58"/>
                </a:cubicBezTo>
                <a:cubicBezTo>
                  <a:pt x="565" y="58"/>
                  <a:pt x="565" y="58"/>
                  <a:pt x="565" y="58"/>
                </a:cubicBezTo>
                <a:cubicBezTo>
                  <a:pt x="567" y="70"/>
                  <a:pt x="567" y="70"/>
                  <a:pt x="567" y="70"/>
                </a:cubicBezTo>
                <a:cubicBezTo>
                  <a:pt x="567" y="70"/>
                  <a:pt x="567" y="70"/>
                  <a:pt x="567" y="70"/>
                </a:cubicBezTo>
                <a:cubicBezTo>
                  <a:pt x="567" y="83"/>
                  <a:pt x="567" y="83"/>
                  <a:pt x="567" y="83"/>
                </a:cubicBezTo>
                <a:cubicBezTo>
                  <a:pt x="567" y="83"/>
                  <a:pt x="567" y="83"/>
                  <a:pt x="567" y="83"/>
                </a:cubicBezTo>
                <a:cubicBezTo>
                  <a:pt x="567" y="96"/>
                  <a:pt x="567" y="96"/>
                  <a:pt x="567" y="96"/>
                </a:cubicBezTo>
                <a:cubicBezTo>
                  <a:pt x="567" y="96"/>
                  <a:pt x="567" y="96"/>
                  <a:pt x="567" y="96"/>
                </a:cubicBezTo>
                <a:cubicBezTo>
                  <a:pt x="565" y="109"/>
                  <a:pt x="565" y="109"/>
                  <a:pt x="565" y="109"/>
                </a:cubicBezTo>
                <a:cubicBezTo>
                  <a:pt x="565" y="109"/>
                  <a:pt x="565" y="109"/>
                  <a:pt x="565" y="109"/>
                </a:cubicBezTo>
                <a:cubicBezTo>
                  <a:pt x="564" y="120"/>
                  <a:pt x="564" y="120"/>
                  <a:pt x="564" y="120"/>
                </a:cubicBezTo>
                <a:cubicBezTo>
                  <a:pt x="564" y="120"/>
                  <a:pt x="564" y="120"/>
                  <a:pt x="564" y="120"/>
                </a:cubicBezTo>
                <a:cubicBezTo>
                  <a:pt x="501" y="146"/>
                  <a:pt x="501" y="146"/>
                  <a:pt x="501" y="146"/>
                </a:cubicBezTo>
                <a:cubicBezTo>
                  <a:pt x="501" y="146"/>
                  <a:pt x="501" y="146"/>
                  <a:pt x="501" y="146"/>
                </a:cubicBezTo>
                <a:cubicBezTo>
                  <a:pt x="466" y="159"/>
                  <a:pt x="466" y="159"/>
                  <a:pt x="466" y="159"/>
                </a:cubicBezTo>
                <a:cubicBezTo>
                  <a:pt x="466" y="159"/>
                  <a:pt x="466" y="159"/>
                  <a:pt x="466" y="159"/>
                </a:cubicBezTo>
                <a:cubicBezTo>
                  <a:pt x="467" y="163"/>
                  <a:pt x="467" y="163"/>
                  <a:pt x="467" y="163"/>
                </a:cubicBezTo>
                <a:cubicBezTo>
                  <a:pt x="467" y="163"/>
                  <a:pt x="467" y="163"/>
                  <a:pt x="467" y="163"/>
                </a:cubicBezTo>
                <a:cubicBezTo>
                  <a:pt x="471" y="165"/>
                  <a:pt x="471" y="165"/>
                  <a:pt x="471" y="165"/>
                </a:cubicBezTo>
                <a:cubicBezTo>
                  <a:pt x="471" y="165"/>
                  <a:pt x="471" y="165"/>
                  <a:pt x="471" y="165"/>
                </a:cubicBezTo>
                <a:cubicBezTo>
                  <a:pt x="474" y="167"/>
                  <a:pt x="474" y="167"/>
                  <a:pt x="474" y="167"/>
                </a:cubicBezTo>
                <a:cubicBezTo>
                  <a:pt x="474" y="167"/>
                  <a:pt x="474" y="167"/>
                  <a:pt x="474" y="167"/>
                </a:cubicBezTo>
                <a:cubicBezTo>
                  <a:pt x="478" y="168"/>
                  <a:pt x="478" y="168"/>
                  <a:pt x="478" y="168"/>
                </a:cubicBezTo>
                <a:cubicBezTo>
                  <a:pt x="478" y="168"/>
                  <a:pt x="478" y="168"/>
                  <a:pt x="478" y="168"/>
                </a:cubicBezTo>
                <a:cubicBezTo>
                  <a:pt x="481" y="169"/>
                  <a:pt x="481" y="169"/>
                  <a:pt x="481" y="169"/>
                </a:cubicBezTo>
                <a:cubicBezTo>
                  <a:pt x="481" y="169"/>
                  <a:pt x="481" y="169"/>
                  <a:pt x="481" y="169"/>
                </a:cubicBezTo>
                <a:cubicBezTo>
                  <a:pt x="485" y="169"/>
                  <a:pt x="485" y="169"/>
                  <a:pt x="485" y="169"/>
                </a:cubicBezTo>
                <a:cubicBezTo>
                  <a:pt x="485" y="169"/>
                  <a:pt x="485" y="169"/>
                  <a:pt x="485" y="169"/>
                </a:cubicBezTo>
                <a:cubicBezTo>
                  <a:pt x="489" y="170"/>
                  <a:pt x="489" y="170"/>
                  <a:pt x="489" y="170"/>
                </a:cubicBezTo>
                <a:cubicBezTo>
                  <a:pt x="489" y="170"/>
                  <a:pt x="489" y="170"/>
                  <a:pt x="489" y="170"/>
                </a:cubicBezTo>
                <a:cubicBezTo>
                  <a:pt x="493" y="170"/>
                  <a:pt x="493" y="170"/>
                  <a:pt x="493" y="170"/>
                </a:cubicBezTo>
                <a:cubicBezTo>
                  <a:pt x="493" y="170"/>
                  <a:pt x="493" y="170"/>
                  <a:pt x="493" y="170"/>
                </a:cubicBezTo>
                <a:cubicBezTo>
                  <a:pt x="499" y="171"/>
                  <a:pt x="499" y="171"/>
                  <a:pt x="499" y="171"/>
                </a:cubicBezTo>
                <a:cubicBezTo>
                  <a:pt x="499" y="171"/>
                  <a:pt x="499" y="171"/>
                  <a:pt x="499" y="171"/>
                </a:cubicBezTo>
                <a:cubicBezTo>
                  <a:pt x="506" y="170"/>
                  <a:pt x="506" y="170"/>
                  <a:pt x="506" y="170"/>
                </a:cubicBezTo>
                <a:cubicBezTo>
                  <a:pt x="506" y="170"/>
                  <a:pt x="506" y="170"/>
                  <a:pt x="506" y="170"/>
                </a:cubicBezTo>
                <a:cubicBezTo>
                  <a:pt x="513" y="168"/>
                  <a:pt x="513" y="168"/>
                  <a:pt x="513" y="168"/>
                </a:cubicBezTo>
                <a:cubicBezTo>
                  <a:pt x="513" y="168"/>
                  <a:pt x="513" y="168"/>
                  <a:pt x="513" y="168"/>
                </a:cubicBezTo>
                <a:cubicBezTo>
                  <a:pt x="519" y="164"/>
                  <a:pt x="519" y="164"/>
                  <a:pt x="519" y="164"/>
                </a:cubicBezTo>
                <a:cubicBezTo>
                  <a:pt x="519" y="164"/>
                  <a:pt x="519" y="164"/>
                  <a:pt x="519" y="164"/>
                </a:cubicBezTo>
                <a:cubicBezTo>
                  <a:pt x="523" y="161"/>
                  <a:pt x="523" y="161"/>
                  <a:pt x="523" y="161"/>
                </a:cubicBezTo>
                <a:cubicBezTo>
                  <a:pt x="523" y="161"/>
                  <a:pt x="523" y="161"/>
                  <a:pt x="523" y="161"/>
                </a:cubicBezTo>
                <a:cubicBezTo>
                  <a:pt x="528" y="157"/>
                  <a:pt x="528" y="157"/>
                  <a:pt x="528" y="157"/>
                </a:cubicBezTo>
                <a:cubicBezTo>
                  <a:pt x="528" y="157"/>
                  <a:pt x="528" y="157"/>
                  <a:pt x="528" y="157"/>
                </a:cubicBezTo>
                <a:cubicBezTo>
                  <a:pt x="534" y="154"/>
                  <a:pt x="534" y="154"/>
                  <a:pt x="534" y="154"/>
                </a:cubicBezTo>
                <a:cubicBezTo>
                  <a:pt x="534" y="154"/>
                  <a:pt x="534" y="154"/>
                  <a:pt x="534" y="154"/>
                </a:cubicBezTo>
                <a:cubicBezTo>
                  <a:pt x="539" y="149"/>
                  <a:pt x="539" y="149"/>
                  <a:pt x="539" y="149"/>
                </a:cubicBezTo>
                <a:cubicBezTo>
                  <a:pt x="539" y="149"/>
                  <a:pt x="539" y="149"/>
                  <a:pt x="539" y="149"/>
                </a:cubicBezTo>
                <a:cubicBezTo>
                  <a:pt x="563" y="131"/>
                  <a:pt x="563" y="131"/>
                  <a:pt x="563" y="131"/>
                </a:cubicBezTo>
                <a:cubicBezTo>
                  <a:pt x="563" y="131"/>
                  <a:pt x="563" y="131"/>
                  <a:pt x="563" y="131"/>
                </a:cubicBezTo>
                <a:cubicBezTo>
                  <a:pt x="566" y="133"/>
                  <a:pt x="566" y="133"/>
                  <a:pt x="566" y="133"/>
                </a:cubicBezTo>
                <a:cubicBezTo>
                  <a:pt x="566" y="133"/>
                  <a:pt x="566" y="133"/>
                  <a:pt x="566" y="133"/>
                </a:cubicBezTo>
                <a:cubicBezTo>
                  <a:pt x="566" y="136"/>
                  <a:pt x="566" y="136"/>
                  <a:pt x="566" y="136"/>
                </a:cubicBezTo>
                <a:cubicBezTo>
                  <a:pt x="566" y="136"/>
                  <a:pt x="566" y="136"/>
                  <a:pt x="566" y="136"/>
                </a:cubicBezTo>
                <a:cubicBezTo>
                  <a:pt x="566" y="139"/>
                  <a:pt x="566" y="139"/>
                  <a:pt x="566" y="139"/>
                </a:cubicBezTo>
                <a:cubicBezTo>
                  <a:pt x="566" y="139"/>
                  <a:pt x="566" y="139"/>
                  <a:pt x="566" y="139"/>
                </a:cubicBezTo>
                <a:cubicBezTo>
                  <a:pt x="566" y="142"/>
                  <a:pt x="566" y="142"/>
                  <a:pt x="566" y="142"/>
                </a:cubicBezTo>
                <a:cubicBezTo>
                  <a:pt x="566" y="142"/>
                  <a:pt x="566" y="142"/>
                  <a:pt x="566" y="142"/>
                </a:cubicBezTo>
                <a:cubicBezTo>
                  <a:pt x="566" y="143"/>
                  <a:pt x="566" y="143"/>
                  <a:pt x="566" y="143"/>
                </a:cubicBezTo>
                <a:cubicBezTo>
                  <a:pt x="566" y="143"/>
                  <a:pt x="566" y="143"/>
                  <a:pt x="566" y="143"/>
                </a:cubicBezTo>
                <a:cubicBezTo>
                  <a:pt x="565" y="146"/>
                  <a:pt x="565" y="146"/>
                  <a:pt x="565" y="146"/>
                </a:cubicBezTo>
                <a:cubicBezTo>
                  <a:pt x="565" y="146"/>
                  <a:pt x="565" y="146"/>
                  <a:pt x="565" y="146"/>
                </a:cubicBezTo>
                <a:cubicBezTo>
                  <a:pt x="564" y="148"/>
                  <a:pt x="564" y="148"/>
                  <a:pt x="564" y="148"/>
                </a:cubicBezTo>
                <a:cubicBezTo>
                  <a:pt x="564" y="148"/>
                  <a:pt x="564" y="148"/>
                  <a:pt x="564" y="148"/>
                </a:cubicBezTo>
                <a:cubicBezTo>
                  <a:pt x="564" y="150"/>
                  <a:pt x="564" y="150"/>
                  <a:pt x="564" y="150"/>
                </a:cubicBezTo>
                <a:cubicBezTo>
                  <a:pt x="564" y="150"/>
                  <a:pt x="564" y="150"/>
                  <a:pt x="564" y="150"/>
                </a:cubicBezTo>
                <a:cubicBezTo>
                  <a:pt x="564" y="152"/>
                  <a:pt x="564" y="152"/>
                  <a:pt x="564" y="152"/>
                </a:cubicBezTo>
                <a:cubicBezTo>
                  <a:pt x="564" y="152"/>
                  <a:pt x="564" y="152"/>
                  <a:pt x="564" y="152"/>
                </a:cubicBezTo>
                <a:cubicBezTo>
                  <a:pt x="538" y="171"/>
                  <a:pt x="538" y="171"/>
                  <a:pt x="538" y="171"/>
                </a:cubicBezTo>
                <a:cubicBezTo>
                  <a:pt x="538" y="171"/>
                  <a:pt x="538" y="171"/>
                  <a:pt x="538" y="171"/>
                </a:cubicBezTo>
                <a:cubicBezTo>
                  <a:pt x="562" y="163"/>
                  <a:pt x="562" y="163"/>
                  <a:pt x="562" y="163"/>
                </a:cubicBezTo>
                <a:cubicBezTo>
                  <a:pt x="562" y="163"/>
                  <a:pt x="562" y="163"/>
                  <a:pt x="562" y="163"/>
                </a:cubicBezTo>
                <a:cubicBezTo>
                  <a:pt x="565" y="166"/>
                  <a:pt x="565" y="166"/>
                  <a:pt x="565" y="166"/>
                </a:cubicBezTo>
                <a:cubicBezTo>
                  <a:pt x="565" y="166"/>
                  <a:pt x="565" y="166"/>
                  <a:pt x="565" y="166"/>
                </a:cubicBezTo>
                <a:cubicBezTo>
                  <a:pt x="564" y="169"/>
                  <a:pt x="564" y="169"/>
                  <a:pt x="564" y="169"/>
                </a:cubicBezTo>
                <a:cubicBezTo>
                  <a:pt x="564" y="169"/>
                  <a:pt x="564" y="169"/>
                  <a:pt x="564" y="169"/>
                </a:cubicBezTo>
                <a:cubicBezTo>
                  <a:pt x="564" y="171"/>
                  <a:pt x="564" y="171"/>
                  <a:pt x="564" y="171"/>
                </a:cubicBezTo>
                <a:cubicBezTo>
                  <a:pt x="564" y="171"/>
                  <a:pt x="564" y="171"/>
                  <a:pt x="564" y="171"/>
                </a:cubicBezTo>
                <a:cubicBezTo>
                  <a:pt x="563" y="174"/>
                  <a:pt x="563" y="174"/>
                  <a:pt x="563" y="174"/>
                </a:cubicBezTo>
                <a:cubicBezTo>
                  <a:pt x="563" y="174"/>
                  <a:pt x="563" y="174"/>
                  <a:pt x="563" y="174"/>
                </a:cubicBezTo>
                <a:cubicBezTo>
                  <a:pt x="563" y="176"/>
                  <a:pt x="563" y="176"/>
                  <a:pt x="563" y="176"/>
                </a:cubicBezTo>
                <a:cubicBezTo>
                  <a:pt x="563" y="176"/>
                  <a:pt x="563" y="176"/>
                  <a:pt x="563" y="176"/>
                </a:cubicBezTo>
                <a:cubicBezTo>
                  <a:pt x="561" y="179"/>
                  <a:pt x="561" y="179"/>
                  <a:pt x="561" y="179"/>
                </a:cubicBezTo>
                <a:cubicBezTo>
                  <a:pt x="561" y="179"/>
                  <a:pt x="561" y="179"/>
                  <a:pt x="561" y="179"/>
                </a:cubicBezTo>
                <a:cubicBezTo>
                  <a:pt x="560" y="180"/>
                  <a:pt x="560" y="180"/>
                  <a:pt x="560" y="180"/>
                </a:cubicBezTo>
                <a:cubicBezTo>
                  <a:pt x="560" y="180"/>
                  <a:pt x="560" y="180"/>
                  <a:pt x="560" y="180"/>
                </a:cubicBezTo>
                <a:cubicBezTo>
                  <a:pt x="558" y="182"/>
                  <a:pt x="558" y="182"/>
                  <a:pt x="558" y="182"/>
                </a:cubicBezTo>
                <a:cubicBezTo>
                  <a:pt x="558" y="182"/>
                  <a:pt x="558" y="182"/>
                  <a:pt x="558" y="182"/>
                </a:cubicBezTo>
                <a:cubicBezTo>
                  <a:pt x="556" y="182"/>
                  <a:pt x="556" y="182"/>
                  <a:pt x="556" y="182"/>
                </a:cubicBezTo>
                <a:cubicBezTo>
                  <a:pt x="556" y="182"/>
                  <a:pt x="556" y="182"/>
                  <a:pt x="556" y="182"/>
                </a:cubicBezTo>
                <a:cubicBezTo>
                  <a:pt x="539" y="198"/>
                  <a:pt x="539" y="198"/>
                  <a:pt x="539" y="198"/>
                </a:cubicBezTo>
                <a:cubicBezTo>
                  <a:pt x="539" y="198"/>
                  <a:pt x="539" y="198"/>
                  <a:pt x="539" y="198"/>
                </a:cubicBezTo>
                <a:cubicBezTo>
                  <a:pt x="535" y="201"/>
                  <a:pt x="535" y="201"/>
                  <a:pt x="535" y="201"/>
                </a:cubicBezTo>
                <a:cubicBezTo>
                  <a:pt x="535" y="201"/>
                  <a:pt x="535" y="201"/>
                  <a:pt x="535" y="201"/>
                </a:cubicBezTo>
                <a:cubicBezTo>
                  <a:pt x="532" y="205"/>
                  <a:pt x="532" y="205"/>
                  <a:pt x="532" y="205"/>
                </a:cubicBezTo>
                <a:cubicBezTo>
                  <a:pt x="532" y="205"/>
                  <a:pt x="532" y="205"/>
                  <a:pt x="532" y="205"/>
                </a:cubicBezTo>
                <a:cubicBezTo>
                  <a:pt x="527" y="209"/>
                  <a:pt x="527" y="209"/>
                  <a:pt x="527" y="209"/>
                </a:cubicBezTo>
                <a:cubicBezTo>
                  <a:pt x="527" y="209"/>
                  <a:pt x="527" y="209"/>
                  <a:pt x="527" y="209"/>
                </a:cubicBezTo>
                <a:cubicBezTo>
                  <a:pt x="524" y="213"/>
                  <a:pt x="524" y="213"/>
                  <a:pt x="524" y="213"/>
                </a:cubicBezTo>
                <a:cubicBezTo>
                  <a:pt x="524" y="213"/>
                  <a:pt x="524" y="213"/>
                  <a:pt x="524" y="213"/>
                </a:cubicBezTo>
                <a:cubicBezTo>
                  <a:pt x="520" y="216"/>
                  <a:pt x="520" y="216"/>
                  <a:pt x="520" y="216"/>
                </a:cubicBezTo>
                <a:cubicBezTo>
                  <a:pt x="520" y="216"/>
                  <a:pt x="520" y="216"/>
                  <a:pt x="520" y="216"/>
                </a:cubicBezTo>
                <a:cubicBezTo>
                  <a:pt x="517" y="219"/>
                  <a:pt x="517" y="219"/>
                  <a:pt x="517" y="219"/>
                </a:cubicBezTo>
                <a:cubicBezTo>
                  <a:pt x="517" y="219"/>
                  <a:pt x="517" y="219"/>
                  <a:pt x="517" y="219"/>
                </a:cubicBezTo>
                <a:cubicBezTo>
                  <a:pt x="513" y="221"/>
                  <a:pt x="513" y="221"/>
                  <a:pt x="513" y="221"/>
                </a:cubicBezTo>
                <a:cubicBezTo>
                  <a:pt x="513" y="221"/>
                  <a:pt x="513" y="221"/>
                  <a:pt x="513" y="221"/>
                </a:cubicBezTo>
                <a:cubicBezTo>
                  <a:pt x="509" y="221"/>
                  <a:pt x="509" y="221"/>
                  <a:pt x="509" y="221"/>
                </a:cubicBezTo>
                <a:cubicBezTo>
                  <a:pt x="509" y="221"/>
                  <a:pt x="509" y="221"/>
                  <a:pt x="509" y="221"/>
                </a:cubicBezTo>
                <a:cubicBezTo>
                  <a:pt x="507" y="219"/>
                  <a:pt x="507" y="219"/>
                  <a:pt x="507" y="219"/>
                </a:cubicBezTo>
                <a:cubicBezTo>
                  <a:pt x="507" y="219"/>
                  <a:pt x="507" y="219"/>
                  <a:pt x="507" y="219"/>
                </a:cubicBezTo>
                <a:cubicBezTo>
                  <a:pt x="507" y="217"/>
                  <a:pt x="507" y="217"/>
                  <a:pt x="507" y="217"/>
                </a:cubicBezTo>
                <a:cubicBezTo>
                  <a:pt x="507" y="217"/>
                  <a:pt x="507" y="217"/>
                  <a:pt x="507" y="217"/>
                </a:cubicBezTo>
                <a:cubicBezTo>
                  <a:pt x="508" y="215"/>
                  <a:pt x="508" y="215"/>
                  <a:pt x="508" y="215"/>
                </a:cubicBezTo>
                <a:cubicBezTo>
                  <a:pt x="508" y="215"/>
                  <a:pt x="508" y="215"/>
                  <a:pt x="508" y="215"/>
                </a:cubicBezTo>
                <a:cubicBezTo>
                  <a:pt x="509" y="214"/>
                  <a:pt x="509" y="214"/>
                  <a:pt x="509" y="214"/>
                </a:cubicBezTo>
                <a:cubicBezTo>
                  <a:pt x="509" y="214"/>
                  <a:pt x="509" y="214"/>
                  <a:pt x="509" y="214"/>
                </a:cubicBezTo>
                <a:cubicBezTo>
                  <a:pt x="509" y="212"/>
                  <a:pt x="509" y="212"/>
                  <a:pt x="509" y="212"/>
                </a:cubicBezTo>
                <a:cubicBezTo>
                  <a:pt x="509" y="212"/>
                  <a:pt x="509" y="212"/>
                  <a:pt x="509" y="212"/>
                </a:cubicBezTo>
                <a:cubicBezTo>
                  <a:pt x="510" y="210"/>
                  <a:pt x="510" y="210"/>
                  <a:pt x="510" y="210"/>
                </a:cubicBezTo>
                <a:cubicBezTo>
                  <a:pt x="510" y="210"/>
                  <a:pt x="510" y="210"/>
                  <a:pt x="510" y="210"/>
                </a:cubicBezTo>
                <a:cubicBezTo>
                  <a:pt x="510" y="208"/>
                  <a:pt x="510" y="208"/>
                  <a:pt x="510" y="208"/>
                </a:cubicBezTo>
                <a:cubicBezTo>
                  <a:pt x="510" y="208"/>
                  <a:pt x="510" y="208"/>
                  <a:pt x="510" y="208"/>
                </a:cubicBezTo>
                <a:cubicBezTo>
                  <a:pt x="512" y="205"/>
                  <a:pt x="512" y="205"/>
                  <a:pt x="512" y="205"/>
                </a:cubicBezTo>
                <a:cubicBezTo>
                  <a:pt x="512" y="205"/>
                  <a:pt x="512" y="205"/>
                  <a:pt x="512" y="205"/>
                </a:cubicBezTo>
                <a:cubicBezTo>
                  <a:pt x="509" y="208"/>
                  <a:pt x="509" y="208"/>
                  <a:pt x="509" y="208"/>
                </a:cubicBezTo>
                <a:cubicBezTo>
                  <a:pt x="509" y="208"/>
                  <a:pt x="509" y="208"/>
                  <a:pt x="509" y="208"/>
                </a:cubicBezTo>
                <a:cubicBezTo>
                  <a:pt x="508" y="210"/>
                  <a:pt x="508" y="210"/>
                  <a:pt x="508" y="210"/>
                </a:cubicBezTo>
                <a:cubicBezTo>
                  <a:pt x="508" y="210"/>
                  <a:pt x="508" y="210"/>
                  <a:pt x="508" y="210"/>
                </a:cubicBezTo>
                <a:cubicBezTo>
                  <a:pt x="507" y="212"/>
                  <a:pt x="507" y="212"/>
                  <a:pt x="507" y="212"/>
                </a:cubicBezTo>
                <a:cubicBezTo>
                  <a:pt x="507" y="212"/>
                  <a:pt x="507" y="212"/>
                  <a:pt x="507" y="212"/>
                </a:cubicBezTo>
                <a:cubicBezTo>
                  <a:pt x="507" y="213"/>
                  <a:pt x="507" y="213"/>
                  <a:pt x="507" y="213"/>
                </a:cubicBezTo>
                <a:cubicBezTo>
                  <a:pt x="507" y="213"/>
                  <a:pt x="507" y="213"/>
                  <a:pt x="507" y="213"/>
                </a:cubicBezTo>
                <a:cubicBezTo>
                  <a:pt x="505" y="214"/>
                  <a:pt x="505" y="214"/>
                  <a:pt x="505" y="214"/>
                </a:cubicBezTo>
                <a:cubicBezTo>
                  <a:pt x="505" y="214"/>
                  <a:pt x="505" y="214"/>
                  <a:pt x="505" y="214"/>
                </a:cubicBezTo>
                <a:cubicBezTo>
                  <a:pt x="504" y="215"/>
                  <a:pt x="504" y="215"/>
                  <a:pt x="504" y="215"/>
                </a:cubicBezTo>
                <a:cubicBezTo>
                  <a:pt x="504" y="215"/>
                  <a:pt x="504" y="215"/>
                  <a:pt x="504" y="215"/>
                </a:cubicBezTo>
                <a:cubicBezTo>
                  <a:pt x="503" y="216"/>
                  <a:pt x="503" y="216"/>
                  <a:pt x="503" y="216"/>
                </a:cubicBezTo>
                <a:cubicBezTo>
                  <a:pt x="503" y="216"/>
                  <a:pt x="503" y="216"/>
                  <a:pt x="503" y="216"/>
                </a:cubicBezTo>
                <a:cubicBezTo>
                  <a:pt x="503" y="217"/>
                  <a:pt x="503" y="217"/>
                  <a:pt x="503" y="217"/>
                </a:cubicBezTo>
                <a:cubicBezTo>
                  <a:pt x="503" y="217"/>
                  <a:pt x="503" y="217"/>
                  <a:pt x="503" y="217"/>
                </a:cubicBezTo>
                <a:cubicBezTo>
                  <a:pt x="500" y="223"/>
                  <a:pt x="500" y="223"/>
                  <a:pt x="500" y="223"/>
                </a:cubicBezTo>
                <a:cubicBezTo>
                  <a:pt x="500" y="223"/>
                  <a:pt x="500" y="223"/>
                  <a:pt x="500" y="223"/>
                </a:cubicBezTo>
                <a:cubicBezTo>
                  <a:pt x="497" y="228"/>
                  <a:pt x="497" y="228"/>
                  <a:pt x="497" y="228"/>
                </a:cubicBezTo>
                <a:cubicBezTo>
                  <a:pt x="497" y="228"/>
                  <a:pt x="497" y="228"/>
                  <a:pt x="497" y="228"/>
                </a:cubicBezTo>
                <a:cubicBezTo>
                  <a:pt x="494" y="233"/>
                  <a:pt x="494" y="233"/>
                  <a:pt x="494" y="233"/>
                </a:cubicBezTo>
                <a:cubicBezTo>
                  <a:pt x="494" y="233"/>
                  <a:pt x="494" y="233"/>
                  <a:pt x="494" y="233"/>
                </a:cubicBezTo>
                <a:cubicBezTo>
                  <a:pt x="490" y="237"/>
                  <a:pt x="490" y="237"/>
                  <a:pt x="490" y="237"/>
                </a:cubicBezTo>
                <a:cubicBezTo>
                  <a:pt x="490" y="237"/>
                  <a:pt x="490" y="237"/>
                  <a:pt x="490" y="237"/>
                </a:cubicBezTo>
                <a:cubicBezTo>
                  <a:pt x="487" y="243"/>
                  <a:pt x="487" y="243"/>
                  <a:pt x="487" y="243"/>
                </a:cubicBezTo>
                <a:cubicBezTo>
                  <a:pt x="487" y="243"/>
                  <a:pt x="487" y="243"/>
                  <a:pt x="487" y="243"/>
                </a:cubicBezTo>
                <a:cubicBezTo>
                  <a:pt x="486" y="247"/>
                  <a:pt x="486" y="247"/>
                  <a:pt x="486" y="247"/>
                </a:cubicBezTo>
                <a:cubicBezTo>
                  <a:pt x="486" y="247"/>
                  <a:pt x="486" y="247"/>
                  <a:pt x="486" y="247"/>
                </a:cubicBezTo>
                <a:cubicBezTo>
                  <a:pt x="485" y="252"/>
                  <a:pt x="485" y="252"/>
                  <a:pt x="485" y="252"/>
                </a:cubicBezTo>
                <a:cubicBezTo>
                  <a:pt x="485" y="252"/>
                  <a:pt x="485" y="252"/>
                  <a:pt x="485" y="252"/>
                </a:cubicBezTo>
                <a:cubicBezTo>
                  <a:pt x="489" y="256"/>
                  <a:pt x="489" y="256"/>
                  <a:pt x="489" y="256"/>
                </a:cubicBezTo>
                <a:cubicBezTo>
                  <a:pt x="489" y="256"/>
                  <a:pt x="489" y="256"/>
                  <a:pt x="489" y="256"/>
                </a:cubicBezTo>
                <a:cubicBezTo>
                  <a:pt x="489" y="257"/>
                  <a:pt x="489" y="257"/>
                  <a:pt x="489" y="257"/>
                </a:cubicBezTo>
                <a:cubicBezTo>
                  <a:pt x="489" y="257"/>
                  <a:pt x="489" y="257"/>
                  <a:pt x="489" y="257"/>
                </a:cubicBezTo>
                <a:cubicBezTo>
                  <a:pt x="490" y="258"/>
                  <a:pt x="490" y="258"/>
                  <a:pt x="490" y="258"/>
                </a:cubicBezTo>
                <a:cubicBezTo>
                  <a:pt x="490" y="258"/>
                  <a:pt x="490" y="258"/>
                  <a:pt x="490" y="258"/>
                </a:cubicBezTo>
                <a:cubicBezTo>
                  <a:pt x="490" y="258"/>
                  <a:pt x="490" y="258"/>
                  <a:pt x="490" y="258"/>
                </a:cubicBezTo>
                <a:cubicBezTo>
                  <a:pt x="490" y="258"/>
                  <a:pt x="490" y="258"/>
                  <a:pt x="490" y="258"/>
                </a:cubicBezTo>
                <a:cubicBezTo>
                  <a:pt x="493" y="258"/>
                  <a:pt x="493" y="258"/>
                  <a:pt x="493" y="258"/>
                </a:cubicBezTo>
                <a:cubicBezTo>
                  <a:pt x="493" y="258"/>
                  <a:pt x="493" y="258"/>
                  <a:pt x="493" y="258"/>
                </a:cubicBezTo>
                <a:cubicBezTo>
                  <a:pt x="494" y="258"/>
                  <a:pt x="494" y="258"/>
                  <a:pt x="494" y="258"/>
                </a:cubicBezTo>
                <a:cubicBezTo>
                  <a:pt x="494" y="258"/>
                  <a:pt x="494" y="258"/>
                  <a:pt x="494" y="258"/>
                </a:cubicBezTo>
                <a:cubicBezTo>
                  <a:pt x="496" y="258"/>
                  <a:pt x="496" y="258"/>
                  <a:pt x="496" y="258"/>
                </a:cubicBezTo>
                <a:cubicBezTo>
                  <a:pt x="496" y="258"/>
                  <a:pt x="496" y="258"/>
                  <a:pt x="496" y="258"/>
                </a:cubicBezTo>
                <a:cubicBezTo>
                  <a:pt x="497" y="258"/>
                  <a:pt x="497" y="258"/>
                  <a:pt x="497" y="258"/>
                </a:cubicBezTo>
                <a:cubicBezTo>
                  <a:pt x="497" y="258"/>
                  <a:pt x="497" y="258"/>
                  <a:pt x="497" y="258"/>
                </a:cubicBezTo>
                <a:cubicBezTo>
                  <a:pt x="499" y="257"/>
                  <a:pt x="499" y="257"/>
                  <a:pt x="499" y="257"/>
                </a:cubicBezTo>
                <a:cubicBezTo>
                  <a:pt x="499" y="257"/>
                  <a:pt x="499" y="257"/>
                  <a:pt x="499" y="257"/>
                </a:cubicBezTo>
                <a:cubicBezTo>
                  <a:pt x="506" y="250"/>
                  <a:pt x="506" y="250"/>
                  <a:pt x="506" y="250"/>
                </a:cubicBezTo>
                <a:cubicBezTo>
                  <a:pt x="506" y="250"/>
                  <a:pt x="506" y="250"/>
                  <a:pt x="506" y="250"/>
                </a:cubicBezTo>
                <a:cubicBezTo>
                  <a:pt x="514" y="242"/>
                  <a:pt x="514" y="242"/>
                  <a:pt x="514" y="242"/>
                </a:cubicBezTo>
                <a:cubicBezTo>
                  <a:pt x="514" y="242"/>
                  <a:pt x="514" y="242"/>
                  <a:pt x="514" y="242"/>
                </a:cubicBezTo>
                <a:cubicBezTo>
                  <a:pt x="519" y="233"/>
                  <a:pt x="519" y="233"/>
                  <a:pt x="519" y="233"/>
                </a:cubicBezTo>
                <a:cubicBezTo>
                  <a:pt x="519" y="233"/>
                  <a:pt x="519" y="233"/>
                  <a:pt x="519" y="233"/>
                </a:cubicBezTo>
                <a:cubicBezTo>
                  <a:pt x="525" y="223"/>
                  <a:pt x="525" y="223"/>
                  <a:pt x="525" y="223"/>
                </a:cubicBezTo>
                <a:cubicBezTo>
                  <a:pt x="525" y="223"/>
                  <a:pt x="525" y="223"/>
                  <a:pt x="525" y="223"/>
                </a:cubicBezTo>
                <a:cubicBezTo>
                  <a:pt x="531" y="214"/>
                  <a:pt x="531" y="214"/>
                  <a:pt x="531" y="214"/>
                </a:cubicBezTo>
                <a:cubicBezTo>
                  <a:pt x="531" y="214"/>
                  <a:pt x="531" y="214"/>
                  <a:pt x="531" y="214"/>
                </a:cubicBezTo>
                <a:cubicBezTo>
                  <a:pt x="537" y="205"/>
                  <a:pt x="537" y="205"/>
                  <a:pt x="537" y="205"/>
                </a:cubicBezTo>
                <a:cubicBezTo>
                  <a:pt x="537" y="205"/>
                  <a:pt x="537" y="205"/>
                  <a:pt x="537" y="205"/>
                </a:cubicBezTo>
                <a:cubicBezTo>
                  <a:pt x="544" y="198"/>
                  <a:pt x="544" y="198"/>
                  <a:pt x="544" y="198"/>
                </a:cubicBezTo>
                <a:cubicBezTo>
                  <a:pt x="544" y="198"/>
                  <a:pt x="544" y="198"/>
                  <a:pt x="544" y="198"/>
                </a:cubicBezTo>
                <a:cubicBezTo>
                  <a:pt x="554" y="190"/>
                  <a:pt x="554" y="190"/>
                  <a:pt x="554" y="190"/>
                </a:cubicBezTo>
                <a:cubicBezTo>
                  <a:pt x="554" y="190"/>
                  <a:pt x="554" y="190"/>
                  <a:pt x="554" y="190"/>
                </a:cubicBezTo>
                <a:cubicBezTo>
                  <a:pt x="554" y="190"/>
                  <a:pt x="554" y="190"/>
                  <a:pt x="554" y="190"/>
                </a:cubicBezTo>
                <a:cubicBezTo>
                  <a:pt x="554" y="190"/>
                  <a:pt x="554" y="190"/>
                  <a:pt x="554" y="190"/>
                </a:cubicBezTo>
                <a:cubicBezTo>
                  <a:pt x="555" y="190"/>
                  <a:pt x="555" y="190"/>
                  <a:pt x="555" y="190"/>
                </a:cubicBezTo>
                <a:cubicBezTo>
                  <a:pt x="555" y="190"/>
                  <a:pt x="555" y="190"/>
                  <a:pt x="555" y="190"/>
                </a:cubicBezTo>
                <a:cubicBezTo>
                  <a:pt x="556" y="190"/>
                  <a:pt x="556" y="190"/>
                  <a:pt x="556" y="190"/>
                </a:cubicBezTo>
                <a:cubicBezTo>
                  <a:pt x="556" y="190"/>
                  <a:pt x="556" y="190"/>
                  <a:pt x="556" y="190"/>
                </a:cubicBezTo>
                <a:cubicBezTo>
                  <a:pt x="557" y="189"/>
                  <a:pt x="557" y="189"/>
                  <a:pt x="557" y="189"/>
                </a:cubicBezTo>
                <a:cubicBezTo>
                  <a:pt x="557" y="189"/>
                  <a:pt x="557" y="189"/>
                  <a:pt x="557" y="189"/>
                </a:cubicBezTo>
                <a:cubicBezTo>
                  <a:pt x="558" y="189"/>
                  <a:pt x="558" y="189"/>
                  <a:pt x="558" y="189"/>
                </a:cubicBezTo>
                <a:cubicBezTo>
                  <a:pt x="558" y="189"/>
                  <a:pt x="558" y="189"/>
                  <a:pt x="558" y="189"/>
                </a:cubicBezTo>
                <a:cubicBezTo>
                  <a:pt x="559" y="189"/>
                  <a:pt x="559" y="189"/>
                  <a:pt x="559" y="189"/>
                </a:cubicBezTo>
                <a:cubicBezTo>
                  <a:pt x="559" y="189"/>
                  <a:pt x="559" y="189"/>
                  <a:pt x="559" y="189"/>
                </a:cubicBezTo>
                <a:cubicBezTo>
                  <a:pt x="560" y="189"/>
                  <a:pt x="560" y="189"/>
                  <a:pt x="560" y="189"/>
                </a:cubicBezTo>
                <a:cubicBezTo>
                  <a:pt x="560" y="189"/>
                  <a:pt x="560" y="189"/>
                  <a:pt x="560" y="189"/>
                </a:cubicBezTo>
                <a:cubicBezTo>
                  <a:pt x="561" y="189"/>
                  <a:pt x="561" y="189"/>
                  <a:pt x="561" y="189"/>
                </a:cubicBezTo>
                <a:cubicBezTo>
                  <a:pt x="561" y="189"/>
                  <a:pt x="561" y="189"/>
                  <a:pt x="561" y="189"/>
                </a:cubicBezTo>
                <a:cubicBezTo>
                  <a:pt x="561" y="192"/>
                  <a:pt x="561" y="192"/>
                  <a:pt x="561" y="192"/>
                </a:cubicBezTo>
                <a:cubicBezTo>
                  <a:pt x="561" y="192"/>
                  <a:pt x="561" y="192"/>
                  <a:pt x="561" y="192"/>
                </a:cubicBezTo>
                <a:cubicBezTo>
                  <a:pt x="561" y="195"/>
                  <a:pt x="561" y="195"/>
                  <a:pt x="561" y="195"/>
                </a:cubicBezTo>
                <a:cubicBezTo>
                  <a:pt x="561" y="195"/>
                  <a:pt x="561" y="195"/>
                  <a:pt x="561" y="195"/>
                </a:cubicBezTo>
                <a:cubicBezTo>
                  <a:pt x="561" y="198"/>
                  <a:pt x="561" y="198"/>
                  <a:pt x="561" y="198"/>
                </a:cubicBezTo>
                <a:cubicBezTo>
                  <a:pt x="561" y="198"/>
                  <a:pt x="561" y="198"/>
                  <a:pt x="561" y="198"/>
                </a:cubicBezTo>
                <a:cubicBezTo>
                  <a:pt x="562" y="200"/>
                  <a:pt x="562" y="200"/>
                  <a:pt x="562" y="200"/>
                </a:cubicBezTo>
                <a:cubicBezTo>
                  <a:pt x="562" y="200"/>
                  <a:pt x="562" y="200"/>
                  <a:pt x="562" y="200"/>
                </a:cubicBezTo>
                <a:cubicBezTo>
                  <a:pt x="561" y="203"/>
                  <a:pt x="561" y="203"/>
                  <a:pt x="561" y="203"/>
                </a:cubicBezTo>
                <a:cubicBezTo>
                  <a:pt x="561" y="203"/>
                  <a:pt x="561" y="203"/>
                  <a:pt x="561" y="203"/>
                </a:cubicBezTo>
                <a:cubicBezTo>
                  <a:pt x="561" y="205"/>
                  <a:pt x="561" y="205"/>
                  <a:pt x="561" y="205"/>
                </a:cubicBezTo>
                <a:cubicBezTo>
                  <a:pt x="561" y="205"/>
                  <a:pt x="561" y="205"/>
                  <a:pt x="561" y="205"/>
                </a:cubicBezTo>
                <a:cubicBezTo>
                  <a:pt x="561" y="208"/>
                  <a:pt x="561" y="208"/>
                  <a:pt x="561" y="208"/>
                </a:cubicBezTo>
                <a:cubicBezTo>
                  <a:pt x="561" y="208"/>
                  <a:pt x="561" y="208"/>
                  <a:pt x="561" y="208"/>
                </a:cubicBezTo>
                <a:cubicBezTo>
                  <a:pt x="561" y="210"/>
                  <a:pt x="561" y="210"/>
                  <a:pt x="561" y="210"/>
                </a:cubicBezTo>
                <a:cubicBezTo>
                  <a:pt x="561" y="210"/>
                  <a:pt x="561" y="210"/>
                  <a:pt x="561" y="210"/>
                </a:cubicBezTo>
                <a:cubicBezTo>
                  <a:pt x="559" y="211"/>
                  <a:pt x="559" y="211"/>
                  <a:pt x="559" y="211"/>
                </a:cubicBezTo>
                <a:cubicBezTo>
                  <a:pt x="559" y="211"/>
                  <a:pt x="559" y="211"/>
                  <a:pt x="559" y="211"/>
                </a:cubicBezTo>
                <a:cubicBezTo>
                  <a:pt x="558" y="212"/>
                  <a:pt x="558" y="212"/>
                  <a:pt x="558" y="212"/>
                </a:cubicBezTo>
                <a:cubicBezTo>
                  <a:pt x="558" y="212"/>
                  <a:pt x="558" y="212"/>
                  <a:pt x="558" y="212"/>
                </a:cubicBezTo>
                <a:cubicBezTo>
                  <a:pt x="557" y="213"/>
                  <a:pt x="557" y="213"/>
                  <a:pt x="557" y="213"/>
                </a:cubicBezTo>
                <a:cubicBezTo>
                  <a:pt x="557" y="213"/>
                  <a:pt x="557" y="213"/>
                  <a:pt x="557" y="213"/>
                </a:cubicBezTo>
                <a:cubicBezTo>
                  <a:pt x="556" y="213"/>
                  <a:pt x="556" y="213"/>
                  <a:pt x="556" y="213"/>
                </a:cubicBezTo>
                <a:cubicBezTo>
                  <a:pt x="556" y="213"/>
                  <a:pt x="556" y="213"/>
                  <a:pt x="556" y="213"/>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3" y="215"/>
                  <a:pt x="553" y="215"/>
                  <a:pt x="553" y="215"/>
                </a:cubicBezTo>
                <a:cubicBezTo>
                  <a:pt x="553" y="215"/>
                  <a:pt x="553" y="215"/>
                  <a:pt x="553" y="215"/>
                </a:cubicBezTo>
                <a:cubicBezTo>
                  <a:pt x="553" y="217"/>
                  <a:pt x="553" y="217"/>
                  <a:pt x="553" y="217"/>
                </a:cubicBezTo>
                <a:cubicBezTo>
                  <a:pt x="553" y="217"/>
                  <a:pt x="553" y="217"/>
                  <a:pt x="553" y="217"/>
                </a:cubicBezTo>
                <a:cubicBezTo>
                  <a:pt x="553" y="219"/>
                  <a:pt x="553" y="219"/>
                  <a:pt x="553" y="219"/>
                </a:cubicBezTo>
                <a:cubicBezTo>
                  <a:pt x="553" y="219"/>
                  <a:pt x="553" y="219"/>
                  <a:pt x="553" y="219"/>
                </a:cubicBezTo>
                <a:cubicBezTo>
                  <a:pt x="553" y="220"/>
                  <a:pt x="553" y="220"/>
                  <a:pt x="553" y="220"/>
                </a:cubicBezTo>
                <a:cubicBezTo>
                  <a:pt x="553" y="220"/>
                  <a:pt x="553" y="220"/>
                  <a:pt x="553" y="220"/>
                </a:cubicBezTo>
                <a:cubicBezTo>
                  <a:pt x="553" y="222"/>
                  <a:pt x="553" y="222"/>
                  <a:pt x="553" y="222"/>
                </a:cubicBezTo>
                <a:cubicBezTo>
                  <a:pt x="553" y="222"/>
                  <a:pt x="553" y="222"/>
                  <a:pt x="553" y="222"/>
                </a:cubicBezTo>
                <a:cubicBezTo>
                  <a:pt x="554" y="223"/>
                  <a:pt x="554" y="223"/>
                  <a:pt x="554" y="223"/>
                </a:cubicBezTo>
                <a:cubicBezTo>
                  <a:pt x="554" y="223"/>
                  <a:pt x="554" y="223"/>
                  <a:pt x="554" y="223"/>
                </a:cubicBezTo>
                <a:cubicBezTo>
                  <a:pt x="555" y="225"/>
                  <a:pt x="555" y="225"/>
                  <a:pt x="555" y="225"/>
                </a:cubicBezTo>
                <a:cubicBezTo>
                  <a:pt x="555" y="225"/>
                  <a:pt x="555" y="225"/>
                  <a:pt x="555" y="225"/>
                </a:cubicBezTo>
                <a:cubicBezTo>
                  <a:pt x="556" y="225"/>
                  <a:pt x="556" y="225"/>
                  <a:pt x="556" y="225"/>
                </a:cubicBezTo>
                <a:cubicBezTo>
                  <a:pt x="556" y="225"/>
                  <a:pt x="556" y="225"/>
                  <a:pt x="556" y="225"/>
                </a:cubicBezTo>
                <a:cubicBezTo>
                  <a:pt x="562" y="227"/>
                  <a:pt x="562" y="227"/>
                  <a:pt x="562" y="227"/>
                </a:cubicBezTo>
                <a:cubicBezTo>
                  <a:pt x="562" y="227"/>
                  <a:pt x="562" y="227"/>
                  <a:pt x="562" y="227"/>
                </a:cubicBezTo>
                <a:cubicBezTo>
                  <a:pt x="558" y="268"/>
                  <a:pt x="558" y="268"/>
                  <a:pt x="558" y="268"/>
                </a:cubicBezTo>
                <a:cubicBezTo>
                  <a:pt x="558" y="268"/>
                  <a:pt x="558" y="268"/>
                  <a:pt x="558" y="268"/>
                </a:cubicBezTo>
                <a:cubicBezTo>
                  <a:pt x="555" y="269"/>
                  <a:pt x="555" y="269"/>
                  <a:pt x="555" y="269"/>
                </a:cubicBezTo>
                <a:cubicBezTo>
                  <a:pt x="555" y="269"/>
                  <a:pt x="555" y="269"/>
                  <a:pt x="555" y="269"/>
                </a:cubicBezTo>
                <a:cubicBezTo>
                  <a:pt x="551" y="270"/>
                  <a:pt x="551" y="270"/>
                  <a:pt x="551" y="270"/>
                </a:cubicBezTo>
                <a:cubicBezTo>
                  <a:pt x="551" y="270"/>
                  <a:pt x="551" y="270"/>
                  <a:pt x="551" y="270"/>
                </a:cubicBezTo>
                <a:cubicBezTo>
                  <a:pt x="548" y="272"/>
                  <a:pt x="548" y="272"/>
                  <a:pt x="548" y="272"/>
                </a:cubicBezTo>
                <a:cubicBezTo>
                  <a:pt x="548" y="272"/>
                  <a:pt x="548" y="272"/>
                  <a:pt x="548" y="272"/>
                </a:cubicBezTo>
                <a:cubicBezTo>
                  <a:pt x="546" y="272"/>
                  <a:pt x="546" y="272"/>
                  <a:pt x="546" y="272"/>
                </a:cubicBezTo>
                <a:cubicBezTo>
                  <a:pt x="546" y="272"/>
                  <a:pt x="546" y="272"/>
                  <a:pt x="546" y="272"/>
                </a:cubicBezTo>
                <a:cubicBezTo>
                  <a:pt x="543" y="274"/>
                  <a:pt x="543" y="274"/>
                  <a:pt x="543" y="274"/>
                </a:cubicBezTo>
                <a:cubicBezTo>
                  <a:pt x="543" y="274"/>
                  <a:pt x="543" y="274"/>
                  <a:pt x="543" y="274"/>
                </a:cubicBezTo>
                <a:cubicBezTo>
                  <a:pt x="541" y="275"/>
                  <a:pt x="541" y="275"/>
                  <a:pt x="541" y="275"/>
                </a:cubicBezTo>
                <a:cubicBezTo>
                  <a:pt x="541" y="275"/>
                  <a:pt x="541" y="275"/>
                  <a:pt x="541" y="275"/>
                </a:cubicBezTo>
                <a:cubicBezTo>
                  <a:pt x="539" y="276"/>
                  <a:pt x="539" y="276"/>
                  <a:pt x="539" y="276"/>
                </a:cubicBezTo>
                <a:cubicBezTo>
                  <a:pt x="539" y="276"/>
                  <a:pt x="539" y="276"/>
                  <a:pt x="539" y="276"/>
                </a:cubicBezTo>
                <a:cubicBezTo>
                  <a:pt x="538" y="277"/>
                  <a:pt x="538" y="277"/>
                  <a:pt x="538" y="277"/>
                </a:cubicBezTo>
                <a:cubicBezTo>
                  <a:pt x="538" y="277"/>
                  <a:pt x="538" y="277"/>
                  <a:pt x="538" y="277"/>
                </a:cubicBezTo>
                <a:cubicBezTo>
                  <a:pt x="538" y="279"/>
                  <a:pt x="538" y="279"/>
                  <a:pt x="538" y="279"/>
                </a:cubicBezTo>
                <a:cubicBezTo>
                  <a:pt x="538" y="279"/>
                  <a:pt x="538" y="279"/>
                  <a:pt x="538" y="279"/>
                </a:cubicBezTo>
                <a:cubicBezTo>
                  <a:pt x="539" y="280"/>
                  <a:pt x="539" y="280"/>
                  <a:pt x="539" y="280"/>
                </a:cubicBezTo>
                <a:cubicBezTo>
                  <a:pt x="539" y="280"/>
                  <a:pt x="539" y="280"/>
                  <a:pt x="539" y="280"/>
                </a:cubicBezTo>
                <a:cubicBezTo>
                  <a:pt x="539" y="281"/>
                  <a:pt x="539" y="281"/>
                  <a:pt x="539" y="281"/>
                </a:cubicBezTo>
                <a:cubicBezTo>
                  <a:pt x="539" y="281"/>
                  <a:pt x="539" y="281"/>
                  <a:pt x="539" y="281"/>
                </a:cubicBezTo>
                <a:cubicBezTo>
                  <a:pt x="540" y="282"/>
                  <a:pt x="540" y="282"/>
                  <a:pt x="540" y="282"/>
                </a:cubicBezTo>
                <a:cubicBezTo>
                  <a:pt x="540" y="282"/>
                  <a:pt x="540" y="282"/>
                  <a:pt x="540" y="282"/>
                </a:cubicBezTo>
                <a:cubicBezTo>
                  <a:pt x="540" y="282"/>
                  <a:pt x="540" y="282"/>
                  <a:pt x="540" y="282"/>
                </a:cubicBezTo>
                <a:cubicBezTo>
                  <a:pt x="540" y="282"/>
                  <a:pt x="540" y="282"/>
                  <a:pt x="540" y="282"/>
                </a:cubicBezTo>
                <a:cubicBezTo>
                  <a:pt x="541" y="283"/>
                  <a:pt x="541" y="283"/>
                  <a:pt x="541" y="283"/>
                </a:cubicBezTo>
                <a:cubicBezTo>
                  <a:pt x="541" y="283"/>
                  <a:pt x="541" y="283"/>
                  <a:pt x="541" y="283"/>
                </a:cubicBezTo>
                <a:cubicBezTo>
                  <a:pt x="541" y="284"/>
                  <a:pt x="541" y="284"/>
                  <a:pt x="541" y="284"/>
                </a:cubicBezTo>
                <a:cubicBezTo>
                  <a:pt x="541" y="284"/>
                  <a:pt x="541" y="284"/>
                  <a:pt x="541" y="284"/>
                </a:cubicBezTo>
                <a:cubicBezTo>
                  <a:pt x="542" y="284"/>
                  <a:pt x="542" y="284"/>
                  <a:pt x="542" y="284"/>
                </a:cubicBezTo>
                <a:cubicBezTo>
                  <a:pt x="542" y="284"/>
                  <a:pt x="542" y="284"/>
                  <a:pt x="542" y="284"/>
                </a:cubicBezTo>
                <a:cubicBezTo>
                  <a:pt x="543" y="285"/>
                  <a:pt x="543" y="285"/>
                  <a:pt x="543" y="285"/>
                </a:cubicBezTo>
                <a:cubicBezTo>
                  <a:pt x="543" y="285"/>
                  <a:pt x="543" y="285"/>
                  <a:pt x="543" y="285"/>
                </a:cubicBezTo>
                <a:cubicBezTo>
                  <a:pt x="545" y="286"/>
                  <a:pt x="545" y="286"/>
                  <a:pt x="545" y="286"/>
                </a:cubicBezTo>
                <a:cubicBezTo>
                  <a:pt x="545" y="286"/>
                  <a:pt x="545" y="286"/>
                  <a:pt x="545" y="286"/>
                </a:cubicBezTo>
                <a:cubicBezTo>
                  <a:pt x="547" y="287"/>
                  <a:pt x="547" y="287"/>
                  <a:pt x="547" y="287"/>
                </a:cubicBezTo>
                <a:cubicBezTo>
                  <a:pt x="547" y="287"/>
                  <a:pt x="547" y="287"/>
                  <a:pt x="547" y="287"/>
                </a:cubicBezTo>
                <a:cubicBezTo>
                  <a:pt x="549" y="287"/>
                  <a:pt x="549" y="287"/>
                  <a:pt x="549" y="287"/>
                </a:cubicBezTo>
                <a:cubicBezTo>
                  <a:pt x="549" y="287"/>
                  <a:pt x="549" y="287"/>
                  <a:pt x="549" y="287"/>
                </a:cubicBezTo>
                <a:cubicBezTo>
                  <a:pt x="550" y="288"/>
                  <a:pt x="550" y="288"/>
                  <a:pt x="550" y="288"/>
                </a:cubicBezTo>
                <a:cubicBezTo>
                  <a:pt x="550" y="288"/>
                  <a:pt x="550" y="288"/>
                  <a:pt x="550" y="288"/>
                </a:cubicBezTo>
                <a:cubicBezTo>
                  <a:pt x="553" y="288"/>
                  <a:pt x="553" y="288"/>
                  <a:pt x="553" y="288"/>
                </a:cubicBezTo>
                <a:cubicBezTo>
                  <a:pt x="553" y="288"/>
                  <a:pt x="553" y="288"/>
                  <a:pt x="553" y="288"/>
                </a:cubicBezTo>
                <a:cubicBezTo>
                  <a:pt x="554" y="289"/>
                  <a:pt x="554" y="289"/>
                  <a:pt x="554" y="289"/>
                </a:cubicBezTo>
                <a:cubicBezTo>
                  <a:pt x="554" y="289"/>
                  <a:pt x="554" y="289"/>
                  <a:pt x="554" y="289"/>
                </a:cubicBezTo>
                <a:cubicBezTo>
                  <a:pt x="556" y="289"/>
                  <a:pt x="556" y="289"/>
                  <a:pt x="556" y="289"/>
                </a:cubicBezTo>
                <a:cubicBezTo>
                  <a:pt x="556" y="289"/>
                  <a:pt x="556" y="289"/>
                  <a:pt x="556" y="289"/>
                </a:cubicBezTo>
                <a:cubicBezTo>
                  <a:pt x="554" y="375"/>
                  <a:pt x="554" y="375"/>
                  <a:pt x="554" y="375"/>
                </a:cubicBezTo>
                <a:cubicBezTo>
                  <a:pt x="554" y="375"/>
                  <a:pt x="554" y="375"/>
                  <a:pt x="554" y="375"/>
                </a:cubicBezTo>
                <a:cubicBezTo>
                  <a:pt x="550" y="378"/>
                  <a:pt x="550" y="378"/>
                  <a:pt x="550" y="378"/>
                </a:cubicBezTo>
                <a:cubicBezTo>
                  <a:pt x="550" y="378"/>
                  <a:pt x="550" y="378"/>
                  <a:pt x="550" y="378"/>
                </a:cubicBezTo>
                <a:cubicBezTo>
                  <a:pt x="545" y="379"/>
                  <a:pt x="545" y="379"/>
                  <a:pt x="545" y="379"/>
                </a:cubicBezTo>
                <a:cubicBezTo>
                  <a:pt x="545" y="379"/>
                  <a:pt x="545" y="379"/>
                  <a:pt x="545" y="379"/>
                </a:cubicBezTo>
                <a:cubicBezTo>
                  <a:pt x="541" y="379"/>
                  <a:pt x="541" y="379"/>
                  <a:pt x="541" y="379"/>
                </a:cubicBezTo>
                <a:cubicBezTo>
                  <a:pt x="541" y="379"/>
                  <a:pt x="541" y="379"/>
                  <a:pt x="541" y="379"/>
                </a:cubicBezTo>
                <a:cubicBezTo>
                  <a:pt x="536" y="379"/>
                  <a:pt x="536" y="379"/>
                  <a:pt x="536" y="379"/>
                </a:cubicBezTo>
                <a:cubicBezTo>
                  <a:pt x="536" y="379"/>
                  <a:pt x="536" y="379"/>
                  <a:pt x="536" y="379"/>
                </a:cubicBezTo>
                <a:cubicBezTo>
                  <a:pt x="532" y="378"/>
                  <a:pt x="532" y="378"/>
                  <a:pt x="532" y="378"/>
                </a:cubicBezTo>
                <a:cubicBezTo>
                  <a:pt x="532" y="378"/>
                  <a:pt x="532" y="378"/>
                  <a:pt x="532" y="378"/>
                </a:cubicBezTo>
                <a:cubicBezTo>
                  <a:pt x="526" y="378"/>
                  <a:pt x="526" y="378"/>
                  <a:pt x="526" y="378"/>
                </a:cubicBezTo>
                <a:cubicBezTo>
                  <a:pt x="526" y="378"/>
                  <a:pt x="526" y="378"/>
                  <a:pt x="526" y="378"/>
                </a:cubicBezTo>
                <a:cubicBezTo>
                  <a:pt x="523" y="378"/>
                  <a:pt x="523" y="378"/>
                  <a:pt x="523" y="378"/>
                </a:cubicBezTo>
                <a:cubicBezTo>
                  <a:pt x="523" y="378"/>
                  <a:pt x="523" y="378"/>
                  <a:pt x="523" y="378"/>
                </a:cubicBezTo>
                <a:cubicBezTo>
                  <a:pt x="518" y="378"/>
                  <a:pt x="518" y="378"/>
                  <a:pt x="518" y="378"/>
                </a:cubicBezTo>
                <a:cubicBezTo>
                  <a:pt x="518" y="378"/>
                  <a:pt x="518" y="378"/>
                  <a:pt x="518" y="378"/>
                </a:cubicBezTo>
                <a:cubicBezTo>
                  <a:pt x="515" y="378"/>
                  <a:pt x="515" y="378"/>
                  <a:pt x="515" y="378"/>
                </a:cubicBezTo>
                <a:cubicBezTo>
                  <a:pt x="515" y="378"/>
                  <a:pt x="515" y="378"/>
                  <a:pt x="515" y="378"/>
                </a:cubicBezTo>
                <a:cubicBezTo>
                  <a:pt x="514" y="381"/>
                  <a:pt x="514" y="381"/>
                  <a:pt x="514" y="381"/>
                </a:cubicBezTo>
                <a:cubicBezTo>
                  <a:pt x="514" y="381"/>
                  <a:pt x="514" y="381"/>
                  <a:pt x="514" y="381"/>
                </a:cubicBezTo>
                <a:cubicBezTo>
                  <a:pt x="522" y="383"/>
                  <a:pt x="522" y="383"/>
                  <a:pt x="522" y="383"/>
                </a:cubicBezTo>
                <a:cubicBezTo>
                  <a:pt x="522" y="383"/>
                  <a:pt x="522" y="383"/>
                  <a:pt x="522" y="383"/>
                </a:cubicBezTo>
                <a:cubicBezTo>
                  <a:pt x="531" y="386"/>
                  <a:pt x="531" y="386"/>
                  <a:pt x="531" y="386"/>
                </a:cubicBezTo>
                <a:cubicBezTo>
                  <a:pt x="531" y="386"/>
                  <a:pt x="531" y="386"/>
                  <a:pt x="531" y="386"/>
                </a:cubicBezTo>
                <a:cubicBezTo>
                  <a:pt x="538" y="390"/>
                  <a:pt x="538" y="390"/>
                  <a:pt x="538" y="390"/>
                </a:cubicBezTo>
                <a:cubicBezTo>
                  <a:pt x="538" y="390"/>
                  <a:pt x="538" y="390"/>
                  <a:pt x="538" y="390"/>
                </a:cubicBezTo>
                <a:cubicBezTo>
                  <a:pt x="546" y="393"/>
                  <a:pt x="546" y="393"/>
                  <a:pt x="546" y="393"/>
                </a:cubicBezTo>
                <a:cubicBezTo>
                  <a:pt x="546" y="393"/>
                  <a:pt x="546" y="393"/>
                  <a:pt x="546" y="393"/>
                </a:cubicBezTo>
                <a:cubicBezTo>
                  <a:pt x="553" y="397"/>
                  <a:pt x="553" y="397"/>
                  <a:pt x="553" y="397"/>
                </a:cubicBezTo>
                <a:cubicBezTo>
                  <a:pt x="553" y="397"/>
                  <a:pt x="553" y="397"/>
                  <a:pt x="553" y="397"/>
                </a:cubicBezTo>
                <a:cubicBezTo>
                  <a:pt x="559" y="402"/>
                  <a:pt x="559" y="402"/>
                  <a:pt x="559" y="402"/>
                </a:cubicBezTo>
                <a:cubicBezTo>
                  <a:pt x="559" y="402"/>
                  <a:pt x="559" y="402"/>
                  <a:pt x="559" y="402"/>
                </a:cubicBezTo>
                <a:cubicBezTo>
                  <a:pt x="565" y="408"/>
                  <a:pt x="565" y="408"/>
                  <a:pt x="565" y="408"/>
                </a:cubicBezTo>
                <a:cubicBezTo>
                  <a:pt x="565" y="408"/>
                  <a:pt x="565" y="408"/>
                  <a:pt x="565" y="408"/>
                </a:cubicBezTo>
                <a:cubicBezTo>
                  <a:pt x="571" y="412"/>
                  <a:pt x="571" y="412"/>
                  <a:pt x="571" y="412"/>
                </a:cubicBezTo>
                <a:lnTo>
                  <a:pt x="573" y="412"/>
                </a:lnTo>
                <a:close/>
                <a:moveTo>
                  <a:pt x="1446" y="406"/>
                </a:moveTo>
                <a:cubicBezTo>
                  <a:pt x="1469" y="399"/>
                  <a:pt x="1469" y="399"/>
                  <a:pt x="1469" y="399"/>
                </a:cubicBezTo>
                <a:cubicBezTo>
                  <a:pt x="1469" y="399"/>
                  <a:pt x="1469" y="399"/>
                  <a:pt x="1469" y="399"/>
                </a:cubicBezTo>
                <a:cubicBezTo>
                  <a:pt x="1469" y="398"/>
                  <a:pt x="1469" y="398"/>
                  <a:pt x="1469" y="398"/>
                </a:cubicBezTo>
                <a:cubicBezTo>
                  <a:pt x="1469" y="398"/>
                  <a:pt x="1469" y="398"/>
                  <a:pt x="1469" y="398"/>
                </a:cubicBezTo>
                <a:cubicBezTo>
                  <a:pt x="1472" y="397"/>
                  <a:pt x="1472" y="397"/>
                  <a:pt x="1472" y="397"/>
                </a:cubicBezTo>
                <a:cubicBezTo>
                  <a:pt x="1472" y="397"/>
                  <a:pt x="1472" y="397"/>
                  <a:pt x="1472" y="397"/>
                </a:cubicBezTo>
                <a:cubicBezTo>
                  <a:pt x="1473" y="396"/>
                  <a:pt x="1473" y="396"/>
                  <a:pt x="1473" y="396"/>
                </a:cubicBezTo>
                <a:cubicBezTo>
                  <a:pt x="1473" y="396"/>
                  <a:pt x="1473" y="396"/>
                  <a:pt x="1473" y="396"/>
                </a:cubicBezTo>
                <a:cubicBezTo>
                  <a:pt x="1476" y="396"/>
                  <a:pt x="1476" y="396"/>
                  <a:pt x="1476" y="396"/>
                </a:cubicBezTo>
                <a:cubicBezTo>
                  <a:pt x="1476" y="396"/>
                  <a:pt x="1476" y="396"/>
                  <a:pt x="1476" y="396"/>
                </a:cubicBezTo>
                <a:cubicBezTo>
                  <a:pt x="1477" y="396"/>
                  <a:pt x="1477" y="396"/>
                  <a:pt x="1477" y="396"/>
                </a:cubicBezTo>
                <a:cubicBezTo>
                  <a:pt x="1477" y="396"/>
                  <a:pt x="1477" y="396"/>
                  <a:pt x="1477" y="396"/>
                </a:cubicBezTo>
                <a:cubicBezTo>
                  <a:pt x="1479" y="396"/>
                  <a:pt x="1479" y="396"/>
                  <a:pt x="1479" y="396"/>
                </a:cubicBezTo>
                <a:cubicBezTo>
                  <a:pt x="1479" y="396"/>
                  <a:pt x="1479" y="396"/>
                  <a:pt x="1479" y="396"/>
                </a:cubicBezTo>
                <a:cubicBezTo>
                  <a:pt x="1480" y="395"/>
                  <a:pt x="1480" y="395"/>
                  <a:pt x="1480" y="395"/>
                </a:cubicBezTo>
                <a:cubicBezTo>
                  <a:pt x="1480" y="395"/>
                  <a:pt x="1480" y="395"/>
                  <a:pt x="1480" y="395"/>
                </a:cubicBezTo>
                <a:cubicBezTo>
                  <a:pt x="1482" y="393"/>
                  <a:pt x="1482" y="393"/>
                  <a:pt x="1482" y="393"/>
                </a:cubicBezTo>
                <a:cubicBezTo>
                  <a:pt x="1482" y="393"/>
                  <a:pt x="1482" y="393"/>
                  <a:pt x="1482" y="393"/>
                </a:cubicBezTo>
                <a:cubicBezTo>
                  <a:pt x="1509" y="378"/>
                  <a:pt x="1509" y="378"/>
                  <a:pt x="1509" y="378"/>
                </a:cubicBezTo>
                <a:cubicBezTo>
                  <a:pt x="1509" y="378"/>
                  <a:pt x="1509" y="378"/>
                  <a:pt x="1509" y="378"/>
                </a:cubicBezTo>
                <a:cubicBezTo>
                  <a:pt x="1517" y="377"/>
                  <a:pt x="1517" y="377"/>
                  <a:pt x="1517" y="377"/>
                </a:cubicBezTo>
                <a:cubicBezTo>
                  <a:pt x="1517" y="377"/>
                  <a:pt x="1517" y="377"/>
                  <a:pt x="1517" y="377"/>
                </a:cubicBezTo>
                <a:cubicBezTo>
                  <a:pt x="1523" y="374"/>
                  <a:pt x="1523" y="374"/>
                  <a:pt x="1523" y="374"/>
                </a:cubicBezTo>
                <a:cubicBezTo>
                  <a:pt x="1523" y="374"/>
                  <a:pt x="1523" y="374"/>
                  <a:pt x="1523" y="374"/>
                </a:cubicBezTo>
                <a:cubicBezTo>
                  <a:pt x="1528" y="370"/>
                  <a:pt x="1528" y="370"/>
                  <a:pt x="1528" y="370"/>
                </a:cubicBezTo>
                <a:cubicBezTo>
                  <a:pt x="1528" y="370"/>
                  <a:pt x="1528" y="370"/>
                  <a:pt x="1528" y="370"/>
                </a:cubicBezTo>
                <a:cubicBezTo>
                  <a:pt x="1533" y="366"/>
                  <a:pt x="1533" y="366"/>
                  <a:pt x="1533" y="366"/>
                </a:cubicBezTo>
                <a:cubicBezTo>
                  <a:pt x="1533" y="366"/>
                  <a:pt x="1533" y="366"/>
                  <a:pt x="1533" y="366"/>
                </a:cubicBezTo>
                <a:cubicBezTo>
                  <a:pt x="1538" y="362"/>
                  <a:pt x="1538" y="362"/>
                  <a:pt x="1538" y="362"/>
                </a:cubicBezTo>
                <a:cubicBezTo>
                  <a:pt x="1538" y="362"/>
                  <a:pt x="1538" y="362"/>
                  <a:pt x="1538" y="362"/>
                </a:cubicBezTo>
                <a:cubicBezTo>
                  <a:pt x="1542" y="357"/>
                  <a:pt x="1542" y="357"/>
                  <a:pt x="1542" y="357"/>
                </a:cubicBezTo>
                <a:cubicBezTo>
                  <a:pt x="1542" y="357"/>
                  <a:pt x="1542" y="357"/>
                  <a:pt x="1542" y="357"/>
                </a:cubicBezTo>
                <a:cubicBezTo>
                  <a:pt x="1545" y="353"/>
                  <a:pt x="1545" y="353"/>
                  <a:pt x="1545" y="353"/>
                </a:cubicBezTo>
                <a:cubicBezTo>
                  <a:pt x="1545" y="353"/>
                  <a:pt x="1545" y="353"/>
                  <a:pt x="1545" y="353"/>
                </a:cubicBezTo>
                <a:cubicBezTo>
                  <a:pt x="1550" y="348"/>
                  <a:pt x="1550" y="348"/>
                  <a:pt x="1550" y="348"/>
                </a:cubicBezTo>
                <a:cubicBezTo>
                  <a:pt x="1550" y="348"/>
                  <a:pt x="1550" y="348"/>
                  <a:pt x="1550" y="348"/>
                </a:cubicBezTo>
                <a:cubicBezTo>
                  <a:pt x="1568" y="312"/>
                  <a:pt x="1568" y="312"/>
                  <a:pt x="1568" y="312"/>
                </a:cubicBezTo>
                <a:cubicBezTo>
                  <a:pt x="1568" y="312"/>
                  <a:pt x="1568" y="312"/>
                  <a:pt x="1568" y="312"/>
                </a:cubicBezTo>
                <a:cubicBezTo>
                  <a:pt x="1583" y="269"/>
                  <a:pt x="1583" y="269"/>
                  <a:pt x="1583" y="269"/>
                </a:cubicBezTo>
                <a:cubicBezTo>
                  <a:pt x="1583" y="269"/>
                  <a:pt x="1583" y="269"/>
                  <a:pt x="1583" y="269"/>
                </a:cubicBezTo>
                <a:cubicBezTo>
                  <a:pt x="1584" y="269"/>
                  <a:pt x="1584" y="269"/>
                  <a:pt x="1584" y="269"/>
                </a:cubicBezTo>
                <a:cubicBezTo>
                  <a:pt x="1584" y="269"/>
                  <a:pt x="1584" y="269"/>
                  <a:pt x="1584" y="269"/>
                </a:cubicBezTo>
                <a:cubicBezTo>
                  <a:pt x="1586" y="267"/>
                  <a:pt x="1586" y="267"/>
                  <a:pt x="1586" y="267"/>
                </a:cubicBezTo>
                <a:cubicBezTo>
                  <a:pt x="1586" y="267"/>
                  <a:pt x="1586" y="267"/>
                  <a:pt x="1586" y="267"/>
                </a:cubicBezTo>
                <a:cubicBezTo>
                  <a:pt x="1588" y="266"/>
                  <a:pt x="1588" y="266"/>
                  <a:pt x="1588" y="266"/>
                </a:cubicBezTo>
                <a:cubicBezTo>
                  <a:pt x="1588" y="266"/>
                  <a:pt x="1588" y="266"/>
                  <a:pt x="1588" y="266"/>
                </a:cubicBezTo>
                <a:cubicBezTo>
                  <a:pt x="1591" y="264"/>
                  <a:pt x="1591" y="264"/>
                  <a:pt x="1591" y="264"/>
                </a:cubicBezTo>
                <a:cubicBezTo>
                  <a:pt x="1591" y="264"/>
                  <a:pt x="1591" y="264"/>
                  <a:pt x="1591" y="264"/>
                </a:cubicBezTo>
                <a:cubicBezTo>
                  <a:pt x="1593" y="263"/>
                  <a:pt x="1593" y="263"/>
                  <a:pt x="1593" y="263"/>
                </a:cubicBezTo>
                <a:cubicBezTo>
                  <a:pt x="1593" y="263"/>
                  <a:pt x="1593" y="263"/>
                  <a:pt x="1593" y="263"/>
                </a:cubicBezTo>
                <a:cubicBezTo>
                  <a:pt x="1597" y="262"/>
                  <a:pt x="1597" y="262"/>
                  <a:pt x="1597" y="262"/>
                </a:cubicBezTo>
                <a:cubicBezTo>
                  <a:pt x="1597" y="262"/>
                  <a:pt x="1597" y="262"/>
                  <a:pt x="1597" y="262"/>
                </a:cubicBezTo>
                <a:cubicBezTo>
                  <a:pt x="1599" y="262"/>
                  <a:pt x="1599" y="262"/>
                  <a:pt x="1599" y="262"/>
                </a:cubicBezTo>
                <a:cubicBezTo>
                  <a:pt x="1599" y="262"/>
                  <a:pt x="1599" y="262"/>
                  <a:pt x="1599" y="262"/>
                </a:cubicBezTo>
                <a:cubicBezTo>
                  <a:pt x="1602" y="261"/>
                  <a:pt x="1602" y="261"/>
                  <a:pt x="1602" y="261"/>
                </a:cubicBezTo>
                <a:cubicBezTo>
                  <a:pt x="1602" y="261"/>
                  <a:pt x="1602" y="261"/>
                  <a:pt x="1602" y="261"/>
                </a:cubicBezTo>
                <a:cubicBezTo>
                  <a:pt x="1602" y="260"/>
                  <a:pt x="1602" y="260"/>
                  <a:pt x="1602" y="260"/>
                </a:cubicBezTo>
                <a:cubicBezTo>
                  <a:pt x="1602" y="260"/>
                  <a:pt x="1602" y="260"/>
                  <a:pt x="1602" y="260"/>
                </a:cubicBezTo>
                <a:cubicBezTo>
                  <a:pt x="1604" y="258"/>
                  <a:pt x="1604" y="258"/>
                  <a:pt x="1604" y="258"/>
                </a:cubicBezTo>
                <a:cubicBezTo>
                  <a:pt x="1604" y="258"/>
                  <a:pt x="1604" y="258"/>
                  <a:pt x="1604" y="258"/>
                </a:cubicBezTo>
                <a:cubicBezTo>
                  <a:pt x="1606" y="257"/>
                  <a:pt x="1606" y="257"/>
                  <a:pt x="1606" y="257"/>
                </a:cubicBezTo>
                <a:cubicBezTo>
                  <a:pt x="1606" y="257"/>
                  <a:pt x="1606" y="257"/>
                  <a:pt x="1606" y="257"/>
                </a:cubicBezTo>
                <a:cubicBezTo>
                  <a:pt x="1609" y="256"/>
                  <a:pt x="1609" y="256"/>
                  <a:pt x="1609" y="256"/>
                </a:cubicBezTo>
                <a:cubicBezTo>
                  <a:pt x="1609" y="256"/>
                  <a:pt x="1609" y="256"/>
                  <a:pt x="1609" y="256"/>
                </a:cubicBezTo>
                <a:cubicBezTo>
                  <a:pt x="1611" y="256"/>
                  <a:pt x="1611" y="256"/>
                  <a:pt x="1611" y="256"/>
                </a:cubicBezTo>
                <a:cubicBezTo>
                  <a:pt x="1611" y="256"/>
                  <a:pt x="1611" y="256"/>
                  <a:pt x="1611" y="256"/>
                </a:cubicBezTo>
                <a:cubicBezTo>
                  <a:pt x="1613" y="255"/>
                  <a:pt x="1613" y="255"/>
                  <a:pt x="1613" y="255"/>
                </a:cubicBezTo>
                <a:cubicBezTo>
                  <a:pt x="1613" y="255"/>
                  <a:pt x="1613" y="255"/>
                  <a:pt x="1613" y="255"/>
                </a:cubicBezTo>
                <a:cubicBezTo>
                  <a:pt x="1616" y="255"/>
                  <a:pt x="1616" y="255"/>
                  <a:pt x="1616" y="255"/>
                </a:cubicBezTo>
                <a:cubicBezTo>
                  <a:pt x="1616" y="255"/>
                  <a:pt x="1616" y="255"/>
                  <a:pt x="1616" y="255"/>
                </a:cubicBezTo>
                <a:cubicBezTo>
                  <a:pt x="1619" y="254"/>
                  <a:pt x="1619" y="254"/>
                  <a:pt x="1619" y="254"/>
                </a:cubicBezTo>
                <a:cubicBezTo>
                  <a:pt x="1619" y="254"/>
                  <a:pt x="1619" y="254"/>
                  <a:pt x="1619" y="254"/>
                </a:cubicBezTo>
                <a:cubicBezTo>
                  <a:pt x="1697" y="217"/>
                  <a:pt x="1697" y="217"/>
                  <a:pt x="1697" y="217"/>
                </a:cubicBezTo>
                <a:cubicBezTo>
                  <a:pt x="1697" y="217"/>
                  <a:pt x="1697" y="217"/>
                  <a:pt x="1697" y="217"/>
                </a:cubicBezTo>
                <a:cubicBezTo>
                  <a:pt x="1695" y="215"/>
                  <a:pt x="1695" y="215"/>
                  <a:pt x="1695" y="215"/>
                </a:cubicBezTo>
                <a:cubicBezTo>
                  <a:pt x="1695" y="215"/>
                  <a:pt x="1695" y="215"/>
                  <a:pt x="1695" y="215"/>
                </a:cubicBezTo>
                <a:cubicBezTo>
                  <a:pt x="1691" y="214"/>
                  <a:pt x="1691" y="214"/>
                  <a:pt x="1691" y="214"/>
                </a:cubicBezTo>
                <a:cubicBezTo>
                  <a:pt x="1691" y="214"/>
                  <a:pt x="1691" y="214"/>
                  <a:pt x="1691" y="214"/>
                </a:cubicBezTo>
                <a:cubicBezTo>
                  <a:pt x="1688" y="212"/>
                  <a:pt x="1688" y="212"/>
                  <a:pt x="1688" y="212"/>
                </a:cubicBezTo>
                <a:cubicBezTo>
                  <a:pt x="1688" y="212"/>
                  <a:pt x="1688" y="212"/>
                  <a:pt x="1688" y="212"/>
                </a:cubicBezTo>
                <a:cubicBezTo>
                  <a:pt x="1685" y="210"/>
                  <a:pt x="1685" y="210"/>
                  <a:pt x="1685" y="210"/>
                </a:cubicBezTo>
                <a:cubicBezTo>
                  <a:pt x="1685" y="210"/>
                  <a:pt x="1685" y="210"/>
                  <a:pt x="1685" y="210"/>
                </a:cubicBezTo>
                <a:cubicBezTo>
                  <a:pt x="1682" y="209"/>
                  <a:pt x="1682" y="209"/>
                  <a:pt x="1682" y="209"/>
                </a:cubicBezTo>
                <a:cubicBezTo>
                  <a:pt x="1682" y="209"/>
                  <a:pt x="1682" y="209"/>
                  <a:pt x="1682" y="209"/>
                </a:cubicBezTo>
                <a:cubicBezTo>
                  <a:pt x="1679" y="207"/>
                  <a:pt x="1679" y="207"/>
                  <a:pt x="1679" y="207"/>
                </a:cubicBezTo>
                <a:cubicBezTo>
                  <a:pt x="1679" y="207"/>
                  <a:pt x="1679" y="207"/>
                  <a:pt x="1679" y="207"/>
                </a:cubicBezTo>
                <a:cubicBezTo>
                  <a:pt x="1675" y="206"/>
                  <a:pt x="1675" y="206"/>
                  <a:pt x="1675" y="206"/>
                </a:cubicBezTo>
                <a:cubicBezTo>
                  <a:pt x="1675" y="206"/>
                  <a:pt x="1675" y="206"/>
                  <a:pt x="1675" y="206"/>
                </a:cubicBezTo>
                <a:cubicBezTo>
                  <a:pt x="1673" y="205"/>
                  <a:pt x="1673" y="205"/>
                  <a:pt x="1673" y="205"/>
                </a:cubicBezTo>
                <a:cubicBezTo>
                  <a:pt x="1673" y="205"/>
                  <a:pt x="1673" y="205"/>
                  <a:pt x="1673" y="205"/>
                </a:cubicBezTo>
                <a:cubicBezTo>
                  <a:pt x="1664" y="214"/>
                  <a:pt x="1664" y="214"/>
                  <a:pt x="1664" y="214"/>
                </a:cubicBezTo>
                <a:cubicBezTo>
                  <a:pt x="1664" y="214"/>
                  <a:pt x="1664" y="214"/>
                  <a:pt x="1664" y="214"/>
                </a:cubicBezTo>
                <a:cubicBezTo>
                  <a:pt x="1654" y="221"/>
                  <a:pt x="1654" y="221"/>
                  <a:pt x="1654" y="221"/>
                </a:cubicBezTo>
                <a:cubicBezTo>
                  <a:pt x="1654" y="221"/>
                  <a:pt x="1654" y="221"/>
                  <a:pt x="1654" y="221"/>
                </a:cubicBezTo>
                <a:cubicBezTo>
                  <a:pt x="1645" y="229"/>
                  <a:pt x="1645" y="229"/>
                  <a:pt x="1645" y="229"/>
                </a:cubicBezTo>
                <a:cubicBezTo>
                  <a:pt x="1645" y="229"/>
                  <a:pt x="1645" y="229"/>
                  <a:pt x="1645" y="229"/>
                </a:cubicBezTo>
                <a:cubicBezTo>
                  <a:pt x="1636" y="234"/>
                  <a:pt x="1636" y="234"/>
                  <a:pt x="1636" y="234"/>
                </a:cubicBezTo>
                <a:cubicBezTo>
                  <a:pt x="1636" y="234"/>
                  <a:pt x="1636" y="234"/>
                  <a:pt x="1636" y="234"/>
                </a:cubicBezTo>
                <a:cubicBezTo>
                  <a:pt x="1624" y="240"/>
                  <a:pt x="1624" y="240"/>
                  <a:pt x="1624" y="240"/>
                </a:cubicBezTo>
                <a:cubicBezTo>
                  <a:pt x="1624" y="240"/>
                  <a:pt x="1624" y="240"/>
                  <a:pt x="1624" y="240"/>
                </a:cubicBezTo>
                <a:cubicBezTo>
                  <a:pt x="1613" y="244"/>
                  <a:pt x="1613" y="244"/>
                  <a:pt x="1613" y="244"/>
                </a:cubicBezTo>
                <a:cubicBezTo>
                  <a:pt x="1613" y="244"/>
                  <a:pt x="1613" y="244"/>
                  <a:pt x="1613" y="244"/>
                </a:cubicBezTo>
                <a:cubicBezTo>
                  <a:pt x="1602" y="248"/>
                  <a:pt x="1602" y="248"/>
                  <a:pt x="1602" y="248"/>
                </a:cubicBezTo>
                <a:cubicBezTo>
                  <a:pt x="1602" y="248"/>
                  <a:pt x="1602" y="248"/>
                  <a:pt x="1602" y="248"/>
                </a:cubicBezTo>
                <a:cubicBezTo>
                  <a:pt x="1590" y="251"/>
                  <a:pt x="1590" y="251"/>
                  <a:pt x="1590" y="251"/>
                </a:cubicBezTo>
                <a:cubicBezTo>
                  <a:pt x="1586" y="249"/>
                  <a:pt x="1586" y="249"/>
                  <a:pt x="1586" y="249"/>
                </a:cubicBezTo>
                <a:cubicBezTo>
                  <a:pt x="1606" y="141"/>
                  <a:pt x="1606" y="141"/>
                  <a:pt x="1606" y="141"/>
                </a:cubicBezTo>
                <a:cubicBezTo>
                  <a:pt x="1606" y="141"/>
                  <a:pt x="1606" y="141"/>
                  <a:pt x="1606" y="141"/>
                </a:cubicBezTo>
                <a:cubicBezTo>
                  <a:pt x="1606" y="138"/>
                  <a:pt x="1607" y="134"/>
                  <a:pt x="1607" y="131"/>
                </a:cubicBezTo>
                <a:cubicBezTo>
                  <a:pt x="1607" y="131"/>
                  <a:pt x="1607" y="131"/>
                  <a:pt x="1607" y="131"/>
                </a:cubicBezTo>
                <a:cubicBezTo>
                  <a:pt x="1605" y="123"/>
                  <a:pt x="1605" y="122"/>
                  <a:pt x="1601" y="114"/>
                </a:cubicBezTo>
                <a:cubicBezTo>
                  <a:pt x="1601" y="114"/>
                  <a:pt x="1601" y="114"/>
                  <a:pt x="1601" y="114"/>
                </a:cubicBezTo>
                <a:cubicBezTo>
                  <a:pt x="1599" y="112"/>
                  <a:pt x="1597" y="109"/>
                  <a:pt x="1595" y="106"/>
                </a:cubicBezTo>
                <a:cubicBezTo>
                  <a:pt x="1595" y="106"/>
                  <a:pt x="1595" y="106"/>
                  <a:pt x="1595" y="106"/>
                </a:cubicBezTo>
                <a:cubicBezTo>
                  <a:pt x="1588" y="100"/>
                  <a:pt x="1588" y="100"/>
                  <a:pt x="1588" y="100"/>
                </a:cubicBezTo>
                <a:cubicBezTo>
                  <a:pt x="1588" y="100"/>
                  <a:pt x="1588" y="100"/>
                  <a:pt x="1588" y="100"/>
                </a:cubicBezTo>
                <a:cubicBezTo>
                  <a:pt x="1580" y="94"/>
                  <a:pt x="1580" y="94"/>
                  <a:pt x="1580" y="94"/>
                </a:cubicBezTo>
                <a:cubicBezTo>
                  <a:pt x="1580" y="94"/>
                  <a:pt x="1580" y="94"/>
                  <a:pt x="1580" y="94"/>
                </a:cubicBezTo>
                <a:cubicBezTo>
                  <a:pt x="1571" y="87"/>
                  <a:pt x="1571" y="87"/>
                  <a:pt x="1571" y="87"/>
                </a:cubicBezTo>
                <a:cubicBezTo>
                  <a:pt x="1571" y="87"/>
                  <a:pt x="1571" y="87"/>
                  <a:pt x="1571" y="87"/>
                </a:cubicBezTo>
                <a:cubicBezTo>
                  <a:pt x="1564" y="81"/>
                  <a:pt x="1564" y="81"/>
                  <a:pt x="1564" y="81"/>
                </a:cubicBezTo>
                <a:cubicBezTo>
                  <a:pt x="1564" y="81"/>
                  <a:pt x="1564" y="81"/>
                  <a:pt x="1564" y="81"/>
                </a:cubicBezTo>
                <a:cubicBezTo>
                  <a:pt x="1562" y="81"/>
                  <a:pt x="1562" y="81"/>
                  <a:pt x="1562" y="81"/>
                </a:cubicBezTo>
                <a:cubicBezTo>
                  <a:pt x="1562" y="81"/>
                  <a:pt x="1562" y="81"/>
                  <a:pt x="1562" y="81"/>
                </a:cubicBezTo>
                <a:cubicBezTo>
                  <a:pt x="1560" y="81"/>
                  <a:pt x="1560" y="81"/>
                  <a:pt x="1560" y="81"/>
                </a:cubicBezTo>
                <a:cubicBezTo>
                  <a:pt x="1560" y="81"/>
                  <a:pt x="1560" y="81"/>
                  <a:pt x="1560" y="81"/>
                </a:cubicBezTo>
                <a:cubicBezTo>
                  <a:pt x="1558" y="80"/>
                  <a:pt x="1558" y="80"/>
                  <a:pt x="1558" y="80"/>
                </a:cubicBezTo>
                <a:cubicBezTo>
                  <a:pt x="1558" y="80"/>
                  <a:pt x="1558" y="80"/>
                  <a:pt x="1558" y="80"/>
                </a:cubicBezTo>
                <a:cubicBezTo>
                  <a:pt x="1557" y="79"/>
                  <a:pt x="1557" y="79"/>
                  <a:pt x="1557" y="79"/>
                </a:cubicBezTo>
                <a:cubicBezTo>
                  <a:pt x="1557" y="79"/>
                  <a:pt x="1557" y="79"/>
                  <a:pt x="1557" y="79"/>
                </a:cubicBezTo>
                <a:cubicBezTo>
                  <a:pt x="1554" y="80"/>
                  <a:pt x="1554" y="80"/>
                  <a:pt x="1551" y="80"/>
                </a:cubicBezTo>
                <a:cubicBezTo>
                  <a:pt x="1551" y="80"/>
                  <a:pt x="1551" y="80"/>
                  <a:pt x="1551" y="80"/>
                </a:cubicBezTo>
                <a:cubicBezTo>
                  <a:pt x="1551" y="80"/>
                  <a:pt x="1551" y="80"/>
                  <a:pt x="1551" y="80"/>
                </a:cubicBezTo>
                <a:cubicBezTo>
                  <a:pt x="1551" y="80"/>
                  <a:pt x="1551" y="80"/>
                  <a:pt x="1551" y="80"/>
                </a:cubicBezTo>
                <a:cubicBezTo>
                  <a:pt x="1550" y="82"/>
                  <a:pt x="1550" y="82"/>
                  <a:pt x="1550" y="82"/>
                </a:cubicBezTo>
                <a:cubicBezTo>
                  <a:pt x="1550" y="82"/>
                  <a:pt x="1550" y="82"/>
                  <a:pt x="1550" y="82"/>
                </a:cubicBezTo>
                <a:cubicBezTo>
                  <a:pt x="1556" y="90"/>
                  <a:pt x="1556" y="90"/>
                  <a:pt x="1556" y="90"/>
                </a:cubicBezTo>
                <a:cubicBezTo>
                  <a:pt x="1556" y="90"/>
                  <a:pt x="1556" y="90"/>
                  <a:pt x="1556" y="90"/>
                </a:cubicBezTo>
                <a:cubicBezTo>
                  <a:pt x="1560" y="99"/>
                  <a:pt x="1560" y="99"/>
                  <a:pt x="1560" y="99"/>
                </a:cubicBezTo>
                <a:cubicBezTo>
                  <a:pt x="1560" y="99"/>
                  <a:pt x="1560" y="99"/>
                  <a:pt x="1560" y="99"/>
                </a:cubicBezTo>
                <a:cubicBezTo>
                  <a:pt x="1562" y="107"/>
                  <a:pt x="1562" y="107"/>
                  <a:pt x="1562" y="107"/>
                </a:cubicBezTo>
                <a:cubicBezTo>
                  <a:pt x="1562" y="107"/>
                  <a:pt x="1562" y="107"/>
                  <a:pt x="1562" y="107"/>
                </a:cubicBezTo>
                <a:cubicBezTo>
                  <a:pt x="1565" y="114"/>
                  <a:pt x="1565" y="114"/>
                  <a:pt x="1565" y="114"/>
                </a:cubicBezTo>
                <a:cubicBezTo>
                  <a:pt x="1565" y="114"/>
                  <a:pt x="1565" y="114"/>
                  <a:pt x="1565" y="114"/>
                </a:cubicBezTo>
                <a:cubicBezTo>
                  <a:pt x="1566" y="120"/>
                  <a:pt x="1566" y="125"/>
                  <a:pt x="1567" y="130"/>
                </a:cubicBezTo>
                <a:cubicBezTo>
                  <a:pt x="1567" y="130"/>
                  <a:pt x="1567" y="130"/>
                  <a:pt x="1567" y="130"/>
                </a:cubicBezTo>
                <a:cubicBezTo>
                  <a:pt x="1571" y="145"/>
                  <a:pt x="1574" y="143"/>
                  <a:pt x="1572" y="160"/>
                </a:cubicBezTo>
                <a:cubicBezTo>
                  <a:pt x="1572" y="160"/>
                  <a:pt x="1572" y="160"/>
                  <a:pt x="1572" y="160"/>
                </a:cubicBezTo>
                <a:cubicBezTo>
                  <a:pt x="1572" y="175"/>
                  <a:pt x="1572" y="175"/>
                  <a:pt x="1572" y="175"/>
                </a:cubicBezTo>
                <a:cubicBezTo>
                  <a:pt x="1572" y="175"/>
                  <a:pt x="1572" y="175"/>
                  <a:pt x="1572" y="175"/>
                </a:cubicBezTo>
                <a:cubicBezTo>
                  <a:pt x="1572" y="190"/>
                  <a:pt x="1572" y="190"/>
                  <a:pt x="1572" y="190"/>
                </a:cubicBezTo>
                <a:cubicBezTo>
                  <a:pt x="1572" y="190"/>
                  <a:pt x="1572" y="190"/>
                  <a:pt x="1572" y="190"/>
                </a:cubicBezTo>
                <a:cubicBezTo>
                  <a:pt x="1574" y="205"/>
                  <a:pt x="1574" y="205"/>
                  <a:pt x="1574" y="205"/>
                </a:cubicBezTo>
                <a:cubicBezTo>
                  <a:pt x="1574" y="205"/>
                  <a:pt x="1574" y="205"/>
                  <a:pt x="1574" y="205"/>
                </a:cubicBezTo>
                <a:cubicBezTo>
                  <a:pt x="1572" y="220"/>
                  <a:pt x="1572" y="220"/>
                  <a:pt x="1572" y="220"/>
                </a:cubicBezTo>
                <a:cubicBezTo>
                  <a:pt x="1572" y="220"/>
                  <a:pt x="1572" y="220"/>
                  <a:pt x="1572" y="220"/>
                </a:cubicBezTo>
                <a:cubicBezTo>
                  <a:pt x="1570" y="234"/>
                  <a:pt x="1570" y="234"/>
                  <a:pt x="1570" y="234"/>
                </a:cubicBezTo>
                <a:cubicBezTo>
                  <a:pt x="1570" y="234"/>
                  <a:pt x="1570" y="234"/>
                  <a:pt x="1570" y="234"/>
                </a:cubicBezTo>
                <a:cubicBezTo>
                  <a:pt x="1565" y="248"/>
                  <a:pt x="1565" y="248"/>
                  <a:pt x="1565" y="248"/>
                </a:cubicBezTo>
                <a:cubicBezTo>
                  <a:pt x="1565" y="248"/>
                  <a:pt x="1565" y="248"/>
                  <a:pt x="1565" y="248"/>
                </a:cubicBezTo>
                <a:cubicBezTo>
                  <a:pt x="1558" y="259"/>
                  <a:pt x="1558" y="259"/>
                  <a:pt x="1558" y="259"/>
                </a:cubicBezTo>
                <a:cubicBezTo>
                  <a:pt x="1558" y="259"/>
                  <a:pt x="1558" y="259"/>
                  <a:pt x="1558" y="259"/>
                </a:cubicBezTo>
                <a:cubicBezTo>
                  <a:pt x="1511" y="269"/>
                  <a:pt x="1511" y="269"/>
                  <a:pt x="1511" y="269"/>
                </a:cubicBezTo>
                <a:cubicBezTo>
                  <a:pt x="1511" y="269"/>
                  <a:pt x="1511" y="269"/>
                  <a:pt x="1511" y="269"/>
                </a:cubicBezTo>
                <a:cubicBezTo>
                  <a:pt x="1469" y="282"/>
                  <a:pt x="1469" y="282"/>
                  <a:pt x="1469" y="282"/>
                </a:cubicBezTo>
                <a:cubicBezTo>
                  <a:pt x="1469" y="282"/>
                  <a:pt x="1469" y="282"/>
                  <a:pt x="1469" y="282"/>
                </a:cubicBezTo>
                <a:cubicBezTo>
                  <a:pt x="1455" y="286"/>
                  <a:pt x="1455" y="286"/>
                  <a:pt x="1455" y="286"/>
                </a:cubicBezTo>
                <a:cubicBezTo>
                  <a:pt x="1455" y="286"/>
                  <a:pt x="1455" y="286"/>
                  <a:pt x="1455" y="286"/>
                </a:cubicBezTo>
                <a:cubicBezTo>
                  <a:pt x="1442" y="290"/>
                  <a:pt x="1442" y="290"/>
                  <a:pt x="1442" y="290"/>
                </a:cubicBezTo>
                <a:cubicBezTo>
                  <a:pt x="1442" y="290"/>
                  <a:pt x="1442" y="290"/>
                  <a:pt x="1442" y="290"/>
                </a:cubicBezTo>
                <a:cubicBezTo>
                  <a:pt x="1427" y="295"/>
                  <a:pt x="1427" y="295"/>
                  <a:pt x="1427" y="295"/>
                </a:cubicBezTo>
                <a:cubicBezTo>
                  <a:pt x="1427" y="295"/>
                  <a:pt x="1427" y="295"/>
                  <a:pt x="1427" y="295"/>
                </a:cubicBezTo>
                <a:cubicBezTo>
                  <a:pt x="1415" y="299"/>
                  <a:pt x="1415" y="299"/>
                  <a:pt x="1415" y="299"/>
                </a:cubicBezTo>
                <a:cubicBezTo>
                  <a:pt x="1415" y="299"/>
                  <a:pt x="1415" y="299"/>
                  <a:pt x="1415" y="299"/>
                </a:cubicBezTo>
                <a:cubicBezTo>
                  <a:pt x="1401" y="305"/>
                  <a:pt x="1401" y="305"/>
                  <a:pt x="1401" y="305"/>
                </a:cubicBezTo>
                <a:cubicBezTo>
                  <a:pt x="1401" y="305"/>
                  <a:pt x="1401" y="305"/>
                  <a:pt x="1401" y="305"/>
                </a:cubicBezTo>
                <a:cubicBezTo>
                  <a:pt x="1387" y="310"/>
                  <a:pt x="1387" y="310"/>
                  <a:pt x="1387" y="310"/>
                </a:cubicBezTo>
                <a:cubicBezTo>
                  <a:pt x="1387" y="310"/>
                  <a:pt x="1387" y="310"/>
                  <a:pt x="1387" y="310"/>
                </a:cubicBezTo>
                <a:cubicBezTo>
                  <a:pt x="1374" y="313"/>
                  <a:pt x="1374" y="313"/>
                  <a:pt x="1374" y="313"/>
                </a:cubicBezTo>
                <a:cubicBezTo>
                  <a:pt x="1374" y="313"/>
                  <a:pt x="1374" y="313"/>
                  <a:pt x="1374" y="313"/>
                </a:cubicBezTo>
                <a:cubicBezTo>
                  <a:pt x="1361" y="316"/>
                  <a:pt x="1361" y="316"/>
                  <a:pt x="1361" y="316"/>
                </a:cubicBezTo>
                <a:cubicBezTo>
                  <a:pt x="1361" y="316"/>
                  <a:pt x="1361" y="316"/>
                  <a:pt x="1361" y="316"/>
                </a:cubicBezTo>
                <a:cubicBezTo>
                  <a:pt x="1393" y="337"/>
                  <a:pt x="1393" y="337"/>
                  <a:pt x="1393" y="337"/>
                </a:cubicBezTo>
                <a:cubicBezTo>
                  <a:pt x="1393" y="337"/>
                  <a:pt x="1393" y="337"/>
                  <a:pt x="1393" y="337"/>
                </a:cubicBezTo>
                <a:cubicBezTo>
                  <a:pt x="1396" y="338"/>
                  <a:pt x="1396" y="338"/>
                  <a:pt x="1396" y="338"/>
                </a:cubicBezTo>
                <a:cubicBezTo>
                  <a:pt x="1396" y="338"/>
                  <a:pt x="1396" y="338"/>
                  <a:pt x="1396" y="338"/>
                </a:cubicBezTo>
                <a:cubicBezTo>
                  <a:pt x="1400" y="338"/>
                  <a:pt x="1400" y="338"/>
                  <a:pt x="1400" y="338"/>
                </a:cubicBezTo>
                <a:cubicBezTo>
                  <a:pt x="1400" y="338"/>
                  <a:pt x="1400" y="338"/>
                  <a:pt x="1400" y="338"/>
                </a:cubicBezTo>
                <a:cubicBezTo>
                  <a:pt x="1403" y="338"/>
                  <a:pt x="1403" y="338"/>
                  <a:pt x="1403" y="338"/>
                </a:cubicBezTo>
                <a:cubicBezTo>
                  <a:pt x="1403" y="338"/>
                  <a:pt x="1403" y="338"/>
                  <a:pt x="1403" y="338"/>
                </a:cubicBezTo>
                <a:cubicBezTo>
                  <a:pt x="1407" y="338"/>
                  <a:pt x="1407" y="338"/>
                  <a:pt x="1407" y="338"/>
                </a:cubicBezTo>
                <a:cubicBezTo>
                  <a:pt x="1407" y="338"/>
                  <a:pt x="1407" y="338"/>
                  <a:pt x="1407" y="338"/>
                </a:cubicBezTo>
                <a:cubicBezTo>
                  <a:pt x="1411" y="337"/>
                  <a:pt x="1411" y="337"/>
                  <a:pt x="1411" y="337"/>
                </a:cubicBezTo>
                <a:cubicBezTo>
                  <a:pt x="1411" y="337"/>
                  <a:pt x="1411" y="337"/>
                  <a:pt x="1411" y="337"/>
                </a:cubicBezTo>
                <a:cubicBezTo>
                  <a:pt x="1415" y="335"/>
                  <a:pt x="1415" y="335"/>
                  <a:pt x="1415" y="335"/>
                </a:cubicBezTo>
                <a:cubicBezTo>
                  <a:pt x="1415" y="335"/>
                  <a:pt x="1415" y="335"/>
                  <a:pt x="1415" y="335"/>
                </a:cubicBezTo>
                <a:cubicBezTo>
                  <a:pt x="1417" y="333"/>
                  <a:pt x="1417" y="333"/>
                  <a:pt x="1417" y="333"/>
                </a:cubicBezTo>
                <a:cubicBezTo>
                  <a:pt x="1417" y="333"/>
                  <a:pt x="1417" y="333"/>
                  <a:pt x="1417" y="333"/>
                </a:cubicBezTo>
                <a:cubicBezTo>
                  <a:pt x="1420" y="330"/>
                  <a:pt x="1420" y="330"/>
                  <a:pt x="1420" y="330"/>
                </a:cubicBezTo>
                <a:cubicBezTo>
                  <a:pt x="1420" y="330"/>
                  <a:pt x="1420" y="330"/>
                  <a:pt x="1420" y="330"/>
                </a:cubicBezTo>
                <a:cubicBezTo>
                  <a:pt x="1450" y="315"/>
                  <a:pt x="1450" y="315"/>
                  <a:pt x="1450" y="315"/>
                </a:cubicBezTo>
                <a:cubicBezTo>
                  <a:pt x="1450" y="315"/>
                  <a:pt x="1450" y="315"/>
                  <a:pt x="1450" y="315"/>
                </a:cubicBezTo>
                <a:cubicBezTo>
                  <a:pt x="1463" y="310"/>
                  <a:pt x="1463" y="310"/>
                  <a:pt x="1463" y="310"/>
                </a:cubicBezTo>
                <a:cubicBezTo>
                  <a:pt x="1463" y="310"/>
                  <a:pt x="1463" y="310"/>
                  <a:pt x="1463" y="310"/>
                </a:cubicBezTo>
                <a:cubicBezTo>
                  <a:pt x="1476" y="305"/>
                  <a:pt x="1476" y="305"/>
                  <a:pt x="1476" y="305"/>
                </a:cubicBezTo>
                <a:cubicBezTo>
                  <a:pt x="1476" y="305"/>
                  <a:pt x="1476" y="305"/>
                  <a:pt x="1476" y="305"/>
                </a:cubicBezTo>
                <a:cubicBezTo>
                  <a:pt x="1489" y="299"/>
                  <a:pt x="1489" y="299"/>
                  <a:pt x="1489" y="299"/>
                </a:cubicBezTo>
                <a:cubicBezTo>
                  <a:pt x="1489" y="299"/>
                  <a:pt x="1489" y="299"/>
                  <a:pt x="1489" y="299"/>
                </a:cubicBezTo>
                <a:cubicBezTo>
                  <a:pt x="1503" y="292"/>
                  <a:pt x="1503" y="292"/>
                  <a:pt x="1503" y="292"/>
                </a:cubicBezTo>
                <a:cubicBezTo>
                  <a:pt x="1503" y="292"/>
                  <a:pt x="1503" y="292"/>
                  <a:pt x="1503" y="292"/>
                </a:cubicBezTo>
                <a:cubicBezTo>
                  <a:pt x="1516" y="287"/>
                  <a:pt x="1516" y="287"/>
                  <a:pt x="1516" y="287"/>
                </a:cubicBezTo>
                <a:cubicBezTo>
                  <a:pt x="1516" y="287"/>
                  <a:pt x="1516" y="287"/>
                  <a:pt x="1516" y="287"/>
                </a:cubicBezTo>
                <a:cubicBezTo>
                  <a:pt x="1528" y="282"/>
                  <a:pt x="1528" y="282"/>
                  <a:pt x="1528" y="282"/>
                </a:cubicBezTo>
                <a:cubicBezTo>
                  <a:pt x="1528" y="282"/>
                  <a:pt x="1528" y="282"/>
                  <a:pt x="1528" y="282"/>
                </a:cubicBezTo>
                <a:cubicBezTo>
                  <a:pt x="1542" y="279"/>
                  <a:pt x="1542" y="279"/>
                  <a:pt x="1542" y="279"/>
                </a:cubicBezTo>
                <a:cubicBezTo>
                  <a:pt x="1542" y="279"/>
                  <a:pt x="1542" y="279"/>
                  <a:pt x="1542" y="279"/>
                </a:cubicBezTo>
                <a:cubicBezTo>
                  <a:pt x="1556" y="277"/>
                  <a:pt x="1556" y="277"/>
                  <a:pt x="1556" y="277"/>
                </a:cubicBezTo>
                <a:cubicBezTo>
                  <a:pt x="1556" y="277"/>
                  <a:pt x="1556" y="277"/>
                  <a:pt x="1556" y="277"/>
                </a:cubicBezTo>
                <a:cubicBezTo>
                  <a:pt x="1556" y="279"/>
                  <a:pt x="1556" y="279"/>
                  <a:pt x="1556" y="279"/>
                </a:cubicBezTo>
                <a:cubicBezTo>
                  <a:pt x="1556" y="279"/>
                  <a:pt x="1556" y="279"/>
                  <a:pt x="1556" y="279"/>
                </a:cubicBezTo>
                <a:cubicBezTo>
                  <a:pt x="1557" y="280"/>
                  <a:pt x="1557" y="280"/>
                  <a:pt x="1557" y="280"/>
                </a:cubicBezTo>
                <a:cubicBezTo>
                  <a:pt x="1557" y="280"/>
                  <a:pt x="1557" y="280"/>
                  <a:pt x="1557" y="280"/>
                </a:cubicBezTo>
                <a:cubicBezTo>
                  <a:pt x="1557" y="282"/>
                  <a:pt x="1557" y="282"/>
                  <a:pt x="1557" y="282"/>
                </a:cubicBezTo>
                <a:cubicBezTo>
                  <a:pt x="1557" y="282"/>
                  <a:pt x="1557" y="282"/>
                  <a:pt x="1557" y="282"/>
                </a:cubicBezTo>
                <a:cubicBezTo>
                  <a:pt x="1558" y="282"/>
                  <a:pt x="1558" y="282"/>
                  <a:pt x="1558" y="282"/>
                </a:cubicBezTo>
                <a:cubicBezTo>
                  <a:pt x="1558" y="282"/>
                  <a:pt x="1558" y="282"/>
                  <a:pt x="1558" y="282"/>
                </a:cubicBezTo>
                <a:cubicBezTo>
                  <a:pt x="1558" y="284"/>
                  <a:pt x="1558" y="284"/>
                  <a:pt x="1558" y="284"/>
                </a:cubicBezTo>
                <a:cubicBezTo>
                  <a:pt x="1558" y="284"/>
                  <a:pt x="1558" y="284"/>
                  <a:pt x="1558" y="284"/>
                </a:cubicBezTo>
                <a:cubicBezTo>
                  <a:pt x="1558" y="284"/>
                  <a:pt x="1558" y="284"/>
                  <a:pt x="1558" y="284"/>
                </a:cubicBezTo>
                <a:cubicBezTo>
                  <a:pt x="1558" y="284"/>
                  <a:pt x="1558" y="284"/>
                  <a:pt x="1558" y="284"/>
                </a:cubicBezTo>
                <a:cubicBezTo>
                  <a:pt x="1558" y="286"/>
                  <a:pt x="1558" y="286"/>
                  <a:pt x="1558" y="286"/>
                </a:cubicBezTo>
                <a:cubicBezTo>
                  <a:pt x="1558" y="286"/>
                  <a:pt x="1558" y="286"/>
                  <a:pt x="1558" y="286"/>
                </a:cubicBezTo>
                <a:cubicBezTo>
                  <a:pt x="1559" y="286"/>
                  <a:pt x="1559" y="286"/>
                  <a:pt x="1559" y="286"/>
                </a:cubicBezTo>
                <a:cubicBezTo>
                  <a:pt x="1559" y="286"/>
                  <a:pt x="1559" y="286"/>
                  <a:pt x="1559" y="286"/>
                </a:cubicBezTo>
                <a:cubicBezTo>
                  <a:pt x="1552" y="301"/>
                  <a:pt x="1552" y="301"/>
                  <a:pt x="1552" y="301"/>
                </a:cubicBezTo>
                <a:cubicBezTo>
                  <a:pt x="1552" y="301"/>
                  <a:pt x="1552" y="301"/>
                  <a:pt x="1552" y="301"/>
                </a:cubicBezTo>
                <a:cubicBezTo>
                  <a:pt x="1547" y="314"/>
                  <a:pt x="1547" y="314"/>
                  <a:pt x="1547" y="314"/>
                </a:cubicBezTo>
                <a:cubicBezTo>
                  <a:pt x="1547" y="314"/>
                  <a:pt x="1547" y="314"/>
                  <a:pt x="1547" y="314"/>
                </a:cubicBezTo>
                <a:cubicBezTo>
                  <a:pt x="1540" y="328"/>
                  <a:pt x="1540" y="328"/>
                  <a:pt x="1540" y="328"/>
                </a:cubicBezTo>
                <a:cubicBezTo>
                  <a:pt x="1540" y="328"/>
                  <a:pt x="1540" y="328"/>
                  <a:pt x="1540" y="328"/>
                </a:cubicBezTo>
                <a:cubicBezTo>
                  <a:pt x="1533" y="339"/>
                  <a:pt x="1533" y="339"/>
                  <a:pt x="1533" y="339"/>
                </a:cubicBezTo>
                <a:cubicBezTo>
                  <a:pt x="1533" y="339"/>
                  <a:pt x="1533" y="339"/>
                  <a:pt x="1533" y="339"/>
                </a:cubicBezTo>
                <a:cubicBezTo>
                  <a:pt x="1523" y="351"/>
                  <a:pt x="1523" y="351"/>
                  <a:pt x="1523" y="351"/>
                </a:cubicBezTo>
                <a:cubicBezTo>
                  <a:pt x="1523" y="351"/>
                  <a:pt x="1523" y="351"/>
                  <a:pt x="1523" y="351"/>
                </a:cubicBezTo>
                <a:cubicBezTo>
                  <a:pt x="1514" y="361"/>
                  <a:pt x="1514" y="361"/>
                  <a:pt x="1514" y="361"/>
                </a:cubicBezTo>
                <a:cubicBezTo>
                  <a:pt x="1514" y="361"/>
                  <a:pt x="1514" y="361"/>
                  <a:pt x="1514" y="361"/>
                </a:cubicBezTo>
                <a:cubicBezTo>
                  <a:pt x="1502" y="370"/>
                  <a:pt x="1502" y="370"/>
                  <a:pt x="1502" y="370"/>
                </a:cubicBezTo>
                <a:cubicBezTo>
                  <a:pt x="1502" y="370"/>
                  <a:pt x="1502" y="370"/>
                  <a:pt x="1502" y="370"/>
                </a:cubicBezTo>
                <a:cubicBezTo>
                  <a:pt x="1490" y="378"/>
                  <a:pt x="1490" y="378"/>
                  <a:pt x="1490" y="378"/>
                </a:cubicBezTo>
                <a:cubicBezTo>
                  <a:pt x="1490" y="378"/>
                  <a:pt x="1490" y="378"/>
                  <a:pt x="1490" y="378"/>
                </a:cubicBezTo>
                <a:cubicBezTo>
                  <a:pt x="1484" y="382"/>
                  <a:pt x="1484" y="382"/>
                  <a:pt x="1484" y="382"/>
                </a:cubicBezTo>
                <a:cubicBezTo>
                  <a:pt x="1484" y="382"/>
                  <a:pt x="1484" y="382"/>
                  <a:pt x="1484" y="382"/>
                </a:cubicBezTo>
                <a:cubicBezTo>
                  <a:pt x="1478" y="386"/>
                  <a:pt x="1478" y="386"/>
                  <a:pt x="1478" y="386"/>
                </a:cubicBezTo>
                <a:cubicBezTo>
                  <a:pt x="1478" y="386"/>
                  <a:pt x="1478" y="386"/>
                  <a:pt x="1478" y="386"/>
                </a:cubicBezTo>
                <a:cubicBezTo>
                  <a:pt x="1470" y="389"/>
                  <a:pt x="1470" y="389"/>
                  <a:pt x="1470" y="389"/>
                </a:cubicBezTo>
                <a:cubicBezTo>
                  <a:pt x="1470" y="389"/>
                  <a:pt x="1470" y="389"/>
                  <a:pt x="1470" y="389"/>
                </a:cubicBezTo>
                <a:cubicBezTo>
                  <a:pt x="1463" y="391"/>
                  <a:pt x="1463" y="391"/>
                  <a:pt x="1463" y="391"/>
                </a:cubicBezTo>
                <a:cubicBezTo>
                  <a:pt x="1463" y="391"/>
                  <a:pt x="1463" y="391"/>
                  <a:pt x="1463" y="391"/>
                </a:cubicBezTo>
                <a:cubicBezTo>
                  <a:pt x="1456" y="395"/>
                  <a:pt x="1456" y="395"/>
                  <a:pt x="1456" y="395"/>
                </a:cubicBezTo>
                <a:cubicBezTo>
                  <a:pt x="1456" y="395"/>
                  <a:pt x="1456" y="395"/>
                  <a:pt x="1456" y="395"/>
                </a:cubicBezTo>
                <a:cubicBezTo>
                  <a:pt x="1449" y="397"/>
                  <a:pt x="1449" y="397"/>
                  <a:pt x="1449" y="397"/>
                </a:cubicBezTo>
                <a:cubicBezTo>
                  <a:pt x="1449" y="397"/>
                  <a:pt x="1449" y="397"/>
                  <a:pt x="1449" y="397"/>
                </a:cubicBezTo>
                <a:cubicBezTo>
                  <a:pt x="1444" y="401"/>
                  <a:pt x="1444" y="401"/>
                  <a:pt x="1444" y="401"/>
                </a:cubicBezTo>
                <a:cubicBezTo>
                  <a:pt x="1444" y="401"/>
                  <a:pt x="1444" y="401"/>
                  <a:pt x="1444" y="401"/>
                </a:cubicBezTo>
                <a:cubicBezTo>
                  <a:pt x="1442" y="406"/>
                  <a:pt x="1442" y="406"/>
                  <a:pt x="1442" y="406"/>
                </a:cubicBezTo>
                <a:lnTo>
                  <a:pt x="1446" y="406"/>
                </a:lnTo>
                <a:close/>
                <a:moveTo>
                  <a:pt x="303" y="401"/>
                </a:moveTo>
                <a:cubicBezTo>
                  <a:pt x="312" y="401"/>
                  <a:pt x="312" y="401"/>
                  <a:pt x="312" y="401"/>
                </a:cubicBezTo>
                <a:cubicBezTo>
                  <a:pt x="312" y="401"/>
                  <a:pt x="312" y="401"/>
                  <a:pt x="312" y="401"/>
                </a:cubicBezTo>
                <a:cubicBezTo>
                  <a:pt x="313" y="401"/>
                  <a:pt x="313" y="401"/>
                  <a:pt x="313" y="401"/>
                </a:cubicBezTo>
                <a:cubicBezTo>
                  <a:pt x="313" y="401"/>
                  <a:pt x="313" y="401"/>
                  <a:pt x="313" y="401"/>
                </a:cubicBezTo>
                <a:cubicBezTo>
                  <a:pt x="315" y="399"/>
                  <a:pt x="315" y="399"/>
                  <a:pt x="315" y="399"/>
                </a:cubicBezTo>
                <a:cubicBezTo>
                  <a:pt x="315" y="399"/>
                  <a:pt x="315" y="399"/>
                  <a:pt x="315" y="399"/>
                </a:cubicBezTo>
                <a:cubicBezTo>
                  <a:pt x="317" y="398"/>
                  <a:pt x="317" y="398"/>
                  <a:pt x="317" y="398"/>
                </a:cubicBezTo>
                <a:cubicBezTo>
                  <a:pt x="317" y="398"/>
                  <a:pt x="317" y="398"/>
                  <a:pt x="317" y="398"/>
                </a:cubicBezTo>
                <a:cubicBezTo>
                  <a:pt x="319" y="396"/>
                  <a:pt x="319" y="396"/>
                  <a:pt x="319" y="396"/>
                </a:cubicBezTo>
                <a:cubicBezTo>
                  <a:pt x="319" y="396"/>
                  <a:pt x="319" y="396"/>
                  <a:pt x="319" y="396"/>
                </a:cubicBezTo>
                <a:cubicBezTo>
                  <a:pt x="320" y="396"/>
                  <a:pt x="320" y="396"/>
                  <a:pt x="320" y="396"/>
                </a:cubicBezTo>
                <a:cubicBezTo>
                  <a:pt x="320" y="396"/>
                  <a:pt x="320" y="396"/>
                  <a:pt x="320" y="396"/>
                </a:cubicBezTo>
                <a:cubicBezTo>
                  <a:pt x="323" y="394"/>
                  <a:pt x="323" y="394"/>
                  <a:pt x="323" y="394"/>
                </a:cubicBezTo>
                <a:cubicBezTo>
                  <a:pt x="323" y="394"/>
                  <a:pt x="323" y="394"/>
                  <a:pt x="323" y="394"/>
                </a:cubicBezTo>
                <a:cubicBezTo>
                  <a:pt x="324" y="393"/>
                  <a:pt x="324" y="393"/>
                  <a:pt x="324" y="393"/>
                </a:cubicBezTo>
                <a:cubicBezTo>
                  <a:pt x="324" y="393"/>
                  <a:pt x="324" y="393"/>
                  <a:pt x="324" y="393"/>
                </a:cubicBezTo>
                <a:cubicBezTo>
                  <a:pt x="328" y="391"/>
                  <a:pt x="328" y="391"/>
                  <a:pt x="328" y="391"/>
                </a:cubicBezTo>
                <a:cubicBezTo>
                  <a:pt x="328" y="391"/>
                  <a:pt x="328" y="391"/>
                  <a:pt x="328" y="391"/>
                </a:cubicBezTo>
                <a:cubicBezTo>
                  <a:pt x="327" y="390"/>
                  <a:pt x="327" y="390"/>
                  <a:pt x="327" y="390"/>
                </a:cubicBezTo>
                <a:cubicBezTo>
                  <a:pt x="327" y="390"/>
                  <a:pt x="327" y="390"/>
                  <a:pt x="327" y="390"/>
                </a:cubicBezTo>
                <a:cubicBezTo>
                  <a:pt x="327" y="388"/>
                  <a:pt x="327" y="388"/>
                  <a:pt x="327" y="388"/>
                </a:cubicBezTo>
                <a:cubicBezTo>
                  <a:pt x="327" y="388"/>
                  <a:pt x="327" y="388"/>
                  <a:pt x="327" y="388"/>
                </a:cubicBezTo>
                <a:cubicBezTo>
                  <a:pt x="327" y="387"/>
                  <a:pt x="327" y="387"/>
                  <a:pt x="327" y="387"/>
                </a:cubicBezTo>
                <a:cubicBezTo>
                  <a:pt x="327" y="387"/>
                  <a:pt x="327" y="387"/>
                  <a:pt x="327" y="387"/>
                </a:cubicBezTo>
                <a:cubicBezTo>
                  <a:pt x="327" y="385"/>
                  <a:pt x="327" y="385"/>
                  <a:pt x="327" y="385"/>
                </a:cubicBezTo>
                <a:cubicBezTo>
                  <a:pt x="327" y="385"/>
                  <a:pt x="327" y="385"/>
                  <a:pt x="327" y="385"/>
                </a:cubicBezTo>
                <a:cubicBezTo>
                  <a:pt x="326" y="384"/>
                  <a:pt x="326" y="384"/>
                  <a:pt x="326" y="384"/>
                </a:cubicBezTo>
                <a:cubicBezTo>
                  <a:pt x="326" y="384"/>
                  <a:pt x="326" y="384"/>
                  <a:pt x="326" y="384"/>
                </a:cubicBezTo>
                <a:cubicBezTo>
                  <a:pt x="326" y="383"/>
                  <a:pt x="326" y="383"/>
                  <a:pt x="326" y="383"/>
                </a:cubicBezTo>
                <a:cubicBezTo>
                  <a:pt x="326" y="383"/>
                  <a:pt x="326" y="383"/>
                  <a:pt x="326" y="383"/>
                </a:cubicBezTo>
                <a:cubicBezTo>
                  <a:pt x="324" y="382"/>
                  <a:pt x="324" y="382"/>
                  <a:pt x="324" y="382"/>
                </a:cubicBezTo>
                <a:cubicBezTo>
                  <a:pt x="324" y="382"/>
                  <a:pt x="324" y="382"/>
                  <a:pt x="324" y="382"/>
                </a:cubicBezTo>
                <a:cubicBezTo>
                  <a:pt x="324" y="381"/>
                  <a:pt x="324" y="381"/>
                  <a:pt x="324" y="381"/>
                </a:cubicBezTo>
                <a:cubicBezTo>
                  <a:pt x="324" y="381"/>
                  <a:pt x="324" y="381"/>
                  <a:pt x="324" y="381"/>
                </a:cubicBezTo>
                <a:cubicBezTo>
                  <a:pt x="320" y="377"/>
                  <a:pt x="320" y="377"/>
                  <a:pt x="320" y="377"/>
                </a:cubicBezTo>
                <a:cubicBezTo>
                  <a:pt x="320" y="377"/>
                  <a:pt x="320" y="377"/>
                  <a:pt x="320" y="377"/>
                </a:cubicBezTo>
                <a:cubicBezTo>
                  <a:pt x="316" y="372"/>
                  <a:pt x="316" y="372"/>
                  <a:pt x="316" y="372"/>
                </a:cubicBezTo>
                <a:cubicBezTo>
                  <a:pt x="316" y="372"/>
                  <a:pt x="316" y="372"/>
                  <a:pt x="316" y="372"/>
                </a:cubicBezTo>
                <a:cubicBezTo>
                  <a:pt x="311" y="368"/>
                  <a:pt x="311" y="368"/>
                  <a:pt x="311" y="368"/>
                </a:cubicBezTo>
                <a:cubicBezTo>
                  <a:pt x="311" y="368"/>
                  <a:pt x="311" y="368"/>
                  <a:pt x="311" y="368"/>
                </a:cubicBezTo>
                <a:cubicBezTo>
                  <a:pt x="305" y="364"/>
                  <a:pt x="305" y="364"/>
                  <a:pt x="305" y="364"/>
                </a:cubicBezTo>
                <a:cubicBezTo>
                  <a:pt x="305" y="364"/>
                  <a:pt x="305" y="364"/>
                  <a:pt x="305" y="364"/>
                </a:cubicBezTo>
                <a:cubicBezTo>
                  <a:pt x="299" y="361"/>
                  <a:pt x="299" y="361"/>
                  <a:pt x="299" y="361"/>
                </a:cubicBezTo>
                <a:cubicBezTo>
                  <a:pt x="299" y="361"/>
                  <a:pt x="299" y="361"/>
                  <a:pt x="299" y="361"/>
                </a:cubicBezTo>
                <a:cubicBezTo>
                  <a:pt x="293" y="357"/>
                  <a:pt x="293" y="357"/>
                  <a:pt x="293" y="357"/>
                </a:cubicBezTo>
                <a:cubicBezTo>
                  <a:pt x="293" y="357"/>
                  <a:pt x="293" y="357"/>
                  <a:pt x="293" y="357"/>
                </a:cubicBezTo>
                <a:cubicBezTo>
                  <a:pt x="286" y="354"/>
                  <a:pt x="286" y="354"/>
                  <a:pt x="286" y="354"/>
                </a:cubicBezTo>
                <a:cubicBezTo>
                  <a:pt x="286" y="354"/>
                  <a:pt x="286" y="354"/>
                  <a:pt x="286" y="354"/>
                </a:cubicBezTo>
                <a:cubicBezTo>
                  <a:pt x="281" y="352"/>
                  <a:pt x="281" y="352"/>
                  <a:pt x="281" y="352"/>
                </a:cubicBezTo>
                <a:cubicBezTo>
                  <a:pt x="281" y="352"/>
                  <a:pt x="281" y="352"/>
                  <a:pt x="281" y="352"/>
                </a:cubicBezTo>
                <a:cubicBezTo>
                  <a:pt x="279" y="353"/>
                  <a:pt x="279" y="353"/>
                  <a:pt x="279" y="353"/>
                </a:cubicBezTo>
                <a:cubicBezTo>
                  <a:pt x="279" y="353"/>
                  <a:pt x="279" y="353"/>
                  <a:pt x="279" y="353"/>
                </a:cubicBezTo>
                <a:cubicBezTo>
                  <a:pt x="278" y="353"/>
                  <a:pt x="278" y="353"/>
                  <a:pt x="278" y="353"/>
                </a:cubicBezTo>
                <a:cubicBezTo>
                  <a:pt x="278" y="353"/>
                  <a:pt x="278" y="353"/>
                  <a:pt x="278" y="353"/>
                </a:cubicBezTo>
                <a:cubicBezTo>
                  <a:pt x="277" y="354"/>
                  <a:pt x="277" y="354"/>
                  <a:pt x="277" y="354"/>
                </a:cubicBezTo>
                <a:cubicBezTo>
                  <a:pt x="277" y="354"/>
                  <a:pt x="277" y="354"/>
                  <a:pt x="277" y="354"/>
                </a:cubicBezTo>
                <a:cubicBezTo>
                  <a:pt x="276" y="354"/>
                  <a:pt x="276" y="354"/>
                  <a:pt x="276" y="354"/>
                </a:cubicBezTo>
                <a:cubicBezTo>
                  <a:pt x="276" y="354"/>
                  <a:pt x="276" y="354"/>
                  <a:pt x="276" y="354"/>
                </a:cubicBezTo>
                <a:cubicBezTo>
                  <a:pt x="275" y="355"/>
                  <a:pt x="275" y="355"/>
                  <a:pt x="275" y="355"/>
                </a:cubicBezTo>
                <a:cubicBezTo>
                  <a:pt x="275" y="355"/>
                  <a:pt x="275" y="355"/>
                  <a:pt x="275" y="355"/>
                </a:cubicBezTo>
                <a:cubicBezTo>
                  <a:pt x="275" y="355"/>
                  <a:pt x="275" y="355"/>
                  <a:pt x="275" y="355"/>
                </a:cubicBezTo>
                <a:cubicBezTo>
                  <a:pt x="275" y="355"/>
                  <a:pt x="275" y="355"/>
                  <a:pt x="275" y="355"/>
                </a:cubicBezTo>
                <a:cubicBezTo>
                  <a:pt x="275" y="356"/>
                  <a:pt x="275" y="356"/>
                  <a:pt x="275" y="356"/>
                </a:cubicBezTo>
                <a:cubicBezTo>
                  <a:pt x="275" y="356"/>
                  <a:pt x="275" y="356"/>
                  <a:pt x="275" y="356"/>
                </a:cubicBezTo>
                <a:cubicBezTo>
                  <a:pt x="275" y="356"/>
                  <a:pt x="275" y="356"/>
                  <a:pt x="275" y="356"/>
                </a:cubicBezTo>
                <a:cubicBezTo>
                  <a:pt x="275" y="356"/>
                  <a:pt x="275" y="356"/>
                  <a:pt x="275" y="356"/>
                </a:cubicBezTo>
                <a:cubicBezTo>
                  <a:pt x="279" y="360"/>
                  <a:pt x="279" y="360"/>
                  <a:pt x="279" y="360"/>
                </a:cubicBezTo>
                <a:cubicBezTo>
                  <a:pt x="279" y="360"/>
                  <a:pt x="279" y="360"/>
                  <a:pt x="279" y="360"/>
                </a:cubicBezTo>
                <a:cubicBezTo>
                  <a:pt x="284" y="364"/>
                  <a:pt x="284" y="364"/>
                  <a:pt x="284" y="364"/>
                </a:cubicBezTo>
                <a:cubicBezTo>
                  <a:pt x="284" y="364"/>
                  <a:pt x="284" y="364"/>
                  <a:pt x="284" y="364"/>
                </a:cubicBezTo>
                <a:cubicBezTo>
                  <a:pt x="288" y="369"/>
                  <a:pt x="288" y="369"/>
                  <a:pt x="288" y="369"/>
                </a:cubicBezTo>
                <a:cubicBezTo>
                  <a:pt x="288" y="369"/>
                  <a:pt x="288" y="369"/>
                  <a:pt x="288" y="369"/>
                </a:cubicBezTo>
                <a:cubicBezTo>
                  <a:pt x="291" y="374"/>
                  <a:pt x="291" y="374"/>
                  <a:pt x="291" y="374"/>
                </a:cubicBezTo>
                <a:cubicBezTo>
                  <a:pt x="291" y="374"/>
                  <a:pt x="291" y="374"/>
                  <a:pt x="291" y="374"/>
                </a:cubicBezTo>
                <a:cubicBezTo>
                  <a:pt x="292" y="380"/>
                  <a:pt x="292" y="380"/>
                  <a:pt x="292" y="380"/>
                </a:cubicBezTo>
                <a:cubicBezTo>
                  <a:pt x="292" y="380"/>
                  <a:pt x="292" y="380"/>
                  <a:pt x="292" y="380"/>
                </a:cubicBezTo>
                <a:cubicBezTo>
                  <a:pt x="294" y="384"/>
                  <a:pt x="294" y="384"/>
                  <a:pt x="294" y="384"/>
                </a:cubicBezTo>
                <a:cubicBezTo>
                  <a:pt x="294" y="384"/>
                  <a:pt x="294" y="384"/>
                  <a:pt x="294" y="384"/>
                </a:cubicBezTo>
                <a:cubicBezTo>
                  <a:pt x="294" y="390"/>
                  <a:pt x="294" y="390"/>
                  <a:pt x="294" y="390"/>
                </a:cubicBezTo>
                <a:cubicBezTo>
                  <a:pt x="294" y="390"/>
                  <a:pt x="294" y="390"/>
                  <a:pt x="294" y="390"/>
                </a:cubicBezTo>
                <a:cubicBezTo>
                  <a:pt x="295" y="395"/>
                  <a:pt x="295" y="395"/>
                  <a:pt x="295" y="395"/>
                </a:cubicBezTo>
                <a:cubicBezTo>
                  <a:pt x="295" y="395"/>
                  <a:pt x="295" y="395"/>
                  <a:pt x="295" y="395"/>
                </a:cubicBezTo>
                <a:cubicBezTo>
                  <a:pt x="295" y="396"/>
                  <a:pt x="295" y="396"/>
                  <a:pt x="295" y="396"/>
                </a:cubicBezTo>
                <a:cubicBezTo>
                  <a:pt x="295" y="396"/>
                  <a:pt x="295" y="396"/>
                  <a:pt x="295" y="396"/>
                </a:cubicBezTo>
                <a:cubicBezTo>
                  <a:pt x="296" y="397"/>
                  <a:pt x="296" y="397"/>
                  <a:pt x="296" y="397"/>
                </a:cubicBezTo>
                <a:cubicBezTo>
                  <a:pt x="296" y="397"/>
                  <a:pt x="296" y="397"/>
                  <a:pt x="296" y="397"/>
                </a:cubicBezTo>
                <a:cubicBezTo>
                  <a:pt x="297" y="398"/>
                  <a:pt x="297" y="398"/>
                  <a:pt x="297" y="398"/>
                </a:cubicBezTo>
                <a:cubicBezTo>
                  <a:pt x="297" y="398"/>
                  <a:pt x="297" y="398"/>
                  <a:pt x="297" y="398"/>
                </a:cubicBezTo>
                <a:cubicBezTo>
                  <a:pt x="298" y="399"/>
                  <a:pt x="298" y="399"/>
                  <a:pt x="298" y="399"/>
                </a:cubicBezTo>
                <a:cubicBezTo>
                  <a:pt x="298" y="399"/>
                  <a:pt x="298" y="399"/>
                  <a:pt x="298" y="399"/>
                </a:cubicBezTo>
                <a:cubicBezTo>
                  <a:pt x="298" y="400"/>
                  <a:pt x="298" y="400"/>
                  <a:pt x="298" y="400"/>
                </a:cubicBezTo>
                <a:cubicBezTo>
                  <a:pt x="298" y="400"/>
                  <a:pt x="298" y="400"/>
                  <a:pt x="298" y="400"/>
                </a:cubicBezTo>
                <a:cubicBezTo>
                  <a:pt x="300" y="401"/>
                  <a:pt x="300" y="401"/>
                  <a:pt x="300" y="401"/>
                </a:cubicBezTo>
                <a:cubicBezTo>
                  <a:pt x="300" y="401"/>
                  <a:pt x="300" y="401"/>
                  <a:pt x="300" y="401"/>
                </a:cubicBezTo>
                <a:cubicBezTo>
                  <a:pt x="301" y="401"/>
                  <a:pt x="301" y="401"/>
                  <a:pt x="301" y="401"/>
                </a:cubicBezTo>
                <a:cubicBezTo>
                  <a:pt x="301" y="401"/>
                  <a:pt x="301" y="401"/>
                  <a:pt x="301" y="401"/>
                </a:cubicBezTo>
                <a:cubicBezTo>
                  <a:pt x="303" y="401"/>
                  <a:pt x="303" y="401"/>
                  <a:pt x="303" y="401"/>
                </a:cubicBezTo>
                <a:close/>
                <a:moveTo>
                  <a:pt x="1278" y="393"/>
                </a:moveTo>
                <a:cubicBezTo>
                  <a:pt x="1278" y="392"/>
                  <a:pt x="1278" y="392"/>
                  <a:pt x="1278" y="392"/>
                </a:cubicBezTo>
                <a:cubicBezTo>
                  <a:pt x="1278" y="392"/>
                  <a:pt x="1278" y="392"/>
                  <a:pt x="1278" y="392"/>
                </a:cubicBezTo>
                <a:cubicBezTo>
                  <a:pt x="1278" y="391"/>
                  <a:pt x="1278" y="391"/>
                  <a:pt x="1278" y="391"/>
                </a:cubicBezTo>
                <a:cubicBezTo>
                  <a:pt x="1278" y="391"/>
                  <a:pt x="1278" y="391"/>
                  <a:pt x="1278" y="391"/>
                </a:cubicBezTo>
                <a:cubicBezTo>
                  <a:pt x="1279" y="391"/>
                  <a:pt x="1279" y="391"/>
                  <a:pt x="1279" y="391"/>
                </a:cubicBezTo>
                <a:cubicBezTo>
                  <a:pt x="1279" y="391"/>
                  <a:pt x="1279" y="391"/>
                  <a:pt x="1279" y="391"/>
                </a:cubicBezTo>
                <a:cubicBezTo>
                  <a:pt x="1281" y="390"/>
                  <a:pt x="1281" y="390"/>
                  <a:pt x="1281" y="390"/>
                </a:cubicBezTo>
                <a:cubicBezTo>
                  <a:pt x="1281" y="390"/>
                  <a:pt x="1281" y="390"/>
                  <a:pt x="1281" y="390"/>
                </a:cubicBezTo>
                <a:cubicBezTo>
                  <a:pt x="1281" y="390"/>
                  <a:pt x="1281" y="390"/>
                  <a:pt x="1281" y="390"/>
                </a:cubicBezTo>
                <a:cubicBezTo>
                  <a:pt x="1281" y="390"/>
                  <a:pt x="1281" y="390"/>
                  <a:pt x="1281" y="390"/>
                </a:cubicBezTo>
                <a:cubicBezTo>
                  <a:pt x="1283" y="389"/>
                  <a:pt x="1283" y="389"/>
                  <a:pt x="1283" y="389"/>
                </a:cubicBezTo>
                <a:cubicBezTo>
                  <a:pt x="1283" y="389"/>
                  <a:pt x="1283" y="389"/>
                  <a:pt x="1283" y="389"/>
                </a:cubicBezTo>
                <a:cubicBezTo>
                  <a:pt x="1283" y="389"/>
                  <a:pt x="1283" y="389"/>
                  <a:pt x="1283" y="389"/>
                </a:cubicBezTo>
                <a:cubicBezTo>
                  <a:pt x="1283" y="389"/>
                  <a:pt x="1283" y="389"/>
                  <a:pt x="1283" y="389"/>
                </a:cubicBezTo>
                <a:cubicBezTo>
                  <a:pt x="1285" y="388"/>
                  <a:pt x="1285" y="388"/>
                  <a:pt x="1285" y="388"/>
                </a:cubicBezTo>
                <a:cubicBezTo>
                  <a:pt x="1285" y="388"/>
                  <a:pt x="1285" y="388"/>
                  <a:pt x="1285" y="388"/>
                </a:cubicBezTo>
                <a:cubicBezTo>
                  <a:pt x="1286" y="387"/>
                  <a:pt x="1286" y="387"/>
                  <a:pt x="1286" y="387"/>
                </a:cubicBezTo>
                <a:cubicBezTo>
                  <a:pt x="1286" y="387"/>
                  <a:pt x="1286" y="387"/>
                  <a:pt x="1286" y="387"/>
                </a:cubicBezTo>
                <a:cubicBezTo>
                  <a:pt x="1289" y="384"/>
                  <a:pt x="1289" y="384"/>
                  <a:pt x="1289" y="384"/>
                </a:cubicBezTo>
                <a:cubicBezTo>
                  <a:pt x="1289" y="384"/>
                  <a:pt x="1289" y="384"/>
                  <a:pt x="1289" y="384"/>
                </a:cubicBezTo>
                <a:cubicBezTo>
                  <a:pt x="1290" y="382"/>
                  <a:pt x="1290" y="382"/>
                  <a:pt x="1290" y="382"/>
                </a:cubicBezTo>
                <a:cubicBezTo>
                  <a:pt x="1290" y="382"/>
                  <a:pt x="1290" y="382"/>
                  <a:pt x="1290" y="382"/>
                </a:cubicBezTo>
                <a:cubicBezTo>
                  <a:pt x="1291" y="380"/>
                  <a:pt x="1291" y="380"/>
                  <a:pt x="1291" y="380"/>
                </a:cubicBezTo>
                <a:cubicBezTo>
                  <a:pt x="1291" y="380"/>
                  <a:pt x="1291" y="380"/>
                  <a:pt x="1291" y="380"/>
                </a:cubicBezTo>
                <a:cubicBezTo>
                  <a:pt x="1291" y="377"/>
                  <a:pt x="1291" y="377"/>
                  <a:pt x="1291" y="377"/>
                </a:cubicBezTo>
                <a:cubicBezTo>
                  <a:pt x="1291" y="377"/>
                  <a:pt x="1291" y="377"/>
                  <a:pt x="1291" y="377"/>
                </a:cubicBezTo>
                <a:cubicBezTo>
                  <a:pt x="1291" y="374"/>
                  <a:pt x="1291" y="374"/>
                  <a:pt x="1291" y="374"/>
                </a:cubicBezTo>
                <a:cubicBezTo>
                  <a:pt x="1291" y="374"/>
                  <a:pt x="1291" y="374"/>
                  <a:pt x="1291" y="374"/>
                </a:cubicBezTo>
                <a:cubicBezTo>
                  <a:pt x="1291" y="371"/>
                  <a:pt x="1291" y="371"/>
                  <a:pt x="1291" y="371"/>
                </a:cubicBezTo>
                <a:cubicBezTo>
                  <a:pt x="1291" y="371"/>
                  <a:pt x="1291" y="371"/>
                  <a:pt x="1291" y="371"/>
                </a:cubicBezTo>
                <a:cubicBezTo>
                  <a:pt x="1291" y="368"/>
                  <a:pt x="1291" y="368"/>
                  <a:pt x="1291" y="368"/>
                </a:cubicBezTo>
                <a:cubicBezTo>
                  <a:pt x="1291" y="368"/>
                  <a:pt x="1291" y="368"/>
                  <a:pt x="1291" y="368"/>
                </a:cubicBezTo>
                <a:cubicBezTo>
                  <a:pt x="1289" y="367"/>
                  <a:pt x="1289" y="367"/>
                  <a:pt x="1289" y="367"/>
                </a:cubicBezTo>
                <a:cubicBezTo>
                  <a:pt x="1289" y="367"/>
                  <a:pt x="1289" y="367"/>
                  <a:pt x="1289" y="367"/>
                </a:cubicBezTo>
                <a:cubicBezTo>
                  <a:pt x="1287" y="364"/>
                  <a:pt x="1287" y="364"/>
                  <a:pt x="1287" y="364"/>
                </a:cubicBezTo>
                <a:cubicBezTo>
                  <a:pt x="1287" y="364"/>
                  <a:pt x="1287" y="364"/>
                  <a:pt x="1287" y="364"/>
                </a:cubicBezTo>
                <a:cubicBezTo>
                  <a:pt x="1285" y="362"/>
                  <a:pt x="1285" y="362"/>
                  <a:pt x="1285" y="362"/>
                </a:cubicBezTo>
                <a:cubicBezTo>
                  <a:pt x="1285" y="362"/>
                  <a:pt x="1285" y="362"/>
                  <a:pt x="1285" y="362"/>
                </a:cubicBezTo>
                <a:cubicBezTo>
                  <a:pt x="1284" y="359"/>
                  <a:pt x="1284" y="359"/>
                  <a:pt x="1284" y="359"/>
                </a:cubicBezTo>
                <a:cubicBezTo>
                  <a:pt x="1284" y="359"/>
                  <a:pt x="1284" y="359"/>
                  <a:pt x="1284" y="359"/>
                </a:cubicBezTo>
                <a:cubicBezTo>
                  <a:pt x="1281" y="358"/>
                  <a:pt x="1281" y="358"/>
                  <a:pt x="1281" y="358"/>
                </a:cubicBezTo>
                <a:cubicBezTo>
                  <a:pt x="1281" y="358"/>
                  <a:pt x="1281" y="358"/>
                  <a:pt x="1281" y="358"/>
                </a:cubicBezTo>
                <a:cubicBezTo>
                  <a:pt x="1279" y="356"/>
                  <a:pt x="1279" y="356"/>
                  <a:pt x="1279" y="356"/>
                </a:cubicBezTo>
                <a:cubicBezTo>
                  <a:pt x="1279" y="356"/>
                  <a:pt x="1279" y="356"/>
                  <a:pt x="1279" y="356"/>
                </a:cubicBezTo>
                <a:cubicBezTo>
                  <a:pt x="1277" y="355"/>
                  <a:pt x="1277" y="355"/>
                  <a:pt x="1277" y="355"/>
                </a:cubicBezTo>
                <a:cubicBezTo>
                  <a:pt x="1277" y="355"/>
                  <a:pt x="1277" y="355"/>
                  <a:pt x="1277" y="355"/>
                </a:cubicBezTo>
                <a:cubicBezTo>
                  <a:pt x="1275" y="353"/>
                  <a:pt x="1275" y="353"/>
                  <a:pt x="1275" y="353"/>
                </a:cubicBezTo>
                <a:cubicBezTo>
                  <a:pt x="1275" y="353"/>
                  <a:pt x="1275" y="353"/>
                  <a:pt x="1275" y="353"/>
                </a:cubicBezTo>
                <a:cubicBezTo>
                  <a:pt x="1269" y="353"/>
                  <a:pt x="1269" y="353"/>
                  <a:pt x="1269" y="353"/>
                </a:cubicBezTo>
                <a:cubicBezTo>
                  <a:pt x="1269" y="353"/>
                  <a:pt x="1269" y="353"/>
                  <a:pt x="1269" y="353"/>
                </a:cubicBezTo>
                <a:cubicBezTo>
                  <a:pt x="1265" y="353"/>
                  <a:pt x="1265" y="353"/>
                  <a:pt x="1265" y="353"/>
                </a:cubicBezTo>
                <a:cubicBezTo>
                  <a:pt x="1265" y="353"/>
                  <a:pt x="1265" y="353"/>
                  <a:pt x="1265" y="353"/>
                </a:cubicBezTo>
                <a:cubicBezTo>
                  <a:pt x="1260" y="352"/>
                  <a:pt x="1260" y="352"/>
                  <a:pt x="1260" y="352"/>
                </a:cubicBezTo>
                <a:cubicBezTo>
                  <a:pt x="1260" y="352"/>
                  <a:pt x="1260" y="352"/>
                  <a:pt x="1260" y="352"/>
                </a:cubicBezTo>
                <a:cubicBezTo>
                  <a:pt x="1256" y="351"/>
                  <a:pt x="1256" y="351"/>
                  <a:pt x="1256" y="351"/>
                </a:cubicBezTo>
                <a:cubicBezTo>
                  <a:pt x="1256" y="351"/>
                  <a:pt x="1256" y="351"/>
                  <a:pt x="1256" y="351"/>
                </a:cubicBezTo>
                <a:cubicBezTo>
                  <a:pt x="1251" y="352"/>
                  <a:pt x="1251" y="352"/>
                  <a:pt x="1251" y="352"/>
                </a:cubicBezTo>
                <a:cubicBezTo>
                  <a:pt x="1251" y="352"/>
                  <a:pt x="1251" y="352"/>
                  <a:pt x="1251" y="352"/>
                </a:cubicBezTo>
                <a:cubicBezTo>
                  <a:pt x="1248" y="352"/>
                  <a:pt x="1248" y="352"/>
                  <a:pt x="1248" y="352"/>
                </a:cubicBezTo>
                <a:cubicBezTo>
                  <a:pt x="1248" y="352"/>
                  <a:pt x="1248" y="352"/>
                  <a:pt x="1248" y="352"/>
                </a:cubicBezTo>
                <a:cubicBezTo>
                  <a:pt x="1242" y="353"/>
                  <a:pt x="1242" y="353"/>
                  <a:pt x="1242" y="353"/>
                </a:cubicBezTo>
                <a:cubicBezTo>
                  <a:pt x="1242" y="353"/>
                  <a:pt x="1242" y="353"/>
                  <a:pt x="1242" y="353"/>
                </a:cubicBezTo>
                <a:cubicBezTo>
                  <a:pt x="1239" y="353"/>
                  <a:pt x="1239" y="353"/>
                  <a:pt x="1239" y="353"/>
                </a:cubicBezTo>
                <a:cubicBezTo>
                  <a:pt x="1239" y="353"/>
                  <a:pt x="1239" y="353"/>
                  <a:pt x="1239" y="353"/>
                </a:cubicBezTo>
                <a:cubicBezTo>
                  <a:pt x="1239" y="359"/>
                  <a:pt x="1239" y="359"/>
                  <a:pt x="1239" y="359"/>
                </a:cubicBezTo>
                <a:cubicBezTo>
                  <a:pt x="1239" y="359"/>
                  <a:pt x="1239" y="359"/>
                  <a:pt x="1239" y="359"/>
                </a:cubicBezTo>
                <a:cubicBezTo>
                  <a:pt x="1244" y="363"/>
                  <a:pt x="1244" y="363"/>
                  <a:pt x="1244" y="363"/>
                </a:cubicBezTo>
                <a:cubicBezTo>
                  <a:pt x="1244" y="363"/>
                  <a:pt x="1244" y="363"/>
                  <a:pt x="1244" y="363"/>
                </a:cubicBezTo>
                <a:cubicBezTo>
                  <a:pt x="1251" y="366"/>
                  <a:pt x="1251" y="366"/>
                  <a:pt x="1251" y="366"/>
                </a:cubicBezTo>
                <a:cubicBezTo>
                  <a:pt x="1251" y="366"/>
                  <a:pt x="1251" y="366"/>
                  <a:pt x="1251" y="366"/>
                </a:cubicBezTo>
                <a:cubicBezTo>
                  <a:pt x="1256" y="369"/>
                  <a:pt x="1256" y="369"/>
                  <a:pt x="1256" y="369"/>
                </a:cubicBezTo>
                <a:cubicBezTo>
                  <a:pt x="1256" y="369"/>
                  <a:pt x="1256" y="369"/>
                  <a:pt x="1256" y="369"/>
                </a:cubicBezTo>
                <a:cubicBezTo>
                  <a:pt x="1261" y="373"/>
                  <a:pt x="1261" y="373"/>
                  <a:pt x="1261" y="373"/>
                </a:cubicBezTo>
                <a:cubicBezTo>
                  <a:pt x="1261" y="373"/>
                  <a:pt x="1261" y="373"/>
                  <a:pt x="1261" y="373"/>
                </a:cubicBezTo>
                <a:cubicBezTo>
                  <a:pt x="1265" y="378"/>
                  <a:pt x="1265" y="378"/>
                  <a:pt x="1265" y="378"/>
                </a:cubicBezTo>
                <a:cubicBezTo>
                  <a:pt x="1265" y="378"/>
                  <a:pt x="1265" y="378"/>
                  <a:pt x="1265" y="378"/>
                </a:cubicBezTo>
                <a:cubicBezTo>
                  <a:pt x="1269" y="382"/>
                  <a:pt x="1269" y="382"/>
                  <a:pt x="1269" y="382"/>
                </a:cubicBezTo>
                <a:cubicBezTo>
                  <a:pt x="1269" y="382"/>
                  <a:pt x="1269" y="382"/>
                  <a:pt x="1269" y="382"/>
                </a:cubicBezTo>
                <a:cubicBezTo>
                  <a:pt x="1274" y="388"/>
                  <a:pt x="1274" y="388"/>
                  <a:pt x="1274" y="388"/>
                </a:cubicBezTo>
                <a:cubicBezTo>
                  <a:pt x="1274" y="388"/>
                  <a:pt x="1274" y="388"/>
                  <a:pt x="1274" y="388"/>
                </a:cubicBezTo>
                <a:cubicBezTo>
                  <a:pt x="1278" y="393"/>
                  <a:pt x="1278" y="393"/>
                  <a:pt x="1278" y="393"/>
                </a:cubicBezTo>
                <a:close/>
                <a:moveTo>
                  <a:pt x="1179" y="386"/>
                </a:moveTo>
                <a:cubicBezTo>
                  <a:pt x="1179" y="386"/>
                  <a:pt x="1179" y="386"/>
                  <a:pt x="1179" y="386"/>
                </a:cubicBezTo>
                <a:cubicBezTo>
                  <a:pt x="1179" y="386"/>
                  <a:pt x="1179" y="386"/>
                  <a:pt x="1179" y="386"/>
                </a:cubicBezTo>
                <a:cubicBezTo>
                  <a:pt x="1181" y="386"/>
                  <a:pt x="1181" y="386"/>
                  <a:pt x="1181" y="386"/>
                </a:cubicBezTo>
                <a:cubicBezTo>
                  <a:pt x="1181" y="386"/>
                  <a:pt x="1181" y="386"/>
                  <a:pt x="1181" y="386"/>
                </a:cubicBezTo>
                <a:cubicBezTo>
                  <a:pt x="1182" y="386"/>
                  <a:pt x="1182" y="386"/>
                  <a:pt x="1182" y="386"/>
                </a:cubicBezTo>
                <a:cubicBezTo>
                  <a:pt x="1182" y="386"/>
                  <a:pt x="1182" y="386"/>
                  <a:pt x="1182" y="386"/>
                </a:cubicBezTo>
                <a:cubicBezTo>
                  <a:pt x="1184" y="385"/>
                  <a:pt x="1184" y="385"/>
                  <a:pt x="1184" y="385"/>
                </a:cubicBezTo>
                <a:cubicBezTo>
                  <a:pt x="1184" y="385"/>
                  <a:pt x="1184" y="385"/>
                  <a:pt x="1184" y="385"/>
                </a:cubicBezTo>
                <a:cubicBezTo>
                  <a:pt x="1185" y="385"/>
                  <a:pt x="1185" y="385"/>
                  <a:pt x="1185" y="385"/>
                </a:cubicBezTo>
                <a:cubicBezTo>
                  <a:pt x="1185" y="385"/>
                  <a:pt x="1185" y="385"/>
                  <a:pt x="1185" y="385"/>
                </a:cubicBezTo>
                <a:cubicBezTo>
                  <a:pt x="1187" y="384"/>
                  <a:pt x="1187" y="384"/>
                  <a:pt x="1187" y="384"/>
                </a:cubicBezTo>
                <a:cubicBezTo>
                  <a:pt x="1187" y="384"/>
                  <a:pt x="1187" y="384"/>
                  <a:pt x="1187" y="384"/>
                </a:cubicBezTo>
                <a:cubicBezTo>
                  <a:pt x="1188" y="383"/>
                  <a:pt x="1188" y="383"/>
                  <a:pt x="1188" y="383"/>
                </a:cubicBezTo>
                <a:cubicBezTo>
                  <a:pt x="1188" y="383"/>
                  <a:pt x="1188" y="383"/>
                  <a:pt x="1188" y="383"/>
                </a:cubicBezTo>
                <a:cubicBezTo>
                  <a:pt x="1189" y="382"/>
                  <a:pt x="1189" y="382"/>
                  <a:pt x="1189" y="382"/>
                </a:cubicBezTo>
                <a:cubicBezTo>
                  <a:pt x="1189" y="382"/>
                  <a:pt x="1189" y="382"/>
                  <a:pt x="1189" y="382"/>
                </a:cubicBezTo>
                <a:cubicBezTo>
                  <a:pt x="1188" y="381"/>
                  <a:pt x="1188" y="381"/>
                  <a:pt x="1188" y="381"/>
                </a:cubicBezTo>
                <a:cubicBezTo>
                  <a:pt x="1188" y="381"/>
                  <a:pt x="1188" y="381"/>
                  <a:pt x="1188" y="381"/>
                </a:cubicBezTo>
                <a:cubicBezTo>
                  <a:pt x="1188" y="379"/>
                  <a:pt x="1188" y="379"/>
                  <a:pt x="1188" y="379"/>
                </a:cubicBezTo>
                <a:cubicBezTo>
                  <a:pt x="1188" y="379"/>
                  <a:pt x="1188" y="379"/>
                  <a:pt x="1188" y="379"/>
                </a:cubicBezTo>
                <a:cubicBezTo>
                  <a:pt x="1188" y="378"/>
                  <a:pt x="1188" y="378"/>
                  <a:pt x="1188" y="378"/>
                </a:cubicBezTo>
                <a:cubicBezTo>
                  <a:pt x="1188" y="378"/>
                  <a:pt x="1188" y="378"/>
                  <a:pt x="1188" y="378"/>
                </a:cubicBezTo>
                <a:cubicBezTo>
                  <a:pt x="1188" y="375"/>
                  <a:pt x="1188" y="375"/>
                  <a:pt x="1188" y="375"/>
                </a:cubicBezTo>
                <a:cubicBezTo>
                  <a:pt x="1188" y="375"/>
                  <a:pt x="1188" y="375"/>
                  <a:pt x="1188" y="375"/>
                </a:cubicBezTo>
                <a:cubicBezTo>
                  <a:pt x="1187" y="374"/>
                  <a:pt x="1187" y="374"/>
                  <a:pt x="1187" y="374"/>
                </a:cubicBezTo>
                <a:cubicBezTo>
                  <a:pt x="1187" y="374"/>
                  <a:pt x="1187" y="374"/>
                  <a:pt x="1187" y="374"/>
                </a:cubicBezTo>
                <a:cubicBezTo>
                  <a:pt x="1187" y="371"/>
                  <a:pt x="1187" y="371"/>
                  <a:pt x="1187" y="371"/>
                </a:cubicBezTo>
                <a:cubicBezTo>
                  <a:pt x="1187" y="371"/>
                  <a:pt x="1187" y="371"/>
                  <a:pt x="1187" y="371"/>
                </a:cubicBezTo>
                <a:cubicBezTo>
                  <a:pt x="1187" y="370"/>
                  <a:pt x="1187" y="370"/>
                  <a:pt x="1187" y="370"/>
                </a:cubicBezTo>
                <a:cubicBezTo>
                  <a:pt x="1187" y="370"/>
                  <a:pt x="1187" y="370"/>
                  <a:pt x="1187" y="370"/>
                </a:cubicBezTo>
                <a:cubicBezTo>
                  <a:pt x="1187" y="367"/>
                  <a:pt x="1187" y="367"/>
                  <a:pt x="1187" y="367"/>
                </a:cubicBezTo>
                <a:cubicBezTo>
                  <a:pt x="1187" y="367"/>
                  <a:pt x="1187" y="367"/>
                  <a:pt x="1187" y="367"/>
                </a:cubicBezTo>
                <a:cubicBezTo>
                  <a:pt x="1183" y="367"/>
                  <a:pt x="1183" y="367"/>
                  <a:pt x="1183" y="367"/>
                </a:cubicBezTo>
                <a:cubicBezTo>
                  <a:pt x="1183" y="367"/>
                  <a:pt x="1183" y="367"/>
                  <a:pt x="1183" y="367"/>
                </a:cubicBezTo>
                <a:cubicBezTo>
                  <a:pt x="1181" y="370"/>
                  <a:pt x="1181" y="370"/>
                  <a:pt x="1181" y="370"/>
                </a:cubicBezTo>
                <a:cubicBezTo>
                  <a:pt x="1181" y="370"/>
                  <a:pt x="1181" y="370"/>
                  <a:pt x="1181" y="370"/>
                </a:cubicBezTo>
                <a:cubicBezTo>
                  <a:pt x="1179" y="372"/>
                  <a:pt x="1179" y="372"/>
                  <a:pt x="1179" y="372"/>
                </a:cubicBezTo>
                <a:cubicBezTo>
                  <a:pt x="1179" y="372"/>
                  <a:pt x="1179" y="372"/>
                  <a:pt x="1179" y="372"/>
                </a:cubicBezTo>
                <a:cubicBezTo>
                  <a:pt x="1177" y="375"/>
                  <a:pt x="1177" y="375"/>
                  <a:pt x="1177" y="375"/>
                </a:cubicBezTo>
                <a:cubicBezTo>
                  <a:pt x="1177" y="375"/>
                  <a:pt x="1177" y="375"/>
                  <a:pt x="1177" y="375"/>
                </a:cubicBezTo>
                <a:cubicBezTo>
                  <a:pt x="1175" y="376"/>
                  <a:pt x="1175" y="376"/>
                  <a:pt x="1175" y="376"/>
                </a:cubicBezTo>
                <a:cubicBezTo>
                  <a:pt x="1175" y="376"/>
                  <a:pt x="1175" y="376"/>
                  <a:pt x="1175" y="376"/>
                </a:cubicBezTo>
                <a:cubicBezTo>
                  <a:pt x="1172" y="378"/>
                  <a:pt x="1172" y="378"/>
                  <a:pt x="1172" y="378"/>
                </a:cubicBezTo>
                <a:cubicBezTo>
                  <a:pt x="1172" y="378"/>
                  <a:pt x="1172" y="378"/>
                  <a:pt x="1172" y="378"/>
                </a:cubicBezTo>
                <a:cubicBezTo>
                  <a:pt x="1171" y="380"/>
                  <a:pt x="1171" y="380"/>
                  <a:pt x="1171" y="380"/>
                </a:cubicBezTo>
                <a:cubicBezTo>
                  <a:pt x="1171" y="380"/>
                  <a:pt x="1171" y="380"/>
                  <a:pt x="1171" y="380"/>
                </a:cubicBezTo>
                <a:cubicBezTo>
                  <a:pt x="1170" y="381"/>
                  <a:pt x="1170" y="381"/>
                  <a:pt x="1170" y="381"/>
                </a:cubicBezTo>
                <a:cubicBezTo>
                  <a:pt x="1170" y="381"/>
                  <a:pt x="1170" y="381"/>
                  <a:pt x="1170" y="381"/>
                </a:cubicBezTo>
                <a:cubicBezTo>
                  <a:pt x="1170" y="382"/>
                  <a:pt x="1170" y="382"/>
                  <a:pt x="1170" y="382"/>
                </a:cubicBezTo>
                <a:cubicBezTo>
                  <a:pt x="1170" y="382"/>
                  <a:pt x="1170" y="382"/>
                  <a:pt x="1170" y="382"/>
                </a:cubicBezTo>
                <a:cubicBezTo>
                  <a:pt x="1171" y="383"/>
                  <a:pt x="1171" y="383"/>
                  <a:pt x="1171" y="383"/>
                </a:cubicBezTo>
                <a:cubicBezTo>
                  <a:pt x="1171" y="383"/>
                  <a:pt x="1171" y="383"/>
                  <a:pt x="1171" y="383"/>
                </a:cubicBezTo>
                <a:cubicBezTo>
                  <a:pt x="1172" y="384"/>
                  <a:pt x="1172" y="384"/>
                  <a:pt x="1172" y="384"/>
                </a:cubicBezTo>
                <a:cubicBezTo>
                  <a:pt x="1172" y="384"/>
                  <a:pt x="1172" y="384"/>
                  <a:pt x="1172" y="384"/>
                </a:cubicBezTo>
                <a:cubicBezTo>
                  <a:pt x="1173" y="385"/>
                  <a:pt x="1173" y="385"/>
                  <a:pt x="1173" y="385"/>
                </a:cubicBezTo>
                <a:cubicBezTo>
                  <a:pt x="1173" y="385"/>
                  <a:pt x="1173" y="385"/>
                  <a:pt x="1173" y="385"/>
                </a:cubicBezTo>
                <a:cubicBezTo>
                  <a:pt x="1174" y="385"/>
                  <a:pt x="1174" y="385"/>
                  <a:pt x="1174" y="385"/>
                </a:cubicBezTo>
                <a:cubicBezTo>
                  <a:pt x="1174" y="385"/>
                  <a:pt x="1174" y="385"/>
                  <a:pt x="1174" y="385"/>
                </a:cubicBezTo>
                <a:cubicBezTo>
                  <a:pt x="1175" y="386"/>
                  <a:pt x="1175" y="386"/>
                  <a:pt x="1175" y="386"/>
                </a:cubicBezTo>
                <a:cubicBezTo>
                  <a:pt x="1175" y="386"/>
                  <a:pt x="1175" y="386"/>
                  <a:pt x="1175" y="386"/>
                </a:cubicBezTo>
                <a:cubicBezTo>
                  <a:pt x="1176" y="386"/>
                  <a:pt x="1176" y="386"/>
                  <a:pt x="1176" y="386"/>
                </a:cubicBezTo>
                <a:cubicBezTo>
                  <a:pt x="1176" y="386"/>
                  <a:pt x="1176" y="386"/>
                  <a:pt x="1176" y="386"/>
                </a:cubicBezTo>
                <a:cubicBezTo>
                  <a:pt x="1177" y="386"/>
                  <a:pt x="1177" y="386"/>
                  <a:pt x="1177" y="386"/>
                </a:cubicBezTo>
                <a:cubicBezTo>
                  <a:pt x="1177" y="386"/>
                  <a:pt x="1177" y="386"/>
                  <a:pt x="1177" y="386"/>
                </a:cubicBezTo>
                <a:cubicBezTo>
                  <a:pt x="1179" y="386"/>
                  <a:pt x="1179" y="386"/>
                  <a:pt x="1179" y="386"/>
                </a:cubicBezTo>
                <a:close/>
                <a:moveTo>
                  <a:pt x="778" y="381"/>
                </a:moveTo>
                <a:cubicBezTo>
                  <a:pt x="728" y="357"/>
                  <a:pt x="728" y="357"/>
                  <a:pt x="728" y="357"/>
                </a:cubicBezTo>
                <a:cubicBezTo>
                  <a:pt x="728" y="357"/>
                  <a:pt x="728" y="357"/>
                  <a:pt x="728" y="357"/>
                </a:cubicBezTo>
                <a:cubicBezTo>
                  <a:pt x="726" y="357"/>
                  <a:pt x="726" y="357"/>
                  <a:pt x="726" y="357"/>
                </a:cubicBezTo>
                <a:cubicBezTo>
                  <a:pt x="726" y="357"/>
                  <a:pt x="726" y="357"/>
                  <a:pt x="726" y="357"/>
                </a:cubicBezTo>
                <a:cubicBezTo>
                  <a:pt x="726" y="355"/>
                  <a:pt x="726" y="355"/>
                  <a:pt x="726" y="355"/>
                </a:cubicBezTo>
                <a:cubicBezTo>
                  <a:pt x="726" y="355"/>
                  <a:pt x="726" y="355"/>
                  <a:pt x="726" y="355"/>
                </a:cubicBezTo>
                <a:cubicBezTo>
                  <a:pt x="726" y="355"/>
                  <a:pt x="726" y="355"/>
                  <a:pt x="726" y="355"/>
                </a:cubicBezTo>
                <a:cubicBezTo>
                  <a:pt x="726" y="355"/>
                  <a:pt x="726" y="355"/>
                  <a:pt x="726" y="355"/>
                </a:cubicBezTo>
                <a:cubicBezTo>
                  <a:pt x="727" y="353"/>
                  <a:pt x="727" y="353"/>
                  <a:pt x="727" y="353"/>
                </a:cubicBezTo>
                <a:cubicBezTo>
                  <a:pt x="727" y="353"/>
                  <a:pt x="727" y="353"/>
                  <a:pt x="727" y="353"/>
                </a:cubicBezTo>
                <a:cubicBezTo>
                  <a:pt x="727" y="353"/>
                  <a:pt x="727" y="353"/>
                  <a:pt x="727" y="353"/>
                </a:cubicBezTo>
                <a:cubicBezTo>
                  <a:pt x="727" y="353"/>
                  <a:pt x="727" y="353"/>
                  <a:pt x="727" y="353"/>
                </a:cubicBezTo>
                <a:cubicBezTo>
                  <a:pt x="728" y="351"/>
                  <a:pt x="728" y="351"/>
                  <a:pt x="728" y="351"/>
                </a:cubicBezTo>
                <a:cubicBezTo>
                  <a:pt x="728" y="351"/>
                  <a:pt x="728" y="351"/>
                  <a:pt x="728" y="351"/>
                </a:cubicBezTo>
                <a:cubicBezTo>
                  <a:pt x="728" y="350"/>
                  <a:pt x="728" y="350"/>
                  <a:pt x="728" y="350"/>
                </a:cubicBezTo>
                <a:cubicBezTo>
                  <a:pt x="728" y="350"/>
                  <a:pt x="728" y="350"/>
                  <a:pt x="728" y="350"/>
                </a:cubicBezTo>
                <a:cubicBezTo>
                  <a:pt x="729" y="348"/>
                  <a:pt x="729" y="348"/>
                  <a:pt x="729" y="348"/>
                </a:cubicBezTo>
                <a:cubicBezTo>
                  <a:pt x="729" y="348"/>
                  <a:pt x="729" y="348"/>
                  <a:pt x="729" y="348"/>
                </a:cubicBezTo>
                <a:cubicBezTo>
                  <a:pt x="731" y="348"/>
                  <a:pt x="731" y="348"/>
                  <a:pt x="731" y="348"/>
                </a:cubicBezTo>
                <a:cubicBezTo>
                  <a:pt x="731" y="348"/>
                  <a:pt x="731" y="348"/>
                  <a:pt x="731" y="348"/>
                </a:cubicBezTo>
                <a:cubicBezTo>
                  <a:pt x="733" y="347"/>
                  <a:pt x="733" y="347"/>
                  <a:pt x="733" y="347"/>
                </a:cubicBezTo>
                <a:cubicBezTo>
                  <a:pt x="733" y="347"/>
                  <a:pt x="733" y="347"/>
                  <a:pt x="733" y="347"/>
                </a:cubicBezTo>
                <a:cubicBezTo>
                  <a:pt x="736" y="346"/>
                  <a:pt x="736" y="346"/>
                  <a:pt x="736" y="346"/>
                </a:cubicBezTo>
                <a:cubicBezTo>
                  <a:pt x="736" y="346"/>
                  <a:pt x="736" y="346"/>
                  <a:pt x="736" y="346"/>
                </a:cubicBezTo>
                <a:cubicBezTo>
                  <a:pt x="739" y="345"/>
                  <a:pt x="739" y="345"/>
                  <a:pt x="739" y="345"/>
                </a:cubicBezTo>
                <a:cubicBezTo>
                  <a:pt x="739" y="345"/>
                  <a:pt x="739" y="345"/>
                  <a:pt x="739" y="345"/>
                </a:cubicBezTo>
                <a:cubicBezTo>
                  <a:pt x="741" y="345"/>
                  <a:pt x="741" y="345"/>
                  <a:pt x="741" y="345"/>
                </a:cubicBezTo>
                <a:cubicBezTo>
                  <a:pt x="741" y="345"/>
                  <a:pt x="741" y="345"/>
                  <a:pt x="741" y="345"/>
                </a:cubicBezTo>
                <a:cubicBezTo>
                  <a:pt x="743" y="345"/>
                  <a:pt x="743" y="345"/>
                  <a:pt x="743" y="345"/>
                </a:cubicBezTo>
                <a:cubicBezTo>
                  <a:pt x="743" y="345"/>
                  <a:pt x="743" y="345"/>
                  <a:pt x="743" y="345"/>
                </a:cubicBezTo>
                <a:cubicBezTo>
                  <a:pt x="745" y="346"/>
                  <a:pt x="745" y="346"/>
                  <a:pt x="745" y="346"/>
                </a:cubicBezTo>
                <a:cubicBezTo>
                  <a:pt x="745" y="346"/>
                  <a:pt x="745" y="346"/>
                  <a:pt x="745" y="346"/>
                </a:cubicBezTo>
                <a:cubicBezTo>
                  <a:pt x="748" y="346"/>
                  <a:pt x="748" y="346"/>
                  <a:pt x="748" y="346"/>
                </a:cubicBezTo>
                <a:cubicBezTo>
                  <a:pt x="748" y="346"/>
                  <a:pt x="748" y="346"/>
                  <a:pt x="748" y="346"/>
                </a:cubicBezTo>
                <a:cubicBezTo>
                  <a:pt x="748" y="347"/>
                  <a:pt x="748" y="347"/>
                  <a:pt x="748" y="347"/>
                </a:cubicBezTo>
                <a:cubicBezTo>
                  <a:pt x="748" y="347"/>
                  <a:pt x="748" y="347"/>
                  <a:pt x="748" y="347"/>
                </a:cubicBezTo>
                <a:cubicBezTo>
                  <a:pt x="749" y="347"/>
                  <a:pt x="749" y="347"/>
                  <a:pt x="749" y="347"/>
                </a:cubicBezTo>
                <a:cubicBezTo>
                  <a:pt x="749" y="347"/>
                  <a:pt x="749" y="347"/>
                  <a:pt x="749" y="347"/>
                </a:cubicBezTo>
                <a:cubicBezTo>
                  <a:pt x="750" y="347"/>
                  <a:pt x="750" y="347"/>
                  <a:pt x="750" y="347"/>
                </a:cubicBezTo>
                <a:cubicBezTo>
                  <a:pt x="750" y="347"/>
                  <a:pt x="750" y="347"/>
                  <a:pt x="750" y="347"/>
                </a:cubicBezTo>
                <a:cubicBezTo>
                  <a:pt x="752" y="347"/>
                  <a:pt x="752" y="347"/>
                  <a:pt x="752" y="347"/>
                </a:cubicBezTo>
                <a:cubicBezTo>
                  <a:pt x="752" y="347"/>
                  <a:pt x="752" y="347"/>
                  <a:pt x="752" y="347"/>
                </a:cubicBezTo>
                <a:cubicBezTo>
                  <a:pt x="753" y="347"/>
                  <a:pt x="753" y="347"/>
                  <a:pt x="753" y="347"/>
                </a:cubicBezTo>
                <a:cubicBezTo>
                  <a:pt x="753" y="347"/>
                  <a:pt x="753" y="347"/>
                  <a:pt x="753" y="347"/>
                </a:cubicBezTo>
                <a:cubicBezTo>
                  <a:pt x="754" y="346"/>
                  <a:pt x="754" y="346"/>
                  <a:pt x="754" y="346"/>
                </a:cubicBezTo>
                <a:cubicBezTo>
                  <a:pt x="754" y="346"/>
                  <a:pt x="754" y="346"/>
                  <a:pt x="754" y="346"/>
                </a:cubicBezTo>
                <a:cubicBezTo>
                  <a:pt x="755" y="346"/>
                  <a:pt x="755" y="346"/>
                  <a:pt x="755" y="346"/>
                </a:cubicBezTo>
                <a:cubicBezTo>
                  <a:pt x="755" y="346"/>
                  <a:pt x="755" y="346"/>
                  <a:pt x="755" y="346"/>
                </a:cubicBezTo>
                <a:cubicBezTo>
                  <a:pt x="758" y="344"/>
                  <a:pt x="758" y="344"/>
                  <a:pt x="758" y="344"/>
                </a:cubicBezTo>
                <a:cubicBezTo>
                  <a:pt x="758" y="344"/>
                  <a:pt x="758" y="344"/>
                  <a:pt x="758" y="344"/>
                </a:cubicBezTo>
                <a:cubicBezTo>
                  <a:pt x="758" y="344"/>
                  <a:pt x="758" y="344"/>
                  <a:pt x="758" y="344"/>
                </a:cubicBezTo>
                <a:cubicBezTo>
                  <a:pt x="758" y="344"/>
                  <a:pt x="758" y="344"/>
                  <a:pt x="758" y="344"/>
                </a:cubicBezTo>
                <a:cubicBezTo>
                  <a:pt x="759" y="344"/>
                  <a:pt x="759" y="344"/>
                  <a:pt x="759" y="344"/>
                </a:cubicBezTo>
                <a:cubicBezTo>
                  <a:pt x="759" y="344"/>
                  <a:pt x="759" y="344"/>
                  <a:pt x="759" y="344"/>
                </a:cubicBezTo>
                <a:cubicBezTo>
                  <a:pt x="760" y="344"/>
                  <a:pt x="760" y="344"/>
                  <a:pt x="760" y="344"/>
                </a:cubicBezTo>
                <a:cubicBezTo>
                  <a:pt x="760" y="344"/>
                  <a:pt x="760" y="344"/>
                  <a:pt x="760" y="344"/>
                </a:cubicBezTo>
                <a:cubicBezTo>
                  <a:pt x="762" y="344"/>
                  <a:pt x="762" y="344"/>
                  <a:pt x="762" y="344"/>
                </a:cubicBezTo>
                <a:cubicBezTo>
                  <a:pt x="762" y="344"/>
                  <a:pt x="762" y="344"/>
                  <a:pt x="762" y="344"/>
                </a:cubicBezTo>
                <a:cubicBezTo>
                  <a:pt x="763" y="345"/>
                  <a:pt x="763" y="345"/>
                  <a:pt x="763" y="345"/>
                </a:cubicBezTo>
                <a:cubicBezTo>
                  <a:pt x="763" y="345"/>
                  <a:pt x="763" y="345"/>
                  <a:pt x="763" y="345"/>
                </a:cubicBezTo>
                <a:cubicBezTo>
                  <a:pt x="764" y="345"/>
                  <a:pt x="764" y="345"/>
                  <a:pt x="764" y="345"/>
                </a:cubicBezTo>
                <a:cubicBezTo>
                  <a:pt x="764" y="345"/>
                  <a:pt x="764" y="345"/>
                  <a:pt x="764" y="345"/>
                </a:cubicBezTo>
                <a:cubicBezTo>
                  <a:pt x="765" y="346"/>
                  <a:pt x="765" y="346"/>
                  <a:pt x="765" y="346"/>
                </a:cubicBezTo>
                <a:cubicBezTo>
                  <a:pt x="765" y="346"/>
                  <a:pt x="765" y="346"/>
                  <a:pt x="765" y="346"/>
                </a:cubicBezTo>
                <a:cubicBezTo>
                  <a:pt x="767" y="346"/>
                  <a:pt x="767" y="346"/>
                  <a:pt x="767" y="346"/>
                </a:cubicBezTo>
                <a:cubicBezTo>
                  <a:pt x="767" y="346"/>
                  <a:pt x="767" y="346"/>
                  <a:pt x="767" y="346"/>
                </a:cubicBezTo>
                <a:cubicBezTo>
                  <a:pt x="779" y="345"/>
                  <a:pt x="779" y="345"/>
                  <a:pt x="779" y="345"/>
                </a:cubicBezTo>
                <a:cubicBezTo>
                  <a:pt x="779" y="345"/>
                  <a:pt x="779" y="345"/>
                  <a:pt x="779" y="345"/>
                </a:cubicBezTo>
                <a:cubicBezTo>
                  <a:pt x="792" y="342"/>
                  <a:pt x="792" y="342"/>
                  <a:pt x="792" y="342"/>
                </a:cubicBezTo>
                <a:cubicBezTo>
                  <a:pt x="792" y="342"/>
                  <a:pt x="792" y="342"/>
                  <a:pt x="792" y="342"/>
                </a:cubicBezTo>
                <a:cubicBezTo>
                  <a:pt x="805" y="340"/>
                  <a:pt x="805" y="340"/>
                  <a:pt x="805" y="340"/>
                </a:cubicBezTo>
                <a:cubicBezTo>
                  <a:pt x="805" y="340"/>
                  <a:pt x="805" y="340"/>
                  <a:pt x="805" y="340"/>
                </a:cubicBezTo>
                <a:cubicBezTo>
                  <a:pt x="820" y="336"/>
                  <a:pt x="820" y="336"/>
                  <a:pt x="820" y="336"/>
                </a:cubicBezTo>
                <a:cubicBezTo>
                  <a:pt x="820" y="336"/>
                  <a:pt x="820" y="336"/>
                  <a:pt x="820" y="336"/>
                </a:cubicBezTo>
                <a:cubicBezTo>
                  <a:pt x="831" y="332"/>
                  <a:pt x="831" y="332"/>
                  <a:pt x="831" y="332"/>
                </a:cubicBezTo>
                <a:cubicBezTo>
                  <a:pt x="831" y="332"/>
                  <a:pt x="831" y="332"/>
                  <a:pt x="831" y="332"/>
                </a:cubicBezTo>
                <a:cubicBezTo>
                  <a:pt x="844" y="325"/>
                  <a:pt x="844" y="325"/>
                  <a:pt x="844" y="325"/>
                </a:cubicBezTo>
                <a:cubicBezTo>
                  <a:pt x="844" y="325"/>
                  <a:pt x="844" y="325"/>
                  <a:pt x="844" y="325"/>
                </a:cubicBezTo>
                <a:cubicBezTo>
                  <a:pt x="855" y="318"/>
                  <a:pt x="855" y="318"/>
                  <a:pt x="855" y="318"/>
                </a:cubicBezTo>
                <a:cubicBezTo>
                  <a:pt x="855" y="318"/>
                  <a:pt x="855" y="318"/>
                  <a:pt x="855" y="318"/>
                </a:cubicBezTo>
                <a:cubicBezTo>
                  <a:pt x="866" y="308"/>
                  <a:pt x="866" y="308"/>
                  <a:pt x="866" y="308"/>
                </a:cubicBezTo>
                <a:cubicBezTo>
                  <a:pt x="866" y="308"/>
                  <a:pt x="866" y="308"/>
                  <a:pt x="866" y="308"/>
                </a:cubicBezTo>
                <a:cubicBezTo>
                  <a:pt x="900" y="268"/>
                  <a:pt x="900" y="268"/>
                  <a:pt x="900" y="268"/>
                </a:cubicBezTo>
                <a:cubicBezTo>
                  <a:pt x="900" y="268"/>
                  <a:pt x="900" y="268"/>
                  <a:pt x="900" y="268"/>
                </a:cubicBezTo>
                <a:cubicBezTo>
                  <a:pt x="901" y="268"/>
                  <a:pt x="901" y="268"/>
                  <a:pt x="901" y="268"/>
                </a:cubicBezTo>
                <a:cubicBezTo>
                  <a:pt x="901" y="268"/>
                  <a:pt x="901" y="268"/>
                  <a:pt x="901" y="268"/>
                </a:cubicBezTo>
                <a:cubicBezTo>
                  <a:pt x="903" y="266"/>
                  <a:pt x="903" y="266"/>
                  <a:pt x="903" y="266"/>
                </a:cubicBezTo>
                <a:cubicBezTo>
                  <a:pt x="903" y="266"/>
                  <a:pt x="903" y="266"/>
                  <a:pt x="903" y="266"/>
                </a:cubicBezTo>
                <a:cubicBezTo>
                  <a:pt x="905" y="264"/>
                  <a:pt x="905" y="264"/>
                  <a:pt x="905" y="264"/>
                </a:cubicBezTo>
                <a:cubicBezTo>
                  <a:pt x="905" y="264"/>
                  <a:pt x="905" y="264"/>
                  <a:pt x="905" y="264"/>
                </a:cubicBezTo>
                <a:cubicBezTo>
                  <a:pt x="907" y="261"/>
                  <a:pt x="907" y="261"/>
                  <a:pt x="907" y="261"/>
                </a:cubicBezTo>
                <a:cubicBezTo>
                  <a:pt x="907" y="261"/>
                  <a:pt x="907" y="261"/>
                  <a:pt x="907" y="261"/>
                </a:cubicBezTo>
                <a:cubicBezTo>
                  <a:pt x="908" y="259"/>
                  <a:pt x="908" y="259"/>
                  <a:pt x="908" y="259"/>
                </a:cubicBezTo>
                <a:cubicBezTo>
                  <a:pt x="908" y="259"/>
                  <a:pt x="908" y="259"/>
                  <a:pt x="908" y="259"/>
                </a:cubicBezTo>
                <a:cubicBezTo>
                  <a:pt x="911" y="257"/>
                  <a:pt x="911" y="257"/>
                  <a:pt x="911" y="257"/>
                </a:cubicBezTo>
                <a:cubicBezTo>
                  <a:pt x="911" y="257"/>
                  <a:pt x="911" y="257"/>
                  <a:pt x="911" y="257"/>
                </a:cubicBezTo>
                <a:cubicBezTo>
                  <a:pt x="913" y="256"/>
                  <a:pt x="913" y="256"/>
                  <a:pt x="913" y="256"/>
                </a:cubicBezTo>
                <a:cubicBezTo>
                  <a:pt x="913" y="256"/>
                  <a:pt x="913" y="256"/>
                  <a:pt x="913" y="256"/>
                </a:cubicBezTo>
                <a:cubicBezTo>
                  <a:pt x="916" y="253"/>
                  <a:pt x="916" y="253"/>
                  <a:pt x="916" y="253"/>
                </a:cubicBezTo>
                <a:cubicBezTo>
                  <a:pt x="916" y="253"/>
                  <a:pt x="916" y="253"/>
                  <a:pt x="916" y="253"/>
                </a:cubicBezTo>
                <a:cubicBezTo>
                  <a:pt x="922" y="247"/>
                  <a:pt x="922" y="247"/>
                  <a:pt x="922" y="247"/>
                </a:cubicBezTo>
                <a:cubicBezTo>
                  <a:pt x="922" y="247"/>
                  <a:pt x="922" y="247"/>
                  <a:pt x="922" y="247"/>
                </a:cubicBezTo>
                <a:cubicBezTo>
                  <a:pt x="928" y="242"/>
                  <a:pt x="928" y="242"/>
                  <a:pt x="928" y="242"/>
                </a:cubicBezTo>
                <a:cubicBezTo>
                  <a:pt x="928" y="242"/>
                  <a:pt x="928" y="242"/>
                  <a:pt x="928" y="242"/>
                </a:cubicBezTo>
                <a:cubicBezTo>
                  <a:pt x="934" y="235"/>
                  <a:pt x="934" y="235"/>
                  <a:pt x="934" y="235"/>
                </a:cubicBezTo>
                <a:cubicBezTo>
                  <a:pt x="934" y="235"/>
                  <a:pt x="934" y="235"/>
                  <a:pt x="934" y="235"/>
                </a:cubicBezTo>
                <a:cubicBezTo>
                  <a:pt x="941" y="229"/>
                  <a:pt x="941" y="229"/>
                  <a:pt x="941" y="229"/>
                </a:cubicBezTo>
                <a:cubicBezTo>
                  <a:pt x="941" y="229"/>
                  <a:pt x="941" y="229"/>
                  <a:pt x="941" y="229"/>
                </a:cubicBezTo>
                <a:cubicBezTo>
                  <a:pt x="946" y="223"/>
                  <a:pt x="946" y="223"/>
                  <a:pt x="946" y="223"/>
                </a:cubicBezTo>
                <a:cubicBezTo>
                  <a:pt x="946" y="223"/>
                  <a:pt x="946" y="223"/>
                  <a:pt x="946" y="223"/>
                </a:cubicBezTo>
                <a:cubicBezTo>
                  <a:pt x="951" y="215"/>
                  <a:pt x="951" y="215"/>
                  <a:pt x="951" y="215"/>
                </a:cubicBezTo>
                <a:cubicBezTo>
                  <a:pt x="951" y="215"/>
                  <a:pt x="951" y="215"/>
                  <a:pt x="951" y="215"/>
                </a:cubicBezTo>
                <a:cubicBezTo>
                  <a:pt x="956" y="208"/>
                  <a:pt x="956" y="208"/>
                  <a:pt x="956" y="208"/>
                </a:cubicBezTo>
                <a:cubicBezTo>
                  <a:pt x="956" y="208"/>
                  <a:pt x="956" y="208"/>
                  <a:pt x="956" y="208"/>
                </a:cubicBezTo>
                <a:cubicBezTo>
                  <a:pt x="961" y="200"/>
                  <a:pt x="961" y="200"/>
                  <a:pt x="961" y="200"/>
                </a:cubicBezTo>
                <a:cubicBezTo>
                  <a:pt x="961" y="200"/>
                  <a:pt x="961" y="200"/>
                  <a:pt x="961" y="200"/>
                </a:cubicBezTo>
                <a:cubicBezTo>
                  <a:pt x="959" y="198"/>
                  <a:pt x="959" y="198"/>
                  <a:pt x="959" y="198"/>
                </a:cubicBezTo>
                <a:cubicBezTo>
                  <a:pt x="959" y="198"/>
                  <a:pt x="959" y="198"/>
                  <a:pt x="959" y="198"/>
                </a:cubicBezTo>
                <a:cubicBezTo>
                  <a:pt x="956" y="196"/>
                  <a:pt x="956" y="196"/>
                  <a:pt x="956" y="196"/>
                </a:cubicBezTo>
                <a:cubicBezTo>
                  <a:pt x="956" y="196"/>
                  <a:pt x="956" y="196"/>
                  <a:pt x="956" y="196"/>
                </a:cubicBezTo>
                <a:cubicBezTo>
                  <a:pt x="953" y="195"/>
                  <a:pt x="953" y="195"/>
                  <a:pt x="953" y="195"/>
                </a:cubicBezTo>
                <a:cubicBezTo>
                  <a:pt x="953" y="195"/>
                  <a:pt x="953" y="195"/>
                  <a:pt x="953" y="195"/>
                </a:cubicBezTo>
                <a:cubicBezTo>
                  <a:pt x="950" y="194"/>
                  <a:pt x="950" y="194"/>
                  <a:pt x="950" y="194"/>
                </a:cubicBezTo>
                <a:cubicBezTo>
                  <a:pt x="950" y="194"/>
                  <a:pt x="950" y="194"/>
                  <a:pt x="950" y="194"/>
                </a:cubicBezTo>
                <a:cubicBezTo>
                  <a:pt x="946" y="194"/>
                  <a:pt x="946" y="194"/>
                  <a:pt x="946" y="194"/>
                </a:cubicBezTo>
                <a:cubicBezTo>
                  <a:pt x="946" y="194"/>
                  <a:pt x="946" y="194"/>
                  <a:pt x="946" y="194"/>
                </a:cubicBezTo>
                <a:cubicBezTo>
                  <a:pt x="943" y="194"/>
                  <a:pt x="943" y="194"/>
                  <a:pt x="943" y="194"/>
                </a:cubicBezTo>
                <a:cubicBezTo>
                  <a:pt x="943" y="194"/>
                  <a:pt x="943" y="194"/>
                  <a:pt x="943" y="194"/>
                </a:cubicBezTo>
                <a:cubicBezTo>
                  <a:pt x="939" y="194"/>
                  <a:pt x="939" y="194"/>
                  <a:pt x="939" y="194"/>
                </a:cubicBezTo>
                <a:cubicBezTo>
                  <a:pt x="939" y="194"/>
                  <a:pt x="939" y="194"/>
                  <a:pt x="939" y="194"/>
                </a:cubicBezTo>
                <a:cubicBezTo>
                  <a:pt x="936" y="194"/>
                  <a:pt x="936" y="194"/>
                  <a:pt x="936" y="194"/>
                </a:cubicBezTo>
                <a:cubicBezTo>
                  <a:pt x="936" y="194"/>
                  <a:pt x="936" y="194"/>
                  <a:pt x="936" y="194"/>
                </a:cubicBezTo>
                <a:cubicBezTo>
                  <a:pt x="927" y="198"/>
                  <a:pt x="927" y="198"/>
                  <a:pt x="927" y="198"/>
                </a:cubicBezTo>
                <a:cubicBezTo>
                  <a:pt x="927" y="198"/>
                  <a:pt x="927" y="198"/>
                  <a:pt x="927" y="198"/>
                </a:cubicBezTo>
                <a:cubicBezTo>
                  <a:pt x="918" y="200"/>
                  <a:pt x="918" y="200"/>
                  <a:pt x="918" y="200"/>
                </a:cubicBezTo>
                <a:cubicBezTo>
                  <a:pt x="918" y="200"/>
                  <a:pt x="918" y="200"/>
                  <a:pt x="918" y="200"/>
                </a:cubicBezTo>
                <a:cubicBezTo>
                  <a:pt x="910" y="202"/>
                  <a:pt x="910" y="202"/>
                  <a:pt x="910" y="202"/>
                </a:cubicBezTo>
                <a:cubicBezTo>
                  <a:pt x="910" y="202"/>
                  <a:pt x="910" y="202"/>
                  <a:pt x="910" y="202"/>
                </a:cubicBezTo>
                <a:cubicBezTo>
                  <a:pt x="901" y="203"/>
                  <a:pt x="901" y="203"/>
                  <a:pt x="901" y="203"/>
                </a:cubicBezTo>
                <a:cubicBezTo>
                  <a:pt x="901" y="203"/>
                  <a:pt x="901" y="203"/>
                  <a:pt x="901" y="203"/>
                </a:cubicBezTo>
                <a:cubicBezTo>
                  <a:pt x="892" y="205"/>
                  <a:pt x="892" y="205"/>
                  <a:pt x="892" y="205"/>
                </a:cubicBezTo>
                <a:cubicBezTo>
                  <a:pt x="892" y="205"/>
                  <a:pt x="892" y="205"/>
                  <a:pt x="892" y="205"/>
                </a:cubicBezTo>
                <a:cubicBezTo>
                  <a:pt x="884" y="206"/>
                  <a:pt x="884" y="206"/>
                  <a:pt x="884" y="206"/>
                </a:cubicBezTo>
                <a:cubicBezTo>
                  <a:pt x="884" y="206"/>
                  <a:pt x="884" y="206"/>
                  <a:pt x="884" y="206"/>
                </a:cubicBezTo>
                <a:cubicBezTo>
                  <a:pt x="875" y="207"/>
                  <a:pt x="875" y="207"/>
                  <a:pt x="875" y="207"/>
                </a:cubicBezTo>
                <a:cubicBezTo>
                  <a:pt x="875" y="207"/>
                  <a:pt x="875" y="207"/>
                  <a:pt x="875" y="207"/>
                </a:cubicBezTo>
                <a:cubicBezTo>
                  <a:pt x="867" y="207"/>
                  <a:pt x="867" y="207"/>
                  <a:pt x="867" y="207"/>
                </a:cubicBezTo>
                <a:cubicBezTo>
                  <a:pt x="867" y="207"/>
                  <a:pt x="867" y="207"/>
                  <a:pt x="867" y="207"/>
                </a:cubicBezTo>
                <a:cubicBezTo>
                  <a:pt x="865" y="207"/>
                  <a:pt x="865" y="207"/>
                  <a:pt x="865" y="207"/>
                </a:cubicBezTo>
                <a:cubicBezTo>
                  <a:pt x="865" y="207"/>
                  <a:pt x="865" y="207"/>
                  <a:pt x="865" y="207"/>
                </a:cubicBezTo>
                <a:cubicBezTo>
                  <a:pt x="863" y="207"/>
                  <a:pt x="863" y="207"/>
                  <a:pt x="863" y="207"/>
                </a:cubicBezTo>
                <a:cubicBezTo>
                  <a:pt x="863" y="207"/>
                  <a:pt x="863" y="207"/>
                  <a:pt x="863" y="207"/>
                </a:cubicBezTo>
                <a:cubicBezTo>
                  <a:pt x="861" y="207"/>
                  <a:pt x="861" y="207"/>
                  <a:pt x="861" y="207"/>
                </a:cubicBezTo>
                <a:cubicBezTo>
                  <a:pt x="861" y="207"/>
                  <a:pt x="861" y="207"/>
                  <a:pt x="861" y="207"/>
                </a:cubicBezTo>
                <a:cubicBezTo>
                  <a:pt x="859" y="207"/>
                  <a:pt x="859" y="207"/>
                  <a:pt x="859" y="207"/>
                </a:cubicBezTo>
                <a:cubicBezTo>
                  <a:pt x="859" y="207"/>
                  <a:pt x="859" y="207"/>
                  <a:pt x="859" y="207"/>
                </a:cubicBezTo>
                <a:cubicBezTo>
                  <a:pt x="857" y="207"/>
                  <a:pt x="857" y="207"/>
                  <a:pt x="857" y="207"/>
                </a:cubicBezTo>
                <a:cubicBezTo>
                  <a:pt x="857" y="207"/>
                  <a:pt x="857" y="207"/>
                  <a:pt x="857" y="207"/>
                </a:cubicBezTo>
                <a:cubicBezTo>
                  <a:pt x="855" y="207"/>
                  <a:pt x="855" y="207"/>
                  <a:pt x="855" y="207"/>
                </a:cubicBezTo>
                <a:cubicBezTo>
                  <a:pt x="855" y="207"/>
                  <a:pt x="855" y="207"/>
                  <a:pt x="855" y="207"/>
                </a:cubicBezTo>
                <a:cubicBezTo>
                  <a:pt x="853" y="206"/>
                  <a:pt x="853" y="206"/>
                  <a:pt x="853" y="206"/>
                </a:cubicBezTo>
                <a:cubicBezTo>
                  <a:pt x="853" y="206"/>
                  <a:pt x="853" y="206"/>
                  <a:pt x="853" y="206"/>
                </a:cubicBezTo>
                <a:cubicBezTo>
                  <a:pt x="852" y="204"/>
                  <a:pt x="852" y="204"/>
                  <a:pt x="852" y="204"/>
                </a:cubicBezTo>
                <a:cubicBezTo>
                  <a:pt x="852" y="204"/>
                  <a:pt x="852" y="204"/>
                  <a:pt x="852" y="204"/>
                </a:cubicBezTo>
                <a:cubicBezTo>
                  <a:pt x="849" y="203"/>
                  <a:pt x="849" y="203"/>
                  <a:pt x="849" y="203"/>
                </a:cubicBezTo>
                <a:cubicBezTo>
                  <a:pt x="849" y="203"/>
                  <a:pt x="849" y="203"/>
                  <a:pt x="849" y="203"/>
                </a:cubicBezTo>
                <a:cubicBezTo>
                  <a:pt x="847" y="200"/>
                  <a:pt x="847" y="200"/>
                  <a:pt x="847" y="200"/>
                </a:cubicBezTo>
                <a:cubicBezTo>
                  <a:pt x="847" y="200"/>
                  <a:pt x="847" y="200"/>
                  <a:pt x="847" y="200"/>
                </a:cubicBezTo>
                <a:cubicBezTo>
                  <a:pt x="844" y="199"/>
                  <a:pt x="844" y="199"/>
                  <a:pt x="844" y="199"/>
                </a:cubicBezTo>
                <a:cubicBezTo>
                  <a:pt x="844" y="199"/>
                  <a:pt x="844" y="199"/>
                  <a:pt x="844" y="199"/>
                </a:cubicBezTo>
                <a:cubicBezTo>
                  <a:pt x="842" y="196"/>
                  <a:pt x="842" y="196"/>
                  <a:pt x="842" y="196"/>
                </a:cubicBezTo>
                <a:cubicBezTo>
                  <a:pt x="842" y="196"/>
                  <a:pt x="842" y="196"/>
                  <a:pt x="842" y="196"/>
                </a:cubicBezTo>
                <a:cubicBezTo>
                  <a:pt x="839" y="194"/>
                  <a:pt x="839" y="194"/>
                  <a:pt x="839" y="194"/>
                </a:cubicBezTo>
                <a:cubicBezTo>
                  <a:pt x="839" y="194"/>
                  <a:pt x="839" y="194"/>
                  <a:pt x="839" y="194"/>
                </a:cubicBezTo>
                <a:cubicBezTo>
                  <a:pt x="838" y="191"/>
                  <a:pt x="838" y="191"/>
                  <a:pt x="838" y="191"/>
                </a:cubicBezTo>
                <a:cubicBezTo>
                  <a:pt x="838" y="191"/>
                  <a:pt x="838" y="191"/>
                  <a:pt x="838" y="191"/>
                </a:cubicBezTo>
                <a:cubicBezTo>
                  <a:pt x="836" y="188"/>
                  <a:pt x="836" y="188"/>
                  <a:pt x="836" y="188"/>
                </a:cubicBezTo>
                <a:cubicBezTo>
                  <a:pt x="836" y="188"/>
                  <a:pt x="836" y="188"/>
                  <a:pt x="836" y="188"/>
                </a:cubicBezTo>
                <a:cubicBezTo>
                  <a:pt x="836" y="184"/>
                  <a:pt x="836" y="184"/>
                  <a:pt x="836" y="184"/>
                </a:cubicBezTo>
                <a:cubicBezTo>
                  <a:pt x="836" y="184"/>
                  <a:pt x="836" y="184"/>
                  <a:pt x="836" y="184"/>
                </a:cubicBezTo>
                <a:cubicBezTo>
                  <a:pt x="836" y="183"/>
                  <a:pt x="836" y="183"/>
                  <a:pt x="836" y="183"/>
                </a:cubicBezTo>
                <a:cubicBezTo>
                  <a:pt x="836" y="183"/>
                  <a:pt x="836" y="183"/>
                  <a:pt x="836" y="183"/>
                </a:cubicBezTo>
                <a:cubicBezTo>
                  <a:pt x="838" y="182"/>
                  <a:pt x="838" y="182"/>
                  <a:pt x="838" y="182"/>
                </a:cubicBezTo>
                <a:cubicBezTo>
                  <a:pt x="838" y="182"/>
                  <a:pt x="838" y="182"/>
                  <a:pt x="838" y="182"/>
                </a:cubicBezTo>
                <a:cubicBezTo>
                  <a:pt x="839" y="181"/>
                  <a:pt x="839" y="181"/>
                  <a:pt x="839" y="181"/>
                </a:cubicBezTo>
                <a:cubicBezTo>
                  <a:pt x="839" y="181"/>
                  <a:pt x="839" y="181"/>
                  <a:pt x="839" y="181"/>
                </a:cubicBezTo>
                <a:cubicBezTo>
                  <a:pt x="840" y="179"/>
                  <a:pt x="840" y="179"/>
                  <a:pt x="840" y="179"/>
                </a:cubicBezTo>
                <a:cubicBezTo>
                  <a:pt x="840" y="179"/>
                  <a:pt x="840" y="179"/>
                  <a:pt x="840" y="179"/>
                </a:cubicBezTo>
                <a:cubicBezTo>
                  <a:pt x="840" y="178"/>
                  <a:pt x="840" y="178"/>
                  <a:pt x="840" y="178"/>
                </a:cubicBezTo>
                <a:cubicBezTo>
                  <a:pt x="840" y="178"/>
                  <a:pt x="840" y="178"/>
                  <a:pt x="840" y="178"/>
                </a:cubicBezTo>
                <a:cubicBezTo>
                  <a:pt x="842" y="177"/>
                  <a:pt x="842" y="177"/>
                  <a:pt x="842" y="177"/>
                </a:cubicBezTo>
                <a:cubicBezTo>
                  <a:pt x="842" y="177"/>
                  <a:pt x="842" y="177"/>
                  <a:pt x="842" y="177"/>
                </a:cubicBezTo>
                <a:cubicBezTo>
                  <a:pt x="843" y="176"/>
                  <a:pt x="843" y="176"/>
                  <a:pt x="843" y="176"/>
                </a:cubicBezTo>
                <a:cubicBezTo>
                  <a:pt x="843" y="176"/>
                  <a:pt x="843" y="176"/>
                  <a:pt x="843" y="176"/>
                </a:cubicBezTo>
                <a:cubicBezTo>
                  <a:pt x="845" y="174"/>
                  <a:pt x="845" y="174"/>
                  <a:pt x="845" y="174"/>
                </a:cubicBezTo>
                <a:cubicBezTo>
                  <a:pt x="845" y="174"/>
                  <a:pt x="845" y="174"/>
                  <a:pt x="845" y="174"/>
                </a:cubicBezTo>
                <a:cubicBezTo>
                  <a:pt x="847" y="177"/>
                  <a:pt x="847" y="177"/>
                  <a:pt x="847" y="177"/>
                </a:cubicBezTo>
                <a:cubicBezTo>
                  <a:pt x="847" y="177"/>
                  <a:pt x="847" y="177"/>
                  <a:pt x="847" y="177"/>
                </a:cubicBezTo>
                <a:cubicBezTo>
                  <a:pt x="850" y="178"/>
                  <a:pt x="850" y="178"/>
                  <a:pt x="850" y="178"/>
                </a:cubicBezTo>
                <a:cubicBezTo>
                  <a:pt x="850" y="178"/>
                  <a:pt x="850" y="178"/>
                  <a:pt x="850" y="178"/>
                </a:cubicBezTo>
                <a:cubicBezTo>
                  <a:pt x="854" y="179"/>
                  <a:pt x="854" y="179"/>
                  <a:pt x="854" y="179"/>
                </a:cubicBezTo>
                <a:cubicBezTo>
                  <a:pt x="854" y="179"/>
                  <a:pt x="854" y="179"/>
                  <a:pt x="854" y="179"/>
                </a:cubicBezTo>
                <a:cubicBezTo>
                  <a:pt x="858" y="179"/>
                  <a:pt x="858" y="179"/>
                  <a:pt x="858" y="179"/>
                </a:cubicBezTo>
                <a:cubicBezTo>
                  <a:pt x="858" y="179"/>
                  <a:pt x="858" y="179"/>
                  <a:pt x="858" y="179"/>
                </a:cubicBezTo>
                <a:cubicBezTo>
                  <a:pt x="862" y="180"/>
                  <a:pt x="862" y="180"/>
                  <a:pt x="862" y="180"/>
                </a:cubicBezTo>
                <a:cubicBezTo>
                  <a:pt x="862" y="180"/>
                  <a:pt x="862" y="180"/>
                  <a:pt x="862" y="180"/>
                </a:cubicBezTo>
                <a:cubicBezTo>
                  <a:pt x="866" y="180"/>
                  <a:pt x="866" y="180"/>
                  <a:pt x="866" y="180"/>
                </a:cubicBezTo>
                <a:cubicBezTo>
                  <a:pt x="866" y="180"/>
                  <a:pt x="866" y="180"/>
                  <a:pt x="866" y="180"/>
                </a:cubicBezTo>
                <a:cubicBezTo>
                  <a:pt x="870" y="181"/>
                  <a:pt x="870" y="181"/>
                  <a:pt x="870" y="181"/>
                </a:cubicBezTo>
                <a:cubicBezTo>
                  <a:pt x="870" y="181"/>
                  <a:pt x="870" y="181"/>
                  <a:pt x="870" y="181"/>
                </a:cubicBezTo>
                <a:cubicBezTo>
                  <a:pt x="874" y="181"/>
                  <a:pt x="874" y="181"/>
                  <a:pt x="874" y="181"/>
                </a:cubicBezTo>
                <a:cubicBezTo>
                  <a:pt x="874" y="181"/>
                  <a:pt x="874" y="181"/>
                  <a:pt x="874" y="181"/>
                </a:cubicBezTo>
                <a:cubicBezTo>
                  <a:pt x="941" y="179"/>
                  <a:pt x="941" y="179"/>
                  <a:pt x="941" y="179"/>
                </a:cubicBezTo>
                <a:cubicBezTo>
                  <a:pt x="941" y="179"/>
                  <a:pt x="941" y="179"/>
                  <a:pt x="941" y="179"/>
                </a:cubicBezTo>
                <a:cubicBezTo>
                  <a:pt x="976" y="176"/>
                  <a:pt x="976" y="176"/>
                  <a:pt x="976" y="176"/>
                </a:cubicBezTo>
                <a:cubicBezTo>
                  <a:pt x="976" y="176"/>
                  <a:pt x="976" y="176"/>
                  <a:pt x="976" y="176"/>
                </a:cubicBezTo>
                <a:cubicBezTo>
                  <a:pt x="979" y="180"/>
                  <a:pt x="979" y="180"/>
                  <a:pt x="979" y="180"/>
                </a:cubicBezTo>
                <a:cubicBezTo>
                  <a:pt x="979" y="180"/>
                  <a:pt x="979" y="180"/>
                  <a:pt x="979" y="180"/>
                </a:cubicBezTo>
                <a:cubicBezTo>
                  <a:pt x="983" y="183"/>
                  <a:pt x="983" y="183"/>
                  <a:pt x="983" y="183"/>
                </a:cubicBezTo>
                <a:cubicBezTo>
                  <a:pt x="983" y="183"/>
                  <a:pt x="983" y="183"/>
                  <a:pt x="983" y="183"/>
                </a:cubicBezTo>
                <a:cubicBezTo>
                  <a:pt x="985" y="186"/>
                  <a:pt x="985" y="186"/>
                  <a:pt x="985" y="186"/>
                </a:cubicBezTo>
                <a:cubicBezTo>
                  <a:pt x="985" y="186"/>
                  <a:pt x="985" y="186"/>
                  <a:pt x="985" y="186"/>
                </a:cubicBezTo>
                <a:cubicBezTo>
                  <a:pt x="988" y="190"/>
                  <a:pt x="988" y="190"/>
                  <a:pt x="988" y="190"/>
                </a:cubicBezTo>
                <a:cubicBezTo>
                  <a:pt x="988" y="190"/>
                  <a:pt x="988" y="190"/>
                  <a:pt x="988" y="190"/>
                </a:cubicBezTo>
                <a:cubicBezTo>
                  <a:pt x="988" y="195"/>
                  <a:pt x="988" y="195"/>
                  <a:pt x="988" y="195"/>
                </a:cubicBezTo>
                <a:cubicBezTo>
                  <a:pt x="988" y="195"/>
                  <a:pt x="988" y="195"/>
                  <a:pt x="988" y="195"/>
                </a:cubicBezTo>
                <a:cubicBezTo>
                  <a:pt x="989" y="200"/>
                  <a:pt x="989" y="200"/>
                  <a:pt x="989" y="200"/>
                </a:cubicBezTo>
                <a:cubicBezTo>
                  <a:pt x="989" y="200"/>
                  <a:pt x="989" y="200"/>
                  <a:pt x="989" y="200"/>
                </a:cubicBezTo>
                <a:cubicBezTo>
                  <a:pt x="989" y="204"/>
                  <a:pt x="989" y="204"/>
                  <a:pt x="989" y="204"/>
                </a:cubicBezTo>
                <a:cubicBezTo>
                  <a:pt x="989" y="204"/>
                  <a:pt x="989" y="204"/>
                  <a:pt x="989" y="204"/>
                </a:cubicBezTo>
                <a:cubicBezTo>
                  <a:pt x="989" y="208"/>
                  <a:pt x="989" y="208"/>
                  <a:pt x="989" y="208"/>
                </a:cubicBezTo>
                <a:cubicBezTo>
                  <a:pt x="989" y="208"/>
                  <a:pt x="989" y="208"/>
                  <a:pt x="989" y="208"/>
                </a:cubicBezTo>
                <a:cubicBezTo>
                  <a:pt x="987" y="212"/>
                  <a:pt x="987" y="212"/>
                  <a:pt x="987" y="212"/>
                </a:cubicBezTo>
                <a:cubicBezTo>
                  <a:pt x="987" y="212"/>
                  <a:pt x="987" y="212"/>
                  <a:pt x="987" y="212"/>
                </a:cubicBezTo>
                <a:cubicBezTo>
                  <a:pt x="986" y="214"/>
                  <a:pt x="986" y="214"/>
                  <a:pt x="986" y="214"/>
                </a:cubicBezTo>
                <a:cubicBezTo>
                  <a:pt x="986" y="214"/>
                  <a:pt x="986" y="214"/>
                  <a:pt x="986" y="214"/>
                </a:cubicBezTo>
                <a:cubicBezTo>
                  <a:pt x="984" y="215"/>
                  <a:pt x="984" y="215"/>
                  <a:pt x="984" y="215"/>
                </a:cubicBezTo>
                <a:cubicBezTo>
                  <a:pt x="984" y="215"/>
                  <a:pt x="984" y="215"/>
                  <a:pt x="984" y="215"/>
                </a:cubicBezTo>
                <a:cubicBezTo>
                  <a:pt x="983" y="216"/>
                  <a:pt x="983" y="216"/>
                  <a:pt x="983" y="216"/>
                </a:cubicBezTo>
                <a:cubicBezTo>
                  <a:pt x="983" y="216"/>
                  <a:pt x="983" y="216"/>
                  <a:pt x="983" y="216"/>
                </a:cubicBezTo>
                <a:cubicBezTo>
                  <a:pt x="979" y="219"/>
                  <a:pt x="979" y="219"/>
                  <a:pt x="979" y="219"/>
                </a:cubicBezTo>
                <a:cubicBezTo>
                  <a:pt x="979" y="219"/>
                  <a:pt x="979" y="219"/>
                  <a:pt x="979" y="219"/>
                </a:cubicBezTo>
                <a:cubicBezTo>
                  <a:pt x="977" y="221"/>
                  <a:pt x="977" y="221"/>
                  <a:pt x="977" y="221"/>
                </a:cubicBezTo>
                <a:cubicBezTo>
                  <a:pt x="977" y="221"/>
                  <a:pt x="977" y="221"/>
                  <a:pt x="977" y="221"/>
                </a:cubicBezTo>
                <a:cubicBezTo>
                  <a:pt x="975" y="223"/>
                  <a:pt x="975" y="223"/>
                  <a:pt x="975" y="223"/>
                </a:cubicBezTo>
                <a:cubicBezTo>
                  <a:pt x="975" y="223"/>
                  <a:pt x="975" y="223"/>
                  <a:pt x="975" y="223"/>
                </a:cubicBezTo>
                <a:cubicBezTo>
                  <a:pt x="975" y="225"/>
                  <a:pt x="975" y="225"/>
                  <a:pt x="975" y="225"/>
                </a:cubicBezTo>
                <a:cubicBezTo>
                  <a:pt x="975" y="225"/>
                  <a:pt x="975" y="225"/>
                  <a:pt x="975" y="225"/>
                </a:cubicBezTo>
                <a:cubicBezTo>
                  <a:pt x="969" y="231"/>
                  <a:pt x="969" y="231"/>
                  <a:pt x="969" y="231"/>
                </a:cubicBezTo>
                <a:cubicBezTo>
                  <a:pt x="969" y="231"/>
                  <a:pt x="969" y="231"/>
                  <a:pt x="969" y="231"/>
                </a:cubicBezTo>
                <a:cubicBezTo>
                  <a:pt x="964" y="237"/>
                  <a:pt x="964" y="237"/>
                  <a:pt x="964" y="237"/>
                </a:cubicBezTo>
                <a:cubicBezTo>
                  <a:pt x="964" y="237"/>
                  <a:pt x="964" y="237"/>
                  <a:pt x="964" y="237"/>
                </a:cubicBezTo>
                <a:cubicBezTo>
                  <a:pt x="957" y="243"/>
                  <a:pt x="957" y="243"/>
                  <a:pt x="957" y="243"/>
                </a:cubicBezTo>
                <a:cubicBezTo>
                  <a:pt x="957" y="243"/>
                  <a:pt x="957" y="243"/>
                  <a:pt x="957" y="243"/>
                </a:cubicBezTo>
                <a:cubicBezTo>
                  <a:pt x="953" y="249"/>
                  <a:pt x="953" y="249"/>
                  <a:pt x="953" y="249"/>
                </a:cubicBezTo>
                <a:cubicBezTo>
                  <a:pt x="953" y="249"/>
                  <a:pt x="953" y="249"/>
                  <a:pt x="953" y="249"/>
                </a:cubicBezTo>
                <a:cubicBezTo>
                  <a:pt x="947" y="256"/>
                  <a:pt x="947" y="256"/>
                  <a:pt x="947" y="256"/>
                </a:cubicBezTo>
                <a:cubicBezTo>
                  <a:pt x="947" y="256"/>
                  <a:pt x="947" y="256"/>
                  <a:pt x="947" y="256"/>
                </a:cubicBezTo>
                <a:cubicBezTo>
                  <a:pt x="942" y="261"/>
                  <a:pt x="942" y="261"/>
                  <a:pt x="942" y="261"/>
                </a:cubicBezTo>
                <a:cubicBezTo>
                  <a:pt x="942" y="261"/>
                  <a:pt x="942" y="261"/>
                  <a:pt x="942" y="261"/>
                </a:cubicBezTo>
                <a:cubicBezTo>
                  <a:pt x="935" y="266"/>
                  <a:pt x="935" y="266"/>
                  <a:pt x="935" y="266"/>
                </a:cubicBezTo>
                <a:cubicBezTo>
                  <a:pt x="935" y="266"/>
                  <a:pt x="935" y="266"/>
                  <a:pt x="935" y="266"/>
                </a:cubicBezTo>
                <a:cubicBezTo>
                  <a:pt x="929" y="269"/>
                  <a:pt x="929" y="269"/>
                  <a:pt x="929" y="269"/>
                </a:cubicBezTo>
                <a:cubicBezTo>
                  <a:pt x="929" y="269"/>
                  <a:pt x="929" y="269"/>
                  <a:pt x="929" y="269"/>
                </a:cubicBezTo>
                <a:cubicBezTo>
                  <a:pt x="906" y="308"/>
                  <a:pt x="906" y="308"/>
                  <a:pt x="906" y="308"/>
                </a:cubicBezTo>
                <a:cubicBezTo>
                  <a:pt x="906" y="308"/>
                  <a:pt x="906" y="308"/>
                  <a:pt x="906" y="308"/>
                </a:cubicBezTo>
                <a:cubicBezTo>
                  <a:pt x="908" y="313"/>
                  <a:pt x="908" y="313"/>
                  <a:pt x="908" y="313"/>
                </a:cubicBezTo>
                <a:cubicBezTo>
                  <a:pt x="908" y="313"/>
                  <a:pt x="908" y="313"/>
                  <a:pt x="908" y="313"/>
                </a:cubicBezTo>
                <a:cubicBezTo>
                  <a:pt x="914" y="315"/>
                  <a:pt x="914" y="315"/>
                  <a:pt x="914" y="315"/>
                </a:cubicBezTo>
                <a:cubicBezTo>
                  <a:pt x="914" y="315"/>
                  <a:pt x="914" y="315"/>
                  <a:pt x="914" y="315"/>
                </a:cubicBezTo>
                <a:cubicBezTo>
                  <a:pt x="921" y="314"/>
                  <a:pt x="921" y="314"/>
                  <a:pt x="921" y="314"/>
                </a:cubicBezTo>
                <a:cubicBezTo>
                  <a:pt x="921" y="314"/>
                  <a:pt x="921" y="314"/>
                  <a:pt x="921" y="314"/>
                </a:cubicBezTo>
                <a:cubicBezTo>
                  <a:pt x="927" y="312"/>
                  <a:pt x="927" y="312"/>
                  <a:pt x="927" y="312"/>
                </a:cubicBezTo>
                <a:cubicBezTo>
                  <a:pt x="927" y="312"/>
                  <a:pt x="927" y="312"/>
                  <a:pt x="927" y="312"/>
                </a:cubicBezTo>
                <a:cubicBezTo>
                  <a:pt x="934" y="310"/>
                  <a:pt x="934" y="310"/>
                  <a:pt x="934" y="310"/>
                </a:cubicBezTo>
                <a:cubicBezTo>
                  <a:pt x="934" y="310"/>
                  <a:pt x="934" y="310"/>
                  <a:pt x="934" y="310"/>
                </a:cubicBezTo>
                <a:cubicBezTo>
                  <a:pt x="941" y="307"/>
                  <a:pt x="941" y="307"/>
                  <a:pt x="941" y="307"/>
                </a:cubicBezTo>
                <a:cubicBezTo>
                  <a:pt x="941" y="307"/>
                  <a:pt x="941" y="307"/>
                  <a:pt x="941" y="307"/>
                </a:cubicBezTo>
                <a:cubicBezTo>
                  <a:pt x="947" y="304"/>
                  <a:pt x="947" y="304"/>
                  <a:pt x="947" y="304"/>
                </a:cubicBezTo>
                <a:cubicBezTo>
                  <a:pt x="947" y="304"/>
                  <a:pt x="947" y="304"/>
                  <a:pt x="947" y="304"/>
                </a:cubicBezTo>
                <a:cubicBezTo>
                  <a:pt x="953" y="302"/>
                  <a:pt x="953" y="302"/>
                  <a:pt x="953" y="302"/>
                </a:cubicBezTo>
                <a:cubicBezTo>
                  <a:pt x="953" y="302"/>
                  <a:pt x="953" y="302"/>
                  <a:pt x="953" y="302"/>
                </a:cubicBezTo>
                <a:cubicBezTo>
                  <a:pt x="960" y="299"/>
                  <a:pt x="960" y="299"/>
                  <a:pt x="960" y="299"/>
                </a:cubicBezTo>
                <a:cubicBezTo>
                  <a:pt x="960" y="299"/>
                  <a:pt x="960" y="299"/>
                  <a:pt x="960" y="299"/>
                </a:cubicBezTo>
                <a:cubicBezTo>
                  <a:pt x="960" y="301"/>
                  <a:pt x="960" y="301"/>
                  <a:pt x="960" y="301"/>
                </a:cubicBezTo>
                <a:cubicBezTo>
                  <a:pt x="960" y="301"/>
                  <a:pt x="960" y="301"/>
                  <a:pt x="960" y="301"/>
                </a:cubicBezTo>
                <a:cubicBezTo>
                  <a:pt x="963" y="303"/>
                  <a:pt x="963" y="303"/>
                  <a:pt x="963" y="303"/>
                </a:cubicBezTo>
                <a:cubicBezTo>
                  <a:pt x="963" y="303"/>
                  <a:pt x="963" y="303"/>
                  <a:pt x="963" y="303"/>
                </a:cubicBezTo>
                <a:cubicBezTo>
                  <a:pt x="963" y="305"/>
                  <a:pt x="963" y="305"/>
                  <a:pt x="963" y="305"/>
                </a:cubicBezTo>
                <a:cubicBezTo>
                  <a:pt x="963" y="305"/>
                  <a:pt x="963" y="305"/>
                  <a:pt x="963" y="305"/>
                </a:cubicBezTo>
                <a:cubicBezTo>
                  <a:pt x="965" y="307"/>
                  <a:pt x="965" y="307"/>
                  <a:pt x="965" y="307"/>
                </a:cubicBezTo>
                <a:cubicBezTo>
                  <a:pt x="965" y="307"/>
                  <a:pt x="965" y="307"/>
                  <a:pt x="965" y="307"/>
                </a:cubicBezTo>
                <a:cubicBezTo>
                  <a:pt x="965" y="310"/>
                  <a:pt x="965" y="310"/>
                  <a:pt x="965" y="310"/>
                </a:cubicBezTo>
                <a:cubicBezTo>
                  <a:pt x="965" y="310"/>
                  <a:pt x="965" y="310"/>
                  <a:pt x="965" y="310"/>
                </a:cubicBezTo>
                <a:cubicBezTo>
                  <a:pt x="965" y="311"/>
                  <a:pt x="965" y="311"/>
                  <a:pt x="965" y="311"/>
                </a:cubicBezTo>
                <a:cubicBezTo>
                  <a:pt x="965" y="311"/>
                  <a:pt x="965" y="311"/>
                  <a:pt x="965" y="311"/>
                </a:cubicBezTo>
                <a:cubicBezTo>
                  <a:pt x="965" y="313"/>
                  <a:pt x="965" y="313"/>
                  <a:pt x="965" y="313"/>
                </a:cubicBezTo>
                <a:cubicBezTo>
                  <a:pt x="965" y="313"/>
                  <a:pt x="965" y="313"/>
                  <a:pt x="965" y="313"/>
                </a:cubicBezTo>
                <a:cubicBezTo>
                  <a:pt x="966" y="315"/>
                  <a:pt x="966" y="315"/>
                  <a:pt x="966" y="315"/>
                </a:cubicBezTo>
                <a:cubicBezTo>
                  <a:pt x="966" y="315"/>
                  <a:pt x="966" y="315"/>
                  <a:pt x="966" y="315"/>
                </a:cubicBezTo>
                <a:cubicBezTo>
                  <a:pt x="964" y="317"/>
                  <a:pt x="964" y="317"/>
                  <a:pt x="964" y="317"/>
                </a:cubicBezTo>
                <a:cubicBezTo>
                  <a:pt x="964" y="317"/>
                  <a:pt x="964" y="317"/>
                  <a:pt x="964" y="317"/>
                </a:cubicBezTo>
                <a:cubicBezTo>
                  <a:pt x="961" y="318"/>
                  <a:pt x="961" y="318"/>
                  <a:pt x="961" y="318"/>
                </a:cubicBezTo>
                <a:cubicBezTo>
                  <a:pt x="961" y="318"/>
                  <a:pt x="961" y="318"/>
                  <a:pt x="961" y="318"/>
                </a:cubicBezTo>
                <a:cubicBezTo>
                  <a:pt x="960" y="318"/>
                  <a:pt x="960" y="318"/>
                  <a:pt x="960" y="318"/>
                </a:cubicBezTo>
                <a:cubicBezTo>
                  <a:pt x="960" y="318"/>
                  <a:pt x="960" y="318"/>
                  <a:pt x="960" y="318"/>
                </a:cubicBezTo>
                <a:cubicBezTo>
                  <a:pt x="959" y="318"/>
                  <a:pt x="959" y="318"/>
                  <a:pt x="959" y="318"/>
                </a:cubicBezTo>
                <a:cubicBezTo>
                  <a:pt x="959" y="318"/>
                  <a:pt x="959" y="318"/>
                  <a:pt x="959" y="318"/>
                </a:cubicBezTo>
                <a:cubicBezTo>
                  <a:pt x="956" y="319"/>
                  <a:pt x="956" y="319"/>
                  <a:pt x="956" y="319"/>
                </a:cubicBezTo>
                <a:cubicBezTo>
                  <a:pt x="956" y="319"/>
                  <a:pt x="956" y="319"/>
                  <a:pt x="956" y="319"/>
                </a:cubicBezTo>
                <a:cubicBezTo>
                  <a:pt x="955" y="319"/>
                  <a:pt x="955" y="319"/>
                  <a:pt x="955" y="319"/>
                </a:cubicBezTo>
                <a:cubicBezTo>
                  <a:pt x="955" y="319"/>
                  <a:pt x="955" y="319"/>
                  <a:pt x="955" y="319"/>
                </a:cubicBezTo>
                <a:cubicBezTo>
                  <a:pt x="953" y="320"/>
                  <a:pt x="953" y="320"/>
                  <a:pt x="953" y="320"/>
                </a:cubicBezTo>
                <a:cubicBezTo>
                  <a:pt x="953" y="320"/>
                  <a:pt x="953" y="320"/>
                  <a:pt x="953" y="320"/>
                </a:cubicBezTo>
                <a:cubicBezTo>
                  <a:pt x="953" y="321"/>
                  <a:pt x="953" y="321"/>
                  <a:pt x="953" y="321"/>
                </a:cubicBezTo>
                <a:cubicBezTo>
                  <a:pt x="953" y="321"/>
                  <a:pt x="953" y="321"/>
                  <a:pt x="953" y="321"/>
                </a:cubicBezTo>
                <a:cubicBezTo>
                  <a:pt x="882" y="341"/>
                  <a:pt x="882" y="341"/>
                  <a:pt x="882" y="341"/>
                </a:cubicBezTo>
                <a:cubicBezTo>
                  <a:pt x="882" y="341"/>
                  <a:pt x="882" y="341"/>
                  <a:pt x="882" y="341"/>
                </a:cubicBezTo>
                <a:cubicBezTo>
                  <a:pt x="881" y="342"/>
                  <a:pt x="881" y="342"/>
                  <a:pt x="881" y="342"/>
                </a:cubicBezTo>
                <a:cubicBezTo>
                  <a:pt x="881" y="342"/>
                  <a:pt x="881" y="342"/>
                  <a:pt x="881" y="342"/>
                </a:cubicBezTo>
                <a:cubicBezTo>
                  <a:pt x="880" y="343"/>
                  <a:pt x="880" y="343"/>
                  <a:pt x="880" y="343"/>
                </a:cubicBezTo>
                <a:cubicBezTo>
                  <a:pt x="880" y="343"/>
                  <a:pt x="880" y="343"/>
                  <a:pt x="880" y="343"/>
                </a:cubicBezTo>
                <a:cubicBezTo>
                  <a:pt x="878" y="344"/>
                  <a:pt x="878" y="344"/>
                  <a:pt x="878" y="344"/>
                </a:cubicBezTo>
                <a:cubicBezTo>
                  <a:pt x="878" y="344"/>
                  <a:pt x="878" y="344"/>
                  <a:pt x="878" y="344"/>
                </a:cubicBezTo>
                <a:cubicBezTo>
                  <a:pt x="878" y="344"/>
                  <a:pt x="878" y="344"/>
                  <a:pt x="878" y="344"/>
                </a:cubicBezTo>
                <a:cubicBezTo>
                  <a:pt x="878" y="344"/>
                  <a:pt x="878" y="344"/>
                  <a:pt x="878" y="344"/>
                </a:cubicBezTo>
                <a:cubicBezTo>
                  <a:pt x="877" y="345"/>
                  <a:pt x="877" y="345"/>
                  <a:pt x="877" y="345"/>
                </a:cubicBezTo>
                <a:cubicBezTo>
                  <a:pt x="877" y="345"/>
                  <a:pt x="877" y="345"/>
                  <a:pt x="877" y="345"/>
                </a:cubicBezTo>
                <a:cubicBezTo>
                  <a:pt x="876" y="346"/>
                  <a:pt x="876" y="346"/>
                  <a:pt x="876" y="346"/>
                </a:cubicBezTo>
                <a:cubicBezTo>
                  <a:pt x="876" y="346"/>
                  <a:pt x="876" y="346"/>
                  <a:pt x="876" y="346"/>
                </a:cubicBezTo>
                <a:cubicBezTo>
                  <a:pt x="875" y="347"/>
                  <a:pt x="875" y="347"/>
                  <a:pt x="875" y="347"/>
                </a:cubicBezTo>
                <a:cubicBezTo>
                  <a:pt x="875" y="347"/>
                  <a:pt x="875" y="347"/>
                  <a:pt x="875" y="347"/>
                </a:cubicBezTo>
                <a:cubicBezTo>
                  <a:pt x="875" y="347"/>
                  <a:pt x="875" y="347"/>
                  <a:pt x="875" y="347"/>
                </a:cubicBezTo>
                <a:cubicBezTo>
                  <a:pt x="875" y="347"/>
                  <a:pt x="875" y="347"/>
                  <a:pt x="875" y="347"/>
                </a:cubicBezTo>
                <a:cubicBezTo>
                  <a:pt x="871" y="348"/>
                  <a:pt x="871" y="348"/>
                  <a:pt x="871" y="348"/>
                </a:cubicBezTo>
                <a:cubicBezTo>
                  <a:pt x="871" y="348"/>
                  <a:pt x="871" y="348"/>
                  <a:pt x="871" y="348"/>
                </a:cubicBezTo>
                <a:cubicBezTo>
                  <a:pt x="868" y="348"/>
                  <a:pt x="868" y="348"/>
                  <a:pt x="868" y="348"/>
                </a:cubicBezTo>
                <a:cubicBezTo>
                  <a:pt x="868" y="348"/>
                  <a:pt x="868" y="348"/>
                  <a:pt x="868" y="348"/>
                </a:cubicBezTo>
                <a:cubicBezTo>
                  <a:pt x="866" y="349"/>
                  <a:pt x="866" y="349"/>
                  <a:pt x="866" y="349"/>
                </a:cubicBezTo>
                <a:cubicBezTo>
                  <a:pt x="866" y="349"/>
                  <a:pt x="866" y="349"/>
                  <a:pt x="866" y="349"/>
                </a:cubicBezTo>
                <a:cubicBezTo>
                  <a:pt x="865" y="349"/>
                  <a:pt x="864" y="349"/>
                  <a:pt x="864" y="350"/>
                </a:cubicBezTo>
                <a:cubicBezTo>
                  <a:pt x="864" y="350"/>
                  <a:pt x="864" y="350"/>
                  <a:pt x="864" y="350"/>
                </a:cubicBezTo>
                <a:cubicBezTo>
                  <a:pt x="860" y="352"/>
                  <a:pt x="859" y="351"/>
                  <a:pt x="855" y="353"/>
                </a:cubicBezTo>
                <a:cubicBezTo>
                  <a:pt x="855" y="353"/>
                  <a:pt x="855" y="353"/>
                  <a:pt x="855" y="353"/>
                </a:cubicBezTo>
                <a:cubicBezTo>
                  <a:pt x="855" y="353"/>
                  <a:pt x="854" y="353"/>
                  <a:pt x="853" y="353"/>
                </a:cubicBezTo>
                <a:cubicBezTo>
                  <a:pt x="853" y="354"/>
                  <a:pt x="852" y="355"/>
                  <a:pt x="851" y="355"/>
                </a:cubicBezTo>
                <a:cubicBezTo>
                  <a:pt x="850" y="356"/>
                  <a:pt x="850" y="357"/>
                  <a:pt x="849" y="358"/>
                </a:cubicBezTo>
                <a:cubicBezTo>
                  <a:pt x="849" y="358"/>
                  <a:pt x="849" y="358"/>
                  <a:pt x="849" y="358"/>
                </a:cubicBezTo>
                <a:cubicBezTo>
                  <a:pt x="848" y="358"/>
                  <a:pt x="848" y="358"/>
                  <a:pt x="847" y="358"/>
                </a:cubicBezTo>
                <a:cubicBezTo>
                  <a:pt x="847" y="358"/>
                  <a:pt x="847" y="358"/>
                  <a:pt x="847" y="358"/>
                </a:cubicBezTo>
                <a:cubicBezTo>
                  <a:pt x="844" y="359"/>
                  <a:pt x="842" y="359"/>
                  <a:pt x="839" y="360"/>
                </a:cubicBezTo>
                <a:cubicBezTo>
                  <a:pt x="839" y="360"/>
                  <a:pt x="839" y="360"/>
                  <a:pt x="839" y="360"/>
                </a:cubicBezTo>
                <a:cubicBezTo>
                  <a:pt x="838" y="360"/>
                  <a:pt x="836" y="360"/>
                  <a:pt x="835" y="360"/>
                </a:cubicBezTo>
                <a:cubicBezTo>
                  <a:pt x="835" y="360"/>
                  <a:pt x="835" y="360"/>
                  <a:pt x="835" y="360"/>
                </a:cubicBezTo>
                <a:cubicBezTo>
                  <a:pt x="835" y="360"/>
                  <a:pt x="834" y="361"/>
                  <a:pt x="833" y="361"/>
                </a:cubicBezTo>
                <a:cubicBezTo>
                  <a:pt x="833" y="361"/>
                  <a:pt x="833" y="361"/>
                  <a:pt x="833" y="361"/>
                </a:cubicBezTo>
                <a:cubicBezTo>
                  <a:pt x="833" y="361"/>
                  <a:pt x="833" y="361"/>
                  <a:pt x="832" y="362"/>
                </a:cubicBezTo>
                <a:cubicBezTo>
                  <a:pt x="832" y="362"/>
                  <a:pt x="832" y="362"/>
                  <a:pt x="832" y="362"/>
                </a:cubicBezTo>
                <a:cubicBezTo>
                  <a:pt x="831" y="362"/>
                  <a:pt x="830" y="363"/>
                  <a:pt x="829" y="364"/>
                </a:cubicBezTo>
                <a:cubicBezTo>
                  <a:pt x="829" y="364"/>
                  <a:pt x="829" y="364"/>
                  <a:pt x="829" y="364"/>
                </a:cubicBezTo>
                <a:cubicBezTo>
                  <a:pt x="829" y="364"/>
                  <a:pt x="828" y="364"/>
                  <a:pt x="828" y="364"/>
                </a:cubicBezTo>
                <a:cubicBezTo>
                  <a:pt x="828" y="364"/>
                  <a:pt x="828" y="364"/>
                  <a:pt x="828" y="364"/>
                </a:cubicBezTo>
                <a:cubicBezTo>
                  <a:pt x="825" y="364"/>
                  <a:pt x="822" y="365"/>
                  <a:pt x="820" y="365"/>
                </a:cubicBezTo>
                <a:cubicBezTo>
                  <a:pt x="820" y="365"/>
                  <a:pt x="820" y="365"/>
                  <a:pt x="820" y="365"/>
                </a:cubicBezTo>
                <a:cubicBezTo>
                  <a:pt x="816" y="366"/>
                  <a:pt x="816" y="366"/>
                  <a:pt x="816" y="366"/>
                </a:cubicBezTo>
                <a:cubicBezTo>
                  <a:pt x="816" y="366"/>
                  <a:pt x="816" y="366"/>
                  <a:pt x="816" y="366"/>
                </a:cubicBezTo>
                <a:cubicBezTo>
                  <a:pt x="815" y="366"/>
                  <a:pt x="815" y="366"/>
                  <a:pt x="815" y="366"/>
                </a:cubicBezTo>
                <a:cubicBezTo>
                  <a:pt x="815" y="366"/>
                  <a:pt x="815" y="366"/>
                  <a:pt x="815" y="366"/>
                </a:cubicBezTo>
                <a:cubicBezTo>
                  <a:pt x="811" y="369"/>
                  <a:pt x="811" y="369"/>
                  <a:pt x="811" y="369"/>
                </a:cubicBezTo>
                <a:cubicBezTo>
                  <a:pt x="811" y="369"/>
                  <a:pt x="811" y="369"/>
                  <a:pt x="811" y="369"/>
                </a:cubicBezTo>
                <a:cubicBezTo>
                  <a:pt x="808" y="372"/>
                  <a:pt x="808" y="372"/>
                  <a:pt x="808" y="372"/>
                </a:cubicBezTo>
                <a:cubicBezTo>
                  <a:pt x="808" y="372"/>
                  <a:pt x="808" y="372"/>
                  <a:pt x="808" y="372"/>
                </a:cubicBezTo>
                <a:cubicBezTo>
                  <a:pt x="804" y="375"/>
                  <a:pt x="804" y="375"/>
                  <a:pt x="804" y="375"/>
                </a:cubicBezTo>
                <a:cubicBezTo>
                  <a:pt x="804" y="375"/>
                  <a:pt x="804" y="375"/>
                  <a:pt x="804" y="375"/>
                </a:cubicBezTo>
                <a:cubicBezTo>
                  <a:pt x="800" y="377"/>
                  <a:pt x="800" y="377"/>
                  <a:pt x="800" y="377"/>
                </a:cubicBezTo>
                <a:cubicBezTo>
                  <a:pt x="800" y="377"/>
                  <a:pt x="800" y="377"/>
                  <a:pt x="800" y="377"/>
                </a:cubicBezTo>
                <a:cubicBezTo>
                  <a:pt x="794" y="380"/>
                  <a:pt x="794" y="380"/>
                  <a:pt x="794" y="380"/>
                </a:cubicBezTo>
                <a:cubicBezTo>
                  <a:pt x="794" y="380"/>
                  <a:pt x="794" y="380"/>
                  <a:pt x="794" y="380"/>
                </a:cubicBezTo>
                <a:cubicBezTo>
                  <a:pt x="790" y="381"/>
                  <a:pt x="790" y="381"/>
                  <a:pt x="790" y="381"/>
                </a:cubicBezTo>
                <a:cubicBezTo>
                  <a:pt x="790" y="381"/>
                  <a:pt x="790" y="381"/>
                  <a:pt x="790" y="381"/>
                </a:cubicBezTo>
                <a:cubicBezTo>
                  <a:pt x="785" y="381"/>
                  <a:pt x="785" y="381"/>
                  <a:pt x="785" y="381"/>
                </a:cubicBezTo>
                <a:cubicBezTo>
                  <a:pt x="785" y="381"/>
                  <a:pt x="785" y="381"/>
                  <a:pt x="785" y="381"/>
                </a:cubicBezTo>
                <a:cubicBezTo>
                  <a:pt x="781" y="381"/>
                  <a:pt x="781" y="381"/>
                  <a:pt x="781" y="381"/>
                </a:cubicBezTo>
                <a:lnTo>
                  <a:pt x="778" y="381"/>
                </a:lnTo>
                <a:close/>
                <a:moveTo>
                  <a:pt x="200" y="359"/>
                </a:moveTo>
                <a:cubicBezTo>
                  <a:pt x="204" y="360"/>
                  <a:pt x="204" y="360"/>
                  <a:pt x="204" y="360"/>
                </a:cubicBezTo>
                <a:cubicBezTo>
                  <a:pt x="204" y="360"/>
                  <a:pt x="204" y="360"/>
                  <a:pt x="204" y="360"/>
                </a:cubicBezTo>
                <a:cubicBezTo>
                  <a:pt x="208" y="359"/>
                  <a:pt x="208" y="359"/>
                  <a:pt x="208" y="359"/>
                </a:cubicBezTo>
                <a:cubicBezTo>
                  <a:pt x="208" y="359"/>
                  <a:pt x="208" y="359"/>
                  <a:pt x="208" y="359"/>
                </a:cubicBezTo>
                <a:cubicBezTo>
                  <a:pt x="211" y="358"/>
                  <a:pt x="211" y="358"/>
                  <a:pt x="211" y="358"/>
                </a:cubicBezTo>
                <a:cubicBezTo>
                  <a:pt x="211" y="358"/>
                  <a:pt x="211" y="358"/>
                  <a:pt x="211" y="358"/>
                </a:cubicBezTo>
                <a:cubicBezTo>
                  <a:pt x="215" y="355"/>
                  <a:pt x="215" y="355"/>
                  <a:pt x="215" y="355"/>
                </a:cubicBezTo>
                <a:cubicBezTo>
                  <a:pt x="215" y="355"/>
                  <a:pt x="215" y="355"/>
                  <a:pt x="215" y="355"/>
                </a:cubicBezTo>
                <a:cubicBezTo>
                  <a:pt x="217" y="353"/>
                  <a:pt x="217" y="353"/>
                  <a:pt x="217" y="353"/>
                </a:cubicBezTo>
                <a:cubicBezTo>
                  <a:pt x="217" y="353"/>
                  <a:pt x="217" y="353"/>
                  <a:pt x="217" y="353"/>
                </a:cubicBezTo>
                <a:cubicBezTo>
                  <a:pt x="220" y="351"/>
                  <a:pt x="220" y="351"/>
                  <a:pt x="220" y="351"/>
                </a:cubicBezTo>
                <a:cubicBezTo>
                  <a:pt x="220" y="351"/>
                  <a:pt x="220" y="351"/>
                  <a:pt x="220" y="351"/>
                </a:cubicBezTo>
                <a:cubicBezTo>
                  <a:pt x="224" y="348"/>
                  <a:pt x="224" y="348"/>
                  <a:pt x="224" y="348"/>
                </a:cubicBezTo>
                <a:cubicBezTo>
                  <a:pt x="224" y="348"/>
                  <a:pt x="224" y="348"/>
                  <a:pt x="224" y="348"/>
                </a:cubicBezTo>
                <a:cubicBezTo>
                  <a:pt x="225" y="347"/>
                  <a:pt x="226" y="346"/>
                  <a:pt x="227" y="345"/>
                </a:cubicBezTo>
                <a:cubicBezTo>
                  <a:pt x="227" y="345"/>
                  <a:pt x="227" y="345"/>
                  <a:pt x="227" y="345"/>
                </a:cubicBezTo>
                <a:cubicBezTo>
                  <a:pt x="227" y="344"/>
                  <a:pt x="227" y="343"/>
                  <a:pt x="227" y="342"/>
                </a:cubicBezTo>
                <a:cubicBezTo>
                  <a:pt x="227" y="342"/>
                  <a:pt x="227" y="342"/>
                  <a:pt x="227" y="342"/>
                </a:cubicBezTo>
                <a:cubicBezTo>
                  <a:pt x="227" y="341"/>
                  <a:pt x="227" y="340"/>
                  <a:pt x="227" y="339"/>
                </a:cubicBezTo>
                <a:cubicBezTo>
                  <a:pt x="227" y="339"/>
                  <a:pt x="227" y="339"/>
                  <a:pt x="227" y="339"/>
                </a:cubicBezTo>
                <a:cubicBezTo>
                  <a:pt x="227" y="338"/>
                  <a:pt x="227" y="338"/>
                  <a:pt x="228" y="337"/>
                </a:cubicBezTo>
                <a:cubicBezTo>
                  <a:pt x="228" y="337"/>
                  <a:pt x="228" y="337"/>
                  <a:pt x="228" y="337"/>
                </a:cubicBezTo>
                <a:cubicBezTo>
                  <a:pt x="228" y="336"/>
                  <a:pt x="228" y="335"/>
                  <a:pt x="229" y="334"/>
                </a:cubicBezTo>
                <a:cubicBezTo>
                  <a:pt x="229" y="334"/>
                  <a:pt x="229" y="334"/>
                  <a:pt x="229" y="334"/>
                </a:cubicBezTo>
                <a:cubicBezTo>
                  <a:pt x="229" y="333"/>
                  <a:pt x="229" y="332"/>
                  <a:pt x="229" y="331"/>
                </a:cubicBezTo>
                <a:cubicBezTo>
                  <a:pt x="229" y="331"/>
                  <a:pt x="229" y="331"/>
                  <a:pt x="229" y="331"/>
                </a:cubicBezTo>
                <a:cubicBezTo>
                  <a:pt x="229" y="330"/>
                  <a:pt x="229" y="329"/>
                  <a:pt x="230" y="328"/>
                </a:cubicBezTo>
                <a:cubicBezTo>
                  <a:pt x="230" y="328"/>
                  <a:pt x="230" y="328"/>
                  <a:pt x="230" y="328"/>
                </a:cubicBezTo>
                <a:cubicBezTo>
                  <a:pt x="229" y="325"/>
                  <a:pt x="229" y="325"/>
                  <a:pt x="229" y="325"/>
                </a:cubicBezTo>
                <a:cubicBezTo>
                  <a:pt x="229" y="325"/>
                  <a:pt x="229" y="325"/>
                  <a:pt x="229" y="325"/>
                </a:cubicBezTo>
                <a:cubicBezTo>
                  <a:pt x="229" y="324"/>
                  <a:pt x="229" y="324"/>
                  <a:pt x="229" y="323"/>
                </a:cubicBezTo>
                <a:cubicBezTo>
                  <a:pt x="229" y="323"/>
                  <a:pt x="229" y="323"/>
                  <a:pt x="229" y="323"/>
                </a:cubicBezTo>
                <a:cubicBezTo>
                  <a:pt x="228" y="323"/>
                  <a:pt x="227" y="323"/>
                  <a:pt x="225" y="324"/>
                </a:cubicBezTo>
                <a:cubicBezTo>
                  <a:pt x="225" y="324"/>
                  <a:pt x="225" y="324"/>
                  <a:pt x="225" y="324"/>
                </a:cubicBezTo>
                <a:cubicBezTo>
                  <a:pt x="225" y="324"/>
                  <a:pt x="224" y="324"/>
                  <a:pt x="224" y="324"/>
                </a:cubicBezTo>
                <a:cubicBezTo>
                  <a:pt x="224" y="324"/>
                  <a:pt x="224" y="324"/>
                  <a:pt x="224" y="324"/>
                </a:cubicBezTo>
                <a:cubicBezTo>
                  <a:pt x="223" y="324"/>
                  <a:pt x="221" y="324"/>
                  <a:pt x="220" y="324"/>
                </a:cubicBezTo>
                <a:cubicBezTo>
                  <a:pt x="220" y="324"/>
                  <a:pt x="220" y="324"/>
                  <a:pt x="220" y="324"/>
                </a:cubicBezTo>
                <a:cubicBezTo>
                  <a:pt x="220" y="324"/>
                  <a:pt x="219" y="324"/>
                  <a:pt x="218" y="324"/>
                </a:cubicBezTo>
                <a:cubicBezTo>
                  <a:pt x="218" y="324"/>
                  <a:pt x="218" y="324"/>
                  <a:pt x="218" y="324"/>
                </a:cubicBezTo>
                <a:cubicBezTo>
                  <a:pt x="217" y="325"/>
                  <a:pt x="216" y="325"/>
                  <a:pt x="215" y="325"/>
                </a:cubicBezTo>
                <a:cubicBezTo>
                  <a:pt x="215" y="325"/>
                  <a:pt x="215" y="325"/>
                  <a:pt x="215" y="325"/>
                </a:cubicBezTo>
                <a:cubicBezTo>
                  <a:pt x="214" y="325"/>
                  <a:pt x="214" y="325"/>
                  <a:pt x="213" y="325"/>
                </a:cubicBezTo>
                <a:cubicBezTo>
                  <a:pt x="213" y="325"/>
                  <a:pt x="213" y="325"/>
                  <a:pt x="213" y="325"/>
                </a:cubicBezTo>
                <a:cubicBezTo>
                  <a:pt x="212" y="325"/>
                  <a:pt x="211" y="325"/>
                  <a:pt x="211" y="325"/>
                </a:cubicBezTo>
                <a:cubicBezTo>
                  <a:pt x="211" y="325"/>
                  <a:pt x="211" y="325"/>
                  <a:pt x="211" y="325"/>
                </a:cubicBezTo>
                <a:cubicBezTo>
                  <a:pt x="210" y="325"/>
                  <a:pt x="210" y="325"/>
                  <a:pt x="210" y="325"/>
                </a:cubicBezTo>
                <a:cubicBezTo>
                  <a:pt x="210" y="325"/>
                  <a:pt x="210" y="325"/>
                  <a:pt x="210" y="325"/>
                </a:cubicBezTo>
                <a:cubicBezTo>
                  <a:pt x="210" y="324"/>
                  <a:pt x="209" y="323"/>
                  <a:pt x="209" y="322"/>
                </a:cubicBezTo>
                <a:cubicBezTo>
                  <a:pt x="209" y="322"/>
                  <a:pt x="209" y="322"/>
                  <a:pt x="209" y="322"/>
                </a:cubicBezTo>
                <a:cubicBezTo>
                  <a:pt x="209" y="322"/>
                  <a:pt x="209" y="322"/>
                  <a:pt x="209" y="322"/>
                </a:cubicBezTo>
                <a:cubicBezTo>
                  <a:pt x="209" y="322"/>
                  <a:pt x="209" y="322"/>
                  <a:pt x="209" y="322"/>
                </a:cubicBezTo>
                <a:cubicBezTo>
                  <a:pt x="209" y="321"/>
                  <a:pt x="210" y="321"/>
                  <a:pt x="210" y="320"/>
                </a:cubicBezTo>
                <a:cubicBezTo>
                  <a:pt x="210" y="320"/>
                  <a:pt x="210" y="320"/>
                  <a:pt x="210" y="320"/>
                </a:cubicBezTo>
                <a:cubicBezTo>
                  <a:pt x="210" y="320"/>
                  <a:pt x="210" y="320"/>
                  <a:pt x="210" y="320"/>
                </a:cubicBezTo>
                <a:cubicBezTo>
                  <a:pt x="210" y="320"/>
                  <a:pt x="210" y="320"/>
                  <a:pt x="210" y="320"/>
                </a:cubicBezTo>
                <a:cubicBezTo>
                  <a:pt x="210" y="319"/>
                  <a:pt x="210" y="319"/>
                  <a:pt x="211" y="318"/>
                </a:cubicBezTo>
                <a:cubicBezTo>
                  <a:pt x="211" y="318"/>
                  <a:pt x="211" y="318"/>
                  <a:pt x="211" y="318"/>
                </a:cubicBezTo>
                <a:cubicBezTo>
                  <a:pt x="211" y="318"/>
                  <a:pt x="211" y="318"/>
                  <a:pt x="211" y="318"/>
                </a:cubicBezTo>
                <a:cubicBezTo>
                  <a:pt x="211" y="318"/>
                  <a:pt x="211" y="318"/>
                  <a:pt x="211" y="318"/>
                </a:cubicBezTo>
                <a:cubicBezTo>
                  <a:pt x="211" y="318"/>
                  <a:pt x="211" y="317"/>
                  <a:pt x="212" y="317"/>
                </a:cubicBezTo>
                <a:cubicBezTo>
                  <a:pt x="212" y="317"/>
                  <a:pt x="212" y="317"/>
                  <a:pt x="212" y="317"/>
                </a:cubicBezTo>
                <a:cubicBezTo>
                  <a:pt x="212" y="317"/>
                  <a:pt x="212" y="317"/>
                  <a:pt x="212" y="317"/>
                </a:cubicBezTo>
                <a:cubicBezTo>
                  <a:pt x="212" y="317"/>
                  <a:pt x="212" y="317"/>
                  <a:pt x="212" y="317"/>
                </a:cubicBezTo>
                <a:cubicBezTo>
                  <a:pt x="212" y="317"/>
                  <a:pt x="213" y="316"/>
                  <a:pt x="213" y="316"/>
                </a:cubicBezTo>
                <a:cubicBezTo>
                  <a:pt x="213" y="316"/>
                  <a:pt x="213" y="316"/>
                  <a:pt x="213" y="316"/>
                </a:cubicBezTo>
                <a:cubicBezTo>
                  <a:pt x="213" y="316"/>
                  <a:pt x="214" y="316"/>
                  <a:pt x="214" y="316"/>
                </a:cubicBezTo>
                <a:cubicBezTo>
                  <a:pt x="214" y="316"/>
                  <a:pt x="214" y="316"/>
                  <a:pt x="214" y="316"/>
                </a:cubicBezTo>
                <a:cubicBezTo>
                  <a:pt x="215" y="316"/>
                  <a:pt x="215" y="316"/>
                  <a:pt x="216" y="315"/>
                </a:cubicBezTo>
                <a:cubicBezTo>
                  <a:pt x="216" y="315"/>
                  <a:pt x="216" y="315"/>
                  <a:pt x="216" y="315"/>
                </a:cubicBezTo>
                <a:cubicBezTo>
                  <a:pt x="217" y="315"/>
                  <a:pt x="218" y="315"/>
                  <a:pt x="218" y="315"/>
                </a:cubicBezTo>
                <a:cubicBezTo>
                  <a:pt x="218" y="315"/>
                  <a:pt x="218" y="315"/>
                  <a:pt x="218" y="315"/>
                </a:cubicBezTo>
                <a:cubicBezTo>
                  <a:pt x="219" y="315"/>
                  <a:pt x="220" y="314"/>
                  <a:pt x="220" y="313"/>
                </a:cubicBezTo>
                <a:cubicBezTo>
                  <a:pt x="220" y="313"/>
                  <a:pt x="220" y="313"/>
                  <a:pt x="220" y="313"/>
                </a:cubicBezTo>
                <a:cubicBezTo>
                  <a:pt x="221" y="313"/>
                  <a:pt x="221" y="313"/>
                  <a:pt x="221" y="312"/>
                </a:cubicBezTo>
                <a:cubicBezTo>
                  <a:pt x="221" y="312"/>
                  <a:pt x="221" y="312"/>
                  <a:pt x="221" y="312"/>
                </a:cubicBezTo>
                <a:cubicBezTo>
                  <a:pt x="223" y="312"/>
                  <a:pt x="224" y="312"/>
                  <a:pt x="225" y="311"/>
                </a:cubicBezTo>
                <a:cubicBezTo>
                  <a:pt x="225" y="311"/>
                  <a:pt x="225" y="311"/>
                  <a:pt x="225" y="311"/>
                </a:cubicBezTo>
                <a:cubicBezTo>
                  <a:pt x="225" y="311"/>
                  <a:pt x="225" y="311"/>
                  <a:pt x="225" y="310"/>
                </a:cubicBezTo>
                <a:cubicBezTo>
                  <a:pt x="225" y="310"/>
                  <a:pt x="225" y="310"/>
                  <a:pt x="225" y="310"/>
                </a:cubicBezTo>
                <a:cubicBezTo>
                  <a:pt x="227" y="310"/>
                  <a:pt x="228" y="309"/>
                  <a:pt x="229" y="309"/>
                </a:cubicBezTo>
                <a:cubicBezTo>
                  <a:pt x="229" y="309"/>
                  <a:pt x="229" y="309"/>
                  <a:pt x="229" y="309"/>
                </a:cubicBezTo>
                <a:cubicBezTo>
                  <a:pt x="229" y="308"/>
                  <a:pt x="229" y="307"/>
                  <a:pt x="229" y="307"/>
                </a:cubicBezTo>
                <a:cubicBezTo>
                  <a:pt x="229" y="307"/>
                  <a:pt x="229" y="307"/>
                  <a:pt x="229" y="307"/>
                </a:cubicBezTo>
                <a:cubicBezTo>
                  <a:pt x="229" y="306"/>
                  <a:pt x="229" y="306"/>
                  <a:pt x="230" y="305"/>
                </a:cubicBezTo>
                <a:cubicBezTo>
                  <a:pt x="230" y="305"/>
                  <a:pt x="230" y="305"/>
                  <a:pt x="230" y="305"/>
                </a:cubicBezTo>
                <a:cubicBezTo>
                  <a:pt x="231" y="303"/>
                  <a:pt x="231" y="303"/>
                  <a:pt x="231" y="303"/>
                </a:cubicBezTo>
                <a:cubicBezTo>
                  <a:pt x="231" y="303"/>
                  <a:pt x="231" y="303"/>
                  <a:pt x="231" y="303"/>
                </a:cubicBezTo>
                <a:cubicBezTo>
                  <a:pt x="233" y="301"/>
                  <a:pt x="233" y="301"/>
                  <a:pt x="233" y="301"/>
                </a:cubicBezTo>
                <a:cubicBezTo>
                  <a:pt x="233" y="301"/>
                  <a:pt x="233" y="301"/>
                  <a:pt x="233" y="301"/>
                </a:cubicBezTo>
                <a:cubicBezTo>
                  <a:pt x="233" y="299"/>
                  <a:pt x="233" y="299"/>
                  <a:pt x="233" y="299"/>
                </a:cubicBezTo>
                <a:cubicBezTo>
                  <a:pt x="233" y="299"/>
                  <a:pt x="233" y="299"/>
                  <a:pt x="233" y="299"/>
                </a:cubicBezTo>
                <a:cubicBezTo>
                  <a:pt x="234" y="297"/>
                  <a:pt x="234" y="297"/>
                  <a:pt x="234" y="297"/>
                </a:cubicBezTo>
                <a:cubicBezTo>
                  <a:pt x="234" y="297"/>
                  <a:pt x="234" y="297"/>
                  <a:pt x="234" y="297"/>
                </a:cubicBezTo>
                <a:cubicBezTo>
                  <a:pt x="235" y="295"/>
                  <a:pt x="235" y="295"/>
                  <a:pt x="235" y="295"/>
                </a:cubicBezTo>
                <a:cubicBezTo>
                  <a:pt x="235" y="295"/>
                  <a:pt x="235" y="295"/>
                  <a:pt x="235" y="295"/>
                </a:cubicBezTo>
                <a:cubicBezTo>
                  <a:pt x="236" y="293"/>
                  <a:pt x="236" y="293"/>
                  <a:pt x="236" y="293"/>
                </a:cubicBezTo>
                <a:cubicBezTo>
                  <a:pt x="236" y="293"/>
                  <a:pt x="236" y="293"/>
                  <a:pt x="236" y="293"/>
                </a:cubicBezTo>
                <a:cubicBezTo>
                  <a:pt x="210" y="302"/>
                  <a:pt x="210" y="302"/>
                  <a:pt x="210" y="302"/>
                </a:cubicBezTo>
                <a:cubicBezTo>
                  <a:pt x="210" y="302"/>
                  <a:pt x="210" y="302"/>
                  <a:pt x="210" y="302"/>
                </a:cubicBezTo>
                <a:cubicBezTo>
                  <a:pt x="209" y="302"/>
                  <a:pt x="208" y="302"/>
                  <a:pt x="208" y="302"/>
                </a:cubicBezTo>
                <a:cubicBezTo>
                  <a:pt x="208" y="302"/>
                  <a:pt x="208" y="302"/>
                  <a:pt x="208" y="302"/>
                </a:cubicBezTo>
                <a:cubicBezTo>
                  <a:pt x="207" y="302"/>
                  <a:pt x="207" y="302"/>
                  <a:pt x="207" y="302"/>
                </a:cubicBezTo>
                <a:cubicBezTo>
                  <a:pt x="207" y="302"/>
                  <a:pt x="207" y="302"/>
                  <a:pt x="207" y="302"/>
                </a:cubicBezTo>
                <a:cubicBezTo>
                  <a:pt x="206" y="302"/>
                  <a:pt x="206" y="302"/>
                  <a:pt x="206" y="301"/>
                </a:cubicBezTo>
                <a:cubicBezTo>
                  <a:pt x="206" y="301"/>
                  <a:pt x="206" y="301"/>
                  <a:pt x="206" y="301"/>
                </a:cubicBezTo>
                <a:cubicBezTo>
                  <a:pt x="206" y="301"/>
                  <a:pt x="206" y="300"/>
                  <a:pt x="206" y="299"/>
                </a:cubicBezTo>
                <a:cubicBezTo>
                  <a:pt x="206" y="299"/>
                  <a:pt x="206" y="299"/>
                  <a:pt x="206" y="299"/>
                </a:cubicBezTo>
                <a:cubicBezTo>
                  <a:pt x="206" y="299"/>
                  <a:pt x="206" y="299"/>
                  <a:pt x="206" y="299"/>
                </a:cubicBezTo>
                <a:cubicBezTo>
                  <a:pt x="206" y="299"/>
                  <a:pt x="206" y="299"/>
                  <a:pt x="206" y="299"/>
                </a:cubicBezTo>
                <a:cubicBezTo>
                  <a:pt x="206" y="299"/>
                  <a:pt x="206" y="298"/>
                  <a:pt x="206" y="297"/>
                </a:cubicBezTo>
                <a:cubicBezTo>
                  <a:pt x="206" y="297"/>
                  <a:pt x="206" y="297"/>
                  <a:pt x="206" y="297"/>
                </a:cubicBezTo>
                <a:cubicBezTo>
                  <a:pt x="206" y="297"/>
                  <a:pt x="206" y="297"/>
                  <a:pt x="206" y="297"/>
                </a:cubicBezTo>
                <a:cubicBezTo>
                  <a:pt x="206" y="297"/>
                  <a:pt x="206" y="297"/>
                  <a:pt x="206" y="297"/>
                </a:cubicBezTo>
                <a:cubicBezTo>
                  <a:pt x="206" y="297"/>
                  <a:pt x="206" y="296"/>
                  <a:pt x="206" y="295"/>
                </a:cubicBezTo>
                <a:cubicBezTo>
                  <a:pt x="206" y="295"/>
                  <a:pt x="206" y="295"/>
                  <a:pt x="206" y="295"/>
                </a:cubicBezTo>
                <a:cubicBezTo>
                  <a:pt x="207" y="294"/>
                  <a:pt x="208" y="292"/>
                  <a:pt x="210" y="291"/>
                </a:cubicBezTo>
                <a:cubicBezTo>
                  <a:pt x="210" y="291"/>
                  <a:pt x="210" y="291"/>
                  <a:pt x="210" y="291"/>
                </a:cubicBezTo>
                <a:cubicBezTo>
                  <a:pt x="215" y="290"/>
                  <a:pt x="215" y="290"/>
                  <a:pt x="215" y="290"/>
                </a:cubicBezTo>
                <a:cubicBezTo>
                  <a:pt x="215" y="290"/>
                  <a:pt x="215" y="290"/>
                  <a:pt x="215" y="290"/>
                </a:cubicBezTo>
                <a:cubicBezTo>
                  <a:pt x="221" y="288"/>
                  <a:pt x="221" y="288"/>
                  <a:pt x="221" y="288"/>
                </a:cubicBezTo>
                <a:cubicBezTo>
                  <a:pt x="221" y="288"/>
                  <a:pt x="221" y="288"/>
                  <a:pt x="221" y="288"/>
                </a:cubicBezTo>
                <a:cubicBezTo>
                  <a:pt x="227" y="286"/>
                  <a:pt x="227" y="286"/>
                  <a:pt x="227" y="286"/>
                </a:cubicBezTo>
                <a:cubicBezTo>
                  <a:pt x="227" y="286"/>
                  <a:pt x="227" y="286"/>
                  <a:pt x="227" y="286"/>
                </a:cubicBezTo>
                <a:cubicBezTo>
                  <a:pt x="233" y="283"/>
                  <a:pt x="233" y="283"/>
                  <a:pt x="233" y="283"/>
                </a:cubicBezTo>
                <a:cubicBezTo>
                  <a:pt x="233" y="283"/>
                  <a:pt x="233" y="283"/>
                  <a:pt x="233" y="283"/>
                </a:cubicBezTo>
                <a:cubicBezTo>
                  <a:pt x="237" y="281"/>
                  <a:pt x="237" y="281"/>
                  <a:pt x="237" y="281"/>
                </a:cubicBezTo>
                <a:cubicBezTo>
                  <a:pt x="237" y="281"/>
                  <a:pt x="237" y="281"/>
                  <a:pt x="237" y="281"/>
                </a:cubicBezTo>
                <a:cubicBezTo>
                  <a:pt x="242" y="278"/>
                  <a:pt x="242" y="278"/>
                  <a:pt x="242" y="278"/>
                </a:cubicBezTo>
                <a:cubicBezTo>
                  <a:pt x="242" y="278"/>
                  <a:pt x="242" y="278"/>
                  <a:pt x="242" y="278"/>
                </a:cubicBezTo>
                <a:cubicBezTo>
                  <a:pt x="247" y="274"/>
                  <a:pt x="247" y="274"/>
                  <a:pt x="247" y="274"/>
                </a:cubicBezTo>
                <a:cubicBezTo>
                  <a:pt x="247" y="274"/>
                  <a:pt x="247" y="274"/>
                  <a:pt x="247" y="274"/>
                </a:cubicBezTo>
                <a:cubicBezTo>
                  <a:pt x="251" y="269"/>
                  <a:pt x="251" y="269"/>
                  <a:pt x="251" y="269"/>
                </a:cubicBezTo>
                <a:cubicBezTo>
                  <a:pt x="251" y="269"/>
                  <a:pt x="251" y="269"/>
                  <a:pt x="251" y="269"/>
                </a:cubicBezTo>
                <a:cubicBezTo>
                  <a:pt x="250" y="266"/>
                  <a:pt x="250" y="266"/>
                  <a:pt x="250" y="266"/>
                </a:cubicBezTo>
                <a:cubicBezTo>
                  <a:pt x="250" y="266"/>
                  <a:pt x="250" y="266"/>
                  <a:pt x="250" y="266"/>
                </a:cubicBezTo>
                <a:cubicBezTo>
                  <a:pt x="250" y="263"/>
                  <a:pt x="250" y="263"/>
                  <a:pt x="250" y="263"/>
                </a:cubicBezTo>
                <a:cubicBezTo>
                  <a:pt x="250" y="263"/>
                  <a:pt x="250" y="263"/>
                  <a:pt x="250" y="263"/>
                </a:cubicBezTo>
                <a:cubicBezTo>
                  <a:pt x="249" y="259"/>
                  <a:pt x="249" y="259"/>
                  <a:pt x="249" y="259"/>
                </a:cubicBezTo>
                <a:cubicBezTo>
                  <a:pt x="249" y="259"/>
                  <a:pt x="249" y="259"/>
                  <a:pt x="249" y="259"/>
                </a:cubicBezTo>
                <a:cubicBezTo>
                  <a:pt x="249" y="256"/>
                  <a:pt x="249" y="256"/>
                  <a:pt x="249" y="256"/>
                </a:cubicBezTo>
                <a:cubicBezTo>
                  <a:pt x="249" y="256"/>
                  <a:pt x="249" y="256"/>
                  <a:pt x="249" y="256"/>
                </a:cubicBezTo>
                <a:cubicBezTo>
                  <a:pt x="247" y="254"/>
                  <a:pt x="247" y="254"/>
                  <a:pt x="247" y="254"/>
                </a:cubicBezTo>
                <a:cubicBezTo>
                  <a:pt x="247" y="254"/>
                  <a:pt x="247" y="254"/>
                  <a:pt x="247" y="254"/>
                </a:cubicBezTo>
                <a:cubicBezTo>
                  <a:pt x="246" y="251"/>
                  <a:pt x="246" y="251"/>
                  <a:pt x="246" y="251"/>
                </a:cubicBezTo>
                <a:cubicBezTo>
                  <a:pt x="246" y="251"/>
                  <a:pt x="246" y="251"/>
                  <a:pt x="246" y="251"/>
                </a:cubicBezTo>
                <a:cubicBezTo>
                  <a:pt x="243" y="248"/>
                  <a:pt x="243" y="248"/>
                  <a:pt x="243" y="248"/>
                </a:cubicBezTo>
                <a:cubicBezTo>
                  <a:pt x="243" y="248"/>
                  <a:pt x="243" y="248"/>
                  <a:pt x="243" y="248"/>
                </a:cubicBezTo>
                <a:cubicBezTo>
                  <a:pt x="242" y="245"/>
                  <a:pt x="242" y="245"/>
                  <a:pt x="242" y="245"/>
                </a:cubicBezTo>
                <a:cubicBezTo>
                  <a:pt x="242" y="245"/>
                  <a:pt x="242" y="245"/>
                  <a:pt x="242" y="245"/>
                </a:cubicBezTo>
                <a:cubicBezTo>
                  <a:pt x="236" y="244"/>
                  <a:pt x="236" y="244"/>
                  <a:pt x="236" y="244"/>
                </a:cubicBezTo>
                <a:cubicBezTo>
                  <a:pt x="236" y="244"/>
                  <a:pt x="236" y="244"/>
                  <a:pt x="236" y="244"/>
                </a:cubicBezTo>
                <a:cubicBezTo>
                  <a:pt x="214" y="268"/>
                  <a:pt x="214" y="268"/>
                  <a:pt x="214" y="268"/>
                </a:cubicBezTo>
                <a:cubicBezTo>
                  <a:pt x="214" y="268"/>
                  <a:pt x="214" y="268"/>
                  <a:pt x="214" y="268"/>
                </a:cubicBezTo>
                <a:cubicBezTo>
                  <a:pt x="213" y="274"/>
                  <a:pt x="213" y="274"/>
                  <a:pt x="213" y="274"/>
                </a:cubicBezTo>
                <a:cubicBezTo>
                  <a:pt x="213" y="274"/>
                  <a:pt x="213" y="274"/>
                  <a:pt x="213" y="274"/>
                </a:cubicBezTo>
                <a:cubicBezTo>
                  <a:pt x="212" y="279"/>
                  <a:pt x="212" y="279"/>
                  <a:pt x="212" y="279"/>
                </a:cubicBezTo>
                <a:cubicBezTo>
                  <a:pt x="212" y="279"/>
                  <a:pt x="212" y="279"/>
                  <a:pt x="212" y="279"/>
                </a:cubicBezTo>
                <a:cubicBezTo>
                  <a:pt x="209" y="283"/>
                  <a:pt x="209" y="283"/>
                  <a:pt x="209" y="283"/>
                </a:cubicBezTo>
                <a:cubicBezTo>
                  <a:pt x="209" y="283"/>
                  <a:pt x="209" y="283"/>
                  <a:pt x="209" y="283"/>
                </a:cubicBezTo>
                <a:cubicBezTo>
                  <a:pt x="207" y="286"/>
                  <a:pt x="207" y="286"/>
                  <a:pt x="207" y="286"/>
                </a:cubicBezTo>
                <a:cubicBezTo>
                  <a:pt x="207" y="286"/>
                  <a:pt x="207" y="286"/>
                  <a:pt x="207" y="286"/>
                </a:cubicBezTo>
                <a:cubicBezTo>
                  <a:pt x="202" y="291"/>
                  <a:pt x="202" y="291"/>
                  <a:pt x="202" y="291"/>
                </a:cubicBezTo>
                <a:cubicBezTo>
                  <a:pt x="202" y="291"/>
                  <a:pt x="202" y="291"/>
                  <a:pt x="202" y="291"/>
                </a:cubicBezTo>
                <a:cubicBezTo>
                  <a:pt x="201" y="292"/>
                  <a:pt x="200" y="293"/>
                  <a:pt x="199" y="294"/>
                </a:cubicBezTo>
                <a:cubicBezTo>
                  <a:pt x="199" y="294"/>
                  <a:pt x="199" y="294"/>
                  <a:pt x="199" y="294"/>
                </a:cubicBezTo>
                <a:cubicBezTo>
                  <a:pt x="198" y="295"/>
                  <a:pt x="197" y="296"/>
                  <a:pt x="195" y="297"/>
                </a:cubicBezTo>
                <a:cubicBezTo>
                  <a:pt x="195" y="297"/>
                  <a:pt x="195" y="297"/>
                  <a:pt x="195" y="297"/>
                </a:cubicBezTo>
                <a:cubicBezTo>
                  <a:pt x="194" y="299"/>
                  <a:pt x="194" y="300"/>
                  <a:pt x="193" y="301"/>
                </a:cubicBezTo>
                <a:cubicBezTo>
                  <a:pt x="193" y="301"/>
                  <a:pt x="193" y="301"/>
                  <a:pt x="193" y="301"/>
                </a:cubicBezTo>
                <a:cubicBezTo>
                  <a:pt x="192" y="304"/>
                  <a:pt x="192" y="307"/>
                  <a:pt x="191" y="310"/>
                </a:cubicBezTo>
                <a:cubicBezTo>
                  <a:pt x="191" y="310"/>
                  <a:pt x="191" y="310"/>
                  <a:pt x="191" y="310"/>
                </a:cubicBezTo>
                <a:cubicBezTo>
                  <a:pt x="191" y="312"/>
                  <a:pt x="190" y="315"/>
                  <a:pt x="190" y="317"/>
                </a:cubicBezTo>
                <a:cubicBezTo>
                  <a:pt x="190" y="317"/>
                  <a:pt x="190" y="317"/>
                  <a:pt x="190" y="317"/>
                </a:cubicBezTo>
                <a:cubicBezTo>
                  <a:pt x="189" y="320"/>
                  <a:pt x="189" y="322"/>
                  <a:pt x="189" y="324"/>
                </a:cubicBezTo>
                <a:cubicBezTo>
                  <a:pt x="189" y="324"/>
                  <a:pt x="189" y="324"/>
                  <a:pt x="189" y="324"/>
                </a:cubicBezTo>
                <a:cubicBezTo>
                  <a:pt x="189" y="327"/>
                  <a:pt x="189" y="330"/>
                  <a:pt x="190" y="332"/>
                </a:cubicBezTo>
                <a:cubicBezTo>
                  <a:pt x="190" y="332"/>
                  <a:pt x="190" y="332"/>
                  <a:pt x="190" y="332"/>
                </a:cubicBezTo>
                <a:cubicBezTo>
                  <a:pt x="190" y="335"/>
                  <a:pt x="190" y="337"/>
                  <a:pt x="190" y="339"/>
                </a:cubicBezTo>
                <a:cubicBezTo>
                  <a:pt x="190" y="339"/>
                  <a:pt x="190" y="339"/>
                  <a:pt x="190" y="339"/>
                </a:cubicBezTo>
                <a:cubicBezTo>
                  <a:pt x="191" y="342"/>
                  <a:pt x="192" y="344"/>
                  <a:pt x="193" y="346"/>
                </a:cubicBezTo>
                <a:cubicBezTo>
                  <a:pt x="193" y="346"/>
                  <a:pt x="193" y="346"/>
                  <a:pt x="193" y="346"/>
                </a:cubicBezTo>
                <a:cubicBezTo>
                  <a:pt x="194" y="349"/>
                  <a:pt x="194" y="351"/>
                  <a:pt x="195" y="353"/>
                </a:cubicBezTo>
                <a:cubicBezTo>
                  <a:pt x="195" y="353"/>
                  <a:pt x="195" y="353"/>
                  <a:pt x="195" y="353"/>
                </a:cubicBezTo>
                <a:cubicBezTo>
                  <a:pt x="200" y="359"/>
                  <a:pt x="200" y="359"/>
                  <a:pt x="200" y="359"/>
                </a:cubicBezTo>
                <a:close/>
                <a:moveTo>
                  <a:pt x="634" y="347"/>
                </a:moveTo>
                <a:cubicBezTo>
                  <a:pt x="633" y="347"/>
                  <a:pt x="633" y="347"/>
                  <a:pt x="633" y="347"/>
                </a:cubicBezTo>
                <a:cubicBezTo>
                  <a:pt x="633" y="347"/>
                  <a:pt x="633" y="347"/>
                  <a:pt x="633" y="347"/>
                </a:cubicBezTo>
                <a:cubicBezTo>
                  <a:pt x="633" y="346"/>
                  <a:pt x="633" y="346"/>
                  <a:pt x="633" y="346"/>
                </a:cubicBezTo>
                <a:cubicBezTo>
                  <a:pt x="633" y="346"/>
                  <a:pt x="633" y="346"/>
                  <a:pt x="633" y="346"/>
                </a:cubicBezTo>
                <a:cubicBezTo>
                  <a:pt x="631" y="345"/>
                  <a:pt x="631" y="345"/>
                  <a:pt x="631" y="345"/>
                </a:cubicBezTo>
                <a:cubicBezTo>
                  <a:pt x="631" y="345"/>
                  <a:pt x="631" y="345"/>
                  <a:pt x="631" y="345"/>
                </a:cubicBezTo>
                <a:cubicBezTo>
                  <a:pt x="631" y="344"/>
                  <a:pt x="631" y="344"/>
                  <a:pt x="631" y="344"/>
                </a:cubicBezTo>
                <a:cubicBezTo>
                  <a:pt x="631" y="344"/>
                  <a:pt x="631" y="344"/>
                  <a:pt x="631" y="344"/>
                </a:cubicBezTo>
                <a:cubicBezTo>
                  <a:pt x="630" y="344"/>
                  <a:pt x="630" y="344"/>
                  <a:pt x="630" y="344"/>
                </a:cubicBezTo>
                <a:cubicBezTo>
                  <a:pt x="630" y="344"/>
                  <a:pt x="630" y="344"/>
                  <a:pt x="630" y="344"/>
                </a:cubicBezTo>
                <a:cubicBezTo>
                  <a:pt x="630" y="343"/>
                  <a:pt x="630" y="343"/>
                  <a:pt x="630" y="343"/>
                </a:cubicBezTo>
                <a:cubicBezTo>
                  <a:pt x="630" y="343"/>
                  <a:pt x="630" y="343"/>
                  <a:pt x="630" y="343"/>
                </a:cubicBezTo>
                <a:cubicBezTo>
                  <a:pt x="629" y="342"/>
                  <a:pt x="629" y="342"/>
                  <a:pt x="629" y="342"/>
                </a:cubicBezTo>
                <a:cubicBezTo>
                  <a:pt x="629" y="342"/>
                  <a:pt x="629" y="342"/>
                  <a:pt x="629" y="342"/>
                </a:cubicBezTo>
                <a:cubicBezTo>
                  <a:pt x="629" y="340"/>
                  <a:pt x="629" y="340"/>
                  <a:pt x="629" y="340"/>
                </a:cubicBezTo>
                <a:cubicBezTo>
                  <a:pt x="629" y="340"/>
                  <a:pt x="629" y="340"/>
                  <a:pt x="629" y="340"/>
                </a:cubicBezTo>
                <a:cubicBezTo>
                  <a:pt x="629" y="338"/>
                  <a:pt x="629" y="338"/>
                  <a:pt x="629" y="338"/>
                </a:cubicBezTo>
                <a:cubicBezTo>
                  <a:pt x="629" y="338"/>
                  <a:pt x="629" y="338"/>
                  <a:pt x="629" y="338"/>
                </a:cubicBezTo>
                <a:cubicBezTo>
                  <a:pt x="630" y="333"/>
                  <a:pt x="630" y="333"/>
                  <a:pt x="630" y="333"/>
                </a:cubicBezTo>
                <a:cubicBezTo>
                  <a:pt x="630" y="333"/>
                  <a:pt x="630" y="333"/>
                  <a:pt x="630" y="333"/>
                </a:cubicBezTo>
                <a:cubicBezTo>
                  <a:pt x="629" y="330"/>
                  <a:pt x="629" y="330"/>
                  <a:pt x="629" y="330"/>
                </a:cubicBezTo>
                <a:cubicBezTo>
                  <a:pt x="629" y="330"/>
                  <a:pt x="629" y="330"/>
                  <a:pt x="629" y="330"/>
                </a:cubicBezTo>
                <a:cubicBezTo>
                  <a:pt x="628" y="325"/>
                  <a:pt x="628" y="325"/>
                  <a:pt x="628" y="325"/>
                </a:cubicBezTo>
                <a:cubicBezTo>
                  <a:pt x="628" y="325"/>
                  <a:pt x="628" y="325"/>
                  <a:pt x="628" y="325"/>
                </a:cubicBezTo>
                <a:cubicBezTo>
                  <a:pt x="625" y="323"/>
                  <a:pt x="625" y="323"/>
                  <a:pt x="625" y="323"/>
                </a:cubicBezTo>
                <a:cubicBezTo>
                  <a:pt x="625" y="323"/>
                  <a:pt x="625" y="323"/>
                  <a:pt x="625" y="323"/>
                </a:cubicBezTo>
                <a:cubicBezTo>
                  <a:pt x="623" y="318"/>
                  <a:pt x="623" y="318"/>
                  <a:pt x="623" y="318"/>
                </a:cubicBezTo>
                <a:cubicBezTo>
                  <a:pt x="623" y="318"/>
                  <a:pt x="623" y="318"/>
                  <a:pt x="623" y="318"/>
                </a:cubicBezTo>
                <a:cubicBezTo>
                  <a:pt x="620" y="315"/>
                  <a:pt x="620" y="315"/>
                  <a:pt x="620" y="315"/>
                </a:cubicBezTo>
                <a:cubicBezTo>
                  <a:pt x="620" y="315"/>
                  <a:pt x="620" y="315"/>
                  <a:pt x="620" y="315"/>
                </a:cubicBezTo>
                <a:cubicBezTo>
                  <a:pt x="618" y="310"/>
                  <a:pt x="618" y="310"/>
                  <a:pt x="618" y="310"/>
                </a:cubicBezTo>
                <a:cubicBezTo>
                  <a:pt x="618" y="310"/>
                  <a:pt x="618" y="310"/>
                  <a:pt x="618" y="310"/>
                </a:cubicBezTo>
                <a:cubicBezTo>
                  <a:pt x="616" y="310"/>
                  <a:pt x="616" y="310"/>
                  <a:pt x="616" y="310"/>
                </a:cubicBezTo>
                <a:cubicBezTo>
                  <a:pt x="616" y="310"/>
                  <a:pt x="616" y="310"/>
                  <a:pt x="616" y="310"/>
                </a:cubicBezTo>
                <a:cubicBezTo>
                  <a:pt x="615" y="310"/>
                  <a:pt x="615" y="310"/>
                  <a:pt x="615" y="310"/>
                </a:cubicBezTo>
                <a:cubicBezTo>
                  <a:pt x="615" y="310"/>
                  <a:pt x="615" y="310"/>
                  <a:pt x="615" y="310"/>
                </a:cubicBezTo>
                <a:cubicBezTo>
                  <a:pt x="612" y="310"/>
                  <a:pt x="612" y="310"/>
                  <a:pt x="612" y="310"/>
                </a:cubicBezTo>
                <a:cubicBezTo>
                  <a:pt x="612" y="310"/>
                  <a:pt x="612" y="310"/>
                  <a:pt x="612" y="310"/>
                </a:cubicBezTo>
                <a:cubicBezTo>
                  <a:pt x="611" y="309"/>
                  <a:pt x="611" y="309"/>
                  <a:pt x="611" y="309"/>
                </a:cubicBezTo>
                <a:cubicBezTo>
                  <a:pt x="611" y="309"/>
                  <a:pt x="611" y="309"/>
                  <a:pt x="611" y="309"/>
                </a:cubicBezTo>
                <a:cubicBezTo>
                  <a:pt x="609" y="309"/>
                  <a:pt x="609" y="309"/>
                  <a:pt x="609" y="309"/>
                </a:cubicBezTo>
                <a:cubicBezTo>
                  <a:pt x="609" y="309"/>
                  <a:pt x="609" y="309"/>
                  <a:pt x="609" y="309"/>
                </a:cubicBezTo>
                <a:cubicBezTo>
                  <a:pt x="608" y="307"/>
                  <a:pt x="608" y="307"/>
                  <a:pt x="608" y="307"/>
                </a:cubicBezTo>
                <a:cubicBezTo>
                  <a:pt x="608" y="307"/>
                  <a:pt x="608" y="307"/>
                  <a:pt x="608" y="307"/>
                </a:cubicBezTo>
                <a:cubicBezTo>
                  <a:pt x="607" y="306"/>
                  <a:pt x="607" y="306"/>
                  <a:pt x="607" y="306"/>
                </a:cubicBezTo>
                <a:cubicBezTo>
                  <a:pt x="607" y="306"/>
                  <a:pt x="607" y="306"/>
                  <a:pt x="607" y="306"/>
                </a:cubicBezTo>
                <a:cubicBezTo>
                  <a:pt x="607" y="304"/>
                  <a:pt x="607" y="304"/>
                  <a:pt x="607" y="304"/>
                </a:cubicBezTo>
                <a:cubicBezTo>
                  <a:pt x="607" y="304"/>
                  <a:pt x="607" y="304"/>
                  <a:pt x="607" y="304"/>
                </a:cubicBezTo>
                <a:cubicBezTo>
                  <a:pt x="614" y="305"/>
                  <a:pt x="614" y="305"/>
                  <a:pt x="614" y="305"/>
                </a:cubicBezTo>
                <a:cubicBezTo>
                  <a:pt x="614" y="305"/>
                  <a:pt x="614" y="305"/>
                  <a:pt x="614" y="305"/>
                </a:cubicBezTo>
                <a:cubicBezTo>
                  <a:pt x="620" y="307"/>
                  <a:pt x="620" y="307"/>
                  <a:pt x="620" y="307"/>
                </a:cubicBezTo>
                <a:cubicBezTo>
                  <a:pt x="620" y="307"/>
                  <a:pt x="620" y="307"/>
                  <a:pt x="620" y="307"/>
                </a:cubicBezTo>
                <a:cubicBezTo>
                  <a:pt x="627" y="310"/>
                  <a:pt x="627" y="310"/>
                  <a:pt x="627" y="310"/>
                </a:cubicBezTo>
                <a:cubicBezTo>
                  <a:pt x="627" y="310"/>
                  <a:pt x="627" y="310"/>
                  <a:pt x="627" y="310"/>
                </a:cubicBezTo>
                <a:cubicBezTo>
                  <a:pt x="635" y="311"/>
                  <a:pt x="635" y="311"/>
                  <a:pt x="635" y="311"/>
                </a:cubicBezTo>
                <a:cubicBezTo>
                  <a:pt x="635" y="311"/>
                  <a:pt x="635" y="311"/>
                  <a:pt x="635" y="311"/>
                </a:cubicBezTo>
                <a:cubicBezTo>
                  <a:pt x="641" y="316"/>
                  <a:pt x="641" y="316"/>
                  <a:pt x="641" y="316"/>
                </a:cubicBezTo>
                <a:cubicBezTo>
                  <a:pt x="641" y="316"/>
                  <a:pt x="641" y="316"/>
                  <a:pt x="641" y="316"/>
                </a:cubicBezTo>
                <a:cubicBezTo>
                  <a:pt x="647" y="320"/>
                  <a:pt x="647" y="320"/>
                  <a:pt x="647" y="320"/>
                </a:cubicBezTo>
                <a:cubicBezTo>
                  <a:pt x="647" y="320"/>
                  <a:pt x="647" y="320"/>
                  <a:pt x="647" y="320"/>
                </a:cubicBezTo>
                <a:cubicBezTo>
                  <a:pt x="653" y="324"/>
                  <a:pt x="653" y="324"/>
                  <a:pt x="653" y="324"/>
                </a:cubicBezTo>
                <a:cubicBezTo>
                  <a:pt x="653" y="324"/>
                  <a:pt x="653" y="324"/>
                  <a:pt x="653" y="324"/>
                </a:cubicBezTo>
                <a:cubicBezTo>
                  <a:pt x="660" y="327"/>
                  <a:pt x="660" y="327"/>
                  <a:pt x="660" y="327"/>
                </a:cubicBezTo>
                <a:cubicBezTo>
                  <a:pt x="660" y="327"/>
                  <a:pt x="660" y="327"/>
                  <a:pt x="660" y="327"/>
                </a:cubicBezTo>
                <a:cubicBezTo>
                  <a:pt x="660" y="334"/>
                  <a:pt x="660" y="334"/>
                  <a:pt x="660" y="334"/>
                </a:cubicBezTo>
                <a:cubicBezTo>
                  <a:pt x="660" y="334"/>
                  <a:pt x="660" y="334"/>
                  <a:pt x="660" y="334"/>
                </a:cubicBezTo>
                <a:cubicBezTo>
                  <a:pt x="657" y="337"/>
                  <a:pt x="657" y="337"/>
                  <a:pt x="657" y="337"/>
                </a:cubicBezTo>
                <a:cubicBezTo>
                  <a:pt x="657" y="337"/>
                  <a:pt x="657" y="337"/>
                  <a:pt x="657" y="337"/>
                </a:cubicBezTo>
                <a:cubicBezTo>
                  <a:pt x="654" y="338"/>
                  <a:pt x="654" y="338"/>
                  <a:pt x="654" y="338"/>
                </a:cubicBezTo>
                <a:cubicBezTo>
                  <a:pt x="654" y="338"/>
                  <a:pt x="654" y="338"/>
                  <a:pt x="654" y="338"/>
                </a:cubicBezTo>
                <a:cubicBezTo>
                  <a:pt x="651" y="339"/>
                  <a:pt x="651" y="339"/>
                  <a:pt x="651" y="339"/>
                </a:cubicBezTo>
                <a:cubicBezTo>
                  <a:pt x="651" y="339"/>
                  <a:pt x="651" y="339"/>
                  <a:pt x="651" y="339"/>
                </a:cubicBezTo>
                <a:cubicBezTo>
                  <a:pt x="649" y="339"/>
                  <a:pt x="649" y="339"/>
                  <a:pt x="649" y="339"/>
                </a:cubicBezTo>
                <a:cubicBezTo>
                  <a:pt x="649" y="339"/>
                  <a:pt x="649" y="339"/>
                  <a:pt x="649" y="339"/>
                </a:cubicBezTo>
                <a:cubicBezTo>
                  <a:pt x="646" y="341"/>
                  <a:pt x="646" y="341"/>
                  <a:pt x="646" y="341"/>
                </a:cubicBezTo>
                <a:cubicBezTo>
                  <a:pt x="646" y="341"/>
                  <a:pt x="646" y="341"/>
                  <a:pt x="646" y="341"/>
                </a:cubicBezTo>
                <a:cubicBezTo>
                  <a:pt x="643" y="341"/>
                  <a:pt x="643" y="341"/>
                  <a:pt x="643" y="341"/>
                </a:cubicBezTo>
                <a:cubicBezTo>
                  <a:pt x="643" y="341"/>
                  <a:pt x="643" y="341"/>
                  <a:pt x="643" y="341"/>
                </a:cubicBezTo>
                <a:cubicBezTo>
                  <a:pt x="640" y="342"/>
                  <a:pt x="640" y="342"/>
                  <a:pt x="640" y="342"/>
                </a:cubicBezTo>
                <a:cubicBezTo>
                  <a:pt x="640" y="342"/>
                  <a:pt x="640" y="342"/>
                  <a:pt x="640" y="342"/>
                </a:cubicBezTo>
                <a:cubicBezTo>
                  <a:pt x="638" y="342"/>
                  <a:pt x="638" y="342"/>
                  <a:pt x="638" y="342"/>
                </a:cubicBezTo>
                <a:cubicBezTo>
                  <a:pt x="638" y="342"/>
                  <a:pt x="638" y="342"/>
                  <a:pt x="638" y="342"/>
                </a:cubicBezTo>
                <a:cubicBezTo>
                  <a:pt x="635" y="347"/>
                  <a:pt x="635" y="347"/>
                  <a:pt x="635" y="347"/>
                </a:cubicBezTo>
                <a:lnTo>
                  <a:pt x="634" y="347"/>
                </a:lnTo>
                <a:close/>
                <a:moveTo>
                  <a:pt x="137" y="267"/>
                </a:moveTo>
                <a:cubicBezTo>
                  <a:pt x="181" y="255"/>
                  <a:pt x="181" y="255"/>
                  <a:pt x="181" y="255"/>
                </a:cubicBezTo>
                <a:cubicBezTo>
                  <a:pt x="181" y="255"/>
                  <a:pt x="181" y="255"/>
                  <a:pt x="181" y="255"/>
                </a:cubicBezTo>
                <a:cubicBezTo>
                  <a:pt x="186" y="253"/>
                  <a:pt x="191" y="251"/>
                  <a:pt x="196" y="250"/>
                </a:cubicBezTo>
                <a:cubicBezTo>
                  <a:pt x="196" y="250"/>
                  <a:pt x="196" y="250"/>
                  <a:pt x="196" y="250"/>
                </a:cubicBezTo>
                <a:cubicBezTo>
                  <a:pt x="211" y="243"/>
                  <a:pt x="211" y="243"/>
                  <a:pt x="211" y="243"/>
                </a:cubicBezTo>
                <a:cubicBezTo>
                  <a:pt x="211" y="243"/>
                  <a:pt x="211" y="243"/>
                  <a:pt x="211" y="243"/>
                </a:cubicBezTo>
                <a:cubicBezTo>
                  <a:pt x="224" y="235"/>
                  <a:pt x="224" y="235"/>
                  <a:pt x="224" y="235"/>
                </a:cubicBezTo>
                <a:cubicBezTo>
                  <a:pt x="224" y="235"/>
                  <a:pt x="224" y="235"/>
                  <a:pt x="224" y="235"/>
                </a:cubicBezTo>
                <a:cubicBezTo>
                  <a:pt x="237" y="226"/>
                  <a:pt x="237" y="226"/>
                  <a:pt x="237" y="226"/>
                </a:cubicBezTo>
                <a:cubicBezTo>
                  <a:pt x="237" y="226"/>
                  <a:pt x="237" y="226"/>
                  <a:pt x="237" y="226"/>
                </a:cubicBezTo>
                <a:cubicBezTo>
                  <a:pt x="249" y="216"/>
                  <a:pt x="249" y="216"/>
                  <a:pt x="249" y="216"/>
                </a:cubicBezTo>
                <a:cubicBezTo>
                  <a:pt x="249" y="216"/>
                  <a:pt x="249" y="216"/>
                  <a:pt x="249" y="216"/>
                </a:cubicBezTo>
                <a:cubicBezTo>
                  <a:pt x="259" y="205"/>
                  <a:pt x="259" y="205"/>
                  <a:pt x="259" y="205"/>
                </a:cubicBezTo>
                <a:cubicBezTo>
                  <a:pt x="259" y="205"/>
                  <a:pt x="259" y="205"/>
                  <a:pt x="259" y="205"/>
                </a:cubicBezTo>
                <a:cubicBezTo>
                  <a:pt x="268" y="193"/>
                  <a:pt x="268" y="193"/>
                  <a:pt x="268" y="193"/>
                </a:cubicBezTo>
                <a:cubicBezTo>
                  <a:pt x="268" y="193"/>
                  <a:pt x="268" y="193"/>
                  <a:pt x="268" y="193"/>
                </a:cubicBezTo>
                <a:cubicBezTo>
                  <a:pt x="275" y="178"/>
                  <a:pt x="275" y="178"/>
                  <a:pt x="275" y="178"/>
                </a:cubicBezTo>
                <a:cubicBezTo>
                  <a:pt x="275" y="178"/>
                  <a:pt x="275" y="178"/>
                  <a:pt x="275" y="178"/>
                </a:cubicBezTo>
                <a:cubicBezTo>
                  <a:pt x="274" y="176"/>
                  <a:pt x="274" y="176"/>
                  <a:pt x="274" y="176"/>
                </a:cubicBezTo>
                <a:cubicBezTo>
                  <a:pt x="274" y="176"/>
                  <a:pt x="274" y="176"/>
                  <a:pt x="274" y="176"/>
                </a:cubicBezTo>
                <a:cubicBezTo>
                  <a:pt x="233" y="197"/>
                  <a:pt x="233" y="197"/>
                  <a:pt x="233" y="197"/>
                </a:cubicBezTo>
                <a:cubicBezTo>
                  <a:pt x="233" y="197"/>
                  <a:pt x="233" y="197"/>
                  <a:pt x="233" y="197"/>
                </a:cubicBezTo>
                <a:cubicBezTo>
                  <a:pt x="232" y="200"/>
                  <a:pt x="232" y="200"/>
                  <a:pt x="232" y="200"/>
                </a:cubicBezTo>
                <a:cubicBezTo>
                  <a:pt x="232" y="200"/>
                  <a:pt x="232" y="200"/>
                  <a:pt x="232" y="200"/>
                </a:cubicBezTo>
                <a:cubicBezTo>
                  <a:pt x="232" y="201"/>
                  <a:pt x="232" y="201"/>
                  <a:pt x="232" y="201"/>
                </a:cubicBezTo>
                <a:cubicBezTo>
                  <a:pt x="232" y="201"/>
                  <a:pt x="232" y="201"/>
                  <a:pt x="232" y="201"/>
                </a:cubicBezTo>
                <a:cubicBezTo>
                  <a:pt x="232" y="203"/>
                  <a:pt x="232" y="203"/>
                  <a:pt x="232" y="203"/>
                </a:cubicBezTo>
                <a:cubicBezTo>
                  <a:pt x="232" y="203"/>
                  <a:pt x="232" y="203"/>
                  <a:pt x="232" y="203"/>
                </a:cubicBezTo>
                <a:cubicBezTo>
                  <a:pt x="232" y="205"/>
                  <a:pt x="232" y="205"/>
                  <a:pt x="232" y="205"/>
                </a:cubicBezTo>
                <a:cubicBezTo>
                  <a:pt x="232" y="205"/>
                  <a:pt x="232" y="205"/>
                  <a:pt x="232" y="205"/>
                </a:cubicBezTo>
                <a:cubicBezTo>
                  <a:pt x="231" y="208"/>
                  <a:pt x="231" y="208"/>
                  <a:pt x="231" y="208"/>
                </a:cubicBezTo>
                <a:cubicBezTo>
                  <a:pt x="231" y="208"/>
                  <a:pt x="231" y="208"/>
                  <a:pt x="231" y="208"/>
                </a:cubicBezTo>
                <a:cubicBezTo>
                  <a:pt x="231" y="210"/>
                  <a:pt x="231" y="210"/>
                  <a:pt x="231" y="210"/>
                </a:cubicBezTo>
                <a:cubicBezTo>
                  <a:pt x="231" y="210"/>
                  <a:pt x="231" y="210"/>
                  <a:pt x="231" y="210"/>
                </a:cubicBezTo>
                <a:cubicBezTo>
                  <a:pt x="231" y="212"/>
                  <a:pt x="231" y="212"/>
                  <a:pt x="231" y="212"/>
                </a:cubicBezTo>
                <a:cubicBezTo>
                  <a:pt x="231" y="212"/>
                  <a:pt x="231" y="212"/>
                  <a:pt x="231" y="212"/>
                </a:cubicBezTo>
                <a:cubicBezTo>
                  <a:pt x="231" y="213"/>
                  <a:pt x="231" y="213"/>
                  <a:pt x="231" y="213"/>
                </a:cubicBezTo>
                <a:cubicBezTo>
                  <a:pt x="231" y="213"/>
                  <a:pt x="231" y="213"/>
                  <a:pt x="231" y="213"/>
                </a:cubicBezTo>
                <a:cubicBezTo>
                  <a:pt x="225" y="213"/>
                  <a:pt x="225" y="213"/>
                  <a:pt x="225" y="213"/>
                </a:cubicBezTo>
                <a:cubicBezTo>
                  <a:pt x="225" y="213"/>
                  <a:pt x="225" y="213"/>
                  <a:pt x="225" y="213"/>
                </a:cubicBezTo>
                <a:cubicBezTo>
                  <a:pt x="223" y="212"/>
                  <a:pt x="223" y="212"/>
                  <a:pt x="223" y="212"/>
                </a:cubicBezTo>
                <a:cubicBezTo>
                  <a:pt x="223" y="212"/>
                  <a:pt x="223" y="212"/>
                  <a:pt x="223" y="212"/>
                </a:cubicBezTo>
                <a:cubicBezTo>
                  <a:pt x="221" y="211"/>
                  <a:pt x="221" y="211"/>
                  <a:pt x="221" y="211"/>
                </a:cubicBezTo>
                <a:cubicBezTo>
                  <a:pt x="221" y="211"/>
                  <a:pt x="221" y="211"/>
                  <a:pt x="221" y="211"/>
                </a:cubicBezTo>
                <a:cubicBezTo>
                  <a:pt x="220" y="210"/>
                  <a:pt x="220" y="210"/>
                  <a:pt x="220" y="210"/>
                </a:cubicBezTo>
                <a:cubicBezTo>
                  <a:pt x="220" y="210"/>
                  <a:pt x="220" y="210"/>
                  <a:pt x="220" y="210"/>
                </a:cubicBezTo>
                <a:cubicBezTo>
                  <a:pt x="219" y="208"/>
                  <a:pt x="219" y="208"/>
                  <a:pt x="219" y="208"/>
                </a:cubicBezTo>
                <a:cubicBezTo>
                  <a:pt x="219" y="208"/>
                  <a:pt x="219" y="208"/>
                  <a:pt x="219" y="208"/>
                </a:cubicBezTo>
                <a:cubicBezTo>
                  <a:pt x="217" y="208"/>
                  <a:pt x="217" y="208"/>
                  <a:pt x="217" y="208"/>
                </a:cubicBezTo>
                <a:cubicBezTo>
                  <a:pt x="217" y="208"/>
                  <a:pt x="217" y="208"/>
                  <a:pt x="217" y="208"/>
                </a:cubicBezTo>
                <a:cubicBezTo>
                  <a:pt x="216" y="207"/>
                  <a:pt x="216" y="207"/>
                  <a:pt x="216" y="207"/>
                </a:cubicBezTo>
                <a:cubicBezTo>
                  <a:pt x="216" y="207"/>
                  <a:pt x="216" y="207"/>
                  <a:pt x="216" y="207"/>
                </a:cubicBezTo>
                <a:cubicBezTo>
                  <a:pt x="214" y="207"/>
                  <a:pt x="214" y="207"/>
                  <a:pt x="214" y="207"/>
                </a:cubicBezTo>
                <a:cubicBezTo>
                  <a:pt x="214" y="207"/>
                  <a:pt x="214" y="207"/>
                  <a:pt x="214" y="207"/>
                </a:cubicBezTo>
                <a:cubicBezTo>
                  <a:pt x="214" y="206"/>
                  <a:pt x="214" y="206"/>
                  <a:pt x="214" y="206"/>
                </a:cubicBezTo>
                <a:cubicBezTo>
                  <a:pt x="214" y="206"/>
                  <a:pt x="214" y="206"/>
                  <a:pt x="214" y="206"/>
                </a:cubicBezTo>
                <a:cubicBezTo>
                  <a:pt x="210" y="210"/>
                  <a:pt x="210" y="210"/>
                  <a:pt x="210" y="210"/>
                </a:cubicBezTo>
                <a:cubicBezTo>
                  <a:pt x="210" y="210"/>
                  <a:pt x="210" y="210"/>
                  <a:pt x="210" y="210"/>
                </a:cubicBezTo>
                <a:cubicBezTo>
                  <a:pt x="166" y="232"/>
                  <a:pt x="166" y="232"/>
                  <a:pt x="166" y="232"/>
                </a:cubicBezTo>
                <a:cubicBezTo>
                  <a:pt x="166" y="232"/>
                  <a:pt x="166" y="232"/>
                  <a:pt x="166" y="232"/>
                </a:cubicBezTo>
                <a:cubicBezTo>
                  <a:pt x="160" y="238"/>
                  <a:pt x="160" y="238"/>
                  <a:pt x="160" y="238"/>
                </a:cubicBezTo>
                <a:cubicBezTo>
                  <a:pt x="160" y="238"/>
                  <a:pt x="160" y="238"/>
                  <a:pt x="160" y="238"/>
                </a:cubicBezTo>
                <a:cubicBezTo>
                  <a:pt x="155" y="241"/>
                  <a:pt x="155" y="241"/>
                  <a:pt x="155" y="241"/>
                </a:cubicBezTo>
                <a:cubicBezTo>
                  <a:pt x="155" y="241"/>
                  <a:pt x="155" y="241"/>
                  <a:pt x="155" y="241"/>
                </a:cubicBezTo>
                <a:cubicBezTo>
                  <a:pt x="149" y="244"/>
                  <a:pt x="149" y="244"/>
                  <a:pt x="149" y="244"/>
                </a:cubicBezTo>
                <a:cubicBezTo>
                  <a:pt x="149" y="244"/>
                  <a:pt x="149" y="244"/>
                  <a:pt x="149" y="244"/>
                </a:cubicBezTo>
                <a:cubicBezTo>
                  <a:pt x="145" y="247"/>
                  <a:pt x="145" y="247"/>
                  <a:pt x="145" y="247"/>
                </a:cubicBezTo>
                <a:cubicBezTo>
                  <a:pt x="145" y="247"/>
                  <a:pt x="145" y="247"/>
                  <a:pt x="145" y="247"/>
                </a:cubicBezTo>
                <a:cubicBezTo>
                  <a:pt x="138" y="251"/>
                  <a:pt x="138" y="251"/>
                  <a:pt x="138" y="251"/>
                </a:cubicBezTo>
                <a:cubicBezTo>
                  <a:pt x="138" y="251"/>
                  <a:pt x="138" y="251"/>
                  <a:pt x="138" y="251"/>
                </a:cubicBezTo>
                <a:cubicBezTo>
                  <a:pt x="135" y="255"/>
                  <a:pt x="135" y="255"/>
                  <a:pt x="135" y="255"/>
                </a:cubicBezTo>
                <a:cubicBezTo>
                  <a:pt x="135" y="255"/>
                  <a:pt x="135" y="255"/>
                  <a:pt x="135" y="255"/>
                </a:cubicBezTo>
                <a:cubicBezTo>
                  <a:pt x="134" y="256"/>
                  <a:pt x="133" y="258"/>
                  <a:pt x="132" y="260"/>
                </a:cubicBezTo>
                <a:cubicBezTo>
                  <a:pt x="132" y="260"/>
                  <a:pt x="132" y="260"/>
                  <a:pt x="132" y="260"/>
                </a:cubicBezTo>
                <a:cubicBezTo>
                  <a:pt x="132" y="262"/>
                  <a:pt x="131" y="263"/>
                  <a:pt x="131" y="265"/>
                </a:cubicBezTo>
                <a:cubicBezTo>
                  <a:pt x="131" y="265"/>
                  <a:pt x="131" y="265"/>
                  <a:pt x="131" y="265"/>
                </a:cubicBezTo>
                <a:cubicBezTo>
                  <a:pt x="133" y="265"/>
                  <a:pt x="135" y="266"/>
                  <a:pt x="137" y="267"/>
                </a:cubicBezTo>
                <a:close/>
                <a:moveTo>
                  <a:pt x="576" y="207"/>
                </a:moveTo>
                <a:cubicBezTo>
                  <a:pt x="581" y="167"/>
                  <a:pt x="581" y="167"/>
                  <a:pt x="581" y="167"/>
                </a:cubicBezTo>
                <a:cubicBezTo>
                  <a:pt x="581" y="167"/>
                  <a:pt x="581" y="167"/>
                  <a:pt x="581" y="167"/>
                </a:cubicBezTo>
                <a:cubicBezTo>
                  <a:pt x="627" y="138"/>
                  <a:pt x="627" y="138"/>
                  <a:pt x="627" y="138"/>
                </a:cubicBezTo>
                <a:cubicBezTo>
                  <a:pt x="627" y="138"/>
                  <a:pt x="627" y="138"/>
                  <a:pt x="627" y="138"/>
                </a:cubicBezTo>
                <a:cubicBezTo>
                  <a:pt x="633" y="141"/>
                  <a:pt x="633" y="141"/>
                  <a:pt x="633" y="141"/>
                </a:cubicBezTo>
                <a:cubicBezTo>
                  <a:pt x="633" y="141"/>
                  <a:pt x="633" y="141"/>
                  <a:pt x="633" y="141"/>
                </a:cubicBezTo>
                <a:cubicBezTo>
                  <a:pt x="630" y="149"/>
                  <a:pt x="630" y="149"/>
                  <a:pt x="630" y="149"/>
                </a:cubicBezTo>
                <a:cubicBezTo>
                  <a:pt x="630" y="149"/>
                  <a:pt x="630" y="149"/>
                  <a:pt x="630" y="149"/>
                </a:cubicBezTo>
                <a:cubicBezTo>
                  <a:pt x="628" y="157"/>
                  <a:pt x="628" y="157"/>
                  <a:pt x="628" y="157"/>
                </a:cubicBezTo>
                <a:cubicBezTo>
                  <a:pt x="628" y="157"/>
                  <a:pt x="628" y="157"/>
                  <a:pt x="628" y="157"/>
                </a:cubicBezTo>
                <a:cubicBezTo>
                  <a:pt x="623" y="163"/>
                  <a:pt x="623" y="163"/>
                  <a:pt x="623" y="163"/>
                </a:cubicBezTo>
                <a:cubicBezTo>
                  <a:pt x="623" y="163"/>
                  <a:pt x="623" y="163"/>
                  <a:pt x="623" y="163"/>
                </a:cubicBezTo>
                <a:cubicBezTo>
                  <a:pt x="619" y="169"/>
                  <a:pt x="619" y="169"/>
                  <a:pt x="619" y="169"/>
                </a:cubicBezTo>
                <a:cubicBezTo>
                  <a:pt x="619" y="169"/>
                  <a:pt x="619" y="169"/>
                  <a:pt x="619" y="169"/>
                </a:cubicBezTo>
                <a:cubicBezTo>
                  <a:pt x="612" y="175"/>
                  <a:pt x="612" y="175"/>
                  <a:pt x="612" y="175"/>
                </a:cubicBezTo>
                <a:cubicBezTo>
                  <a:pt x="612" y="175"/>
                  <a:pt x="612" y="175"/>
                  <a:pt x="612" y="175"/>
                </a:cubicBezTo>
                <a:cubicBezTo>
                  <a:pt x="607" y="181"/>
                  <a:pt x="607" y="181"/>
                  <a:pt x="607" y="181"/>
                </a:cubicBezTo>
                <a:cubicBezTo>
                  <a:pt x="607" y="181"/>
                  <a:pt x="607" y="181"/>
                  <a:pt x="607" y="181"/>
                </a:cubicBezTo>
                <a:cubicBezTo>
                  <a:pt x="601" y="187"/>
                  <a:pt x="601" y="187"/>
                  <a:pt x="601" y="187"/>
                </a:cubicBezTo>
                <a:cubicBezTo>
                  <a:pt x="601" y="187"/>
                  <a:pt x="601" y="187"/>
                  <a:pt x="601" y="187"/>
                </a:cubicBezTo>
                <a:cubicBezTo>
                  <a:pt x="597" y="193"/>
                  <a:pt x="597" y="193"/>
                  <a:pt x="597" y="193"/>
                </a:cubicBezTo>
                <a:cubicBezTo>
                  <a:pt x="597" y="193"/>
                  <a:pt x="597" y="193"/>
                  <a:pt x="597" y="193"/>
                </a:cubicBezTo>
                <a:cubicBezTo>
                  <a:pt x="593" y="196"/>
                  <a:pt x="593" y="196"/>
                  <a:pt x="593" y="196"/>
                </a:cubicBezTo>
                <a:cubicBezTo>
                  <a:pt x="593" y="196"/>
                  <a:pt x="593" y="196"/>
                  <a:pt x="593" y="196"/>
                </a:cubicBezTo>
                <a:cubicBezTo>
                  <a:pt x="592" y="198"/>
                  <a:pt x="592" y="198"/>
                  <a:pt x="592" y="198"/>
                </a:cubicBezTo>
                <a:cubicBezTo>
                  <a:pt x="592" y="198"/>
                  <a:pt x="592" y="198"/>
                  <a:pt x="592" y="198"/>
                </a:cubicBezTo>
                <a:cubicBezTo>
                  <a:pt x="589" y="200"/>
                  <a:pt x="589" y="200"/>
                  <a:pt x="589" y="200"/>
                </a:cubicBezTo>
                <a:cubicBezTo>
                  <a:pt x="589" y="200"/>
                  <a:pt x="589" y="200"/>
                  <a:pt x="589" y="200"/>
                </a:cubicBezTo>
                <a:cubicBezTo>
                  <a:pt x="587" y="201"/>
                  <a:pt x="587" y="201"/>
                  <a:pt x="587" y="201"/>
                </a:cubicBezTo>
                <a:cubicBezTo>
                  <a:pt x="587" y="201"/>
                  <a:pt x="587" y="201"/>
                  <a:pt x="587" y="201"/>
                </a:cubicBezTo>
                <a:cubicBezTo>
                  <a:pt x="584" y="204"/>
                  <a:pt x="584" y="204"/>
                  <a:pt x="584" y="204"/>
                </a:cubicBezTo>
                <a:cubicBezTo>
                  <a:pt x="584" y="204"/>
                  <a:pt x="584" y="204"/>
                  <a:pt x="584" y="204"/>
                </a:cubicBezTo>
                <a:cubicBezTo>
                  <a:pt x="582" y="206"/>
                  <a:pt x="582" y="206"/>
                  <a:pt x="582" y="206"/>
                </a:cubicBezTo>
                <a:cubicBezTo>
                  <a:pt x="582" y="206"/>
                  <a:pt x="582" y="206"/>
                  <a:pt x="582" y="206"/>
                </a:cubicBezTo>
                <a:cubicBezTo>
                  <a:pt x="579" y="207"/>
                  <a:pt x="579" y="207"/>
                  <a:pt x="579" y="207"/>
                </a:cubicBezTo>
                <a:cubicBezTo>
                  <a:pt x="579" y="207"/>
                  <a:pt x="579" y="207"/>
                  <a:pt x="579" y="207"/>
                </a:cubicBezTo>
                <a:cubicBezTo>
                  <a:pt x="576" y="207"/>
                  <a:pt x="576" y="207"/>
                  <a:pt x="576" y="207"/>
                </a:cubicBezTo>
                <a:close/>
                <a:moveTo>
                  <a:pt x="1844" y="194"/>
                </a:moveTo>
                <a:cubicBezTo>
                  <a:pt x="1845" y="193"/>
                  <a:pt x="1845" y="193"/>
                  <a:pt x="1845" y="193"/>
                </a:cubicBezTo>
                <a:cubicBezTo>
                  <a:pt x="1845" y="193"/>
                  <a:pt x="1845" y="193"/>
                  <a:pt x="1845" y="193"/>
                </a:cubicBezTo>
                <a:cubicBezTo>
                  <a:pt x="1847" y="192"/>
                  <a:pt x="1847" y="192"/>
                  <a:pt x="1847" y="192"/>
                </a:cubicBezTo>
                <a:cubicBezTo>
                  <a:pt x="1847" y="192"/>
                  <a:pt x="1847" y="192"/>
                  <a:pt x="1847" y="192"/>
                </a:cubicBezTo>
                <a:cubicBezTo>
                  <a:pt x="1849" y="191"/>
                  <a:pt x="1849" y="191"/>
                  <a:pt x="1849" y="191"/>
                </a:cubicBezTo>
                <a:cubicBezTo>
                  <a:pt x="1849" y="191"/>
                  <a:pt x="1849" y="191"/>
                  <a:pt x="1849" y="191"/>
                </a:cubicBezTo>
                <a:cubicBezTo>
                  <a:pt x="1851" y="189"/>
                  <a:pt x="1851" y="189"/>
                  <a:pt x="1851" y="189"/>
                </a:cubicBezTo>
                <a:cubicBezTo>
                  <a:pt x="1851" y="189"/>
                  <a:pt x="1851" y="189"/>
                  <a:pt x="1851" y="189"/>
                </a:cubicBezTo>
                <a:cubicBezTo>
                  <a:pt x="1852" y="188"/>
                  <a:pt x="1852" y="188"/>
                  <a:pt x="1852" y="188"/>
                </a:cubicBezTo>
                <a:cubicBezTo>
                  <a:pt x="1852" y="188"/>
                  <a:pt x="1852" y="188"/>
                  <a:pt x="1852" y="188"/>
                </a:cubicBezTo>
                <a:cubicBezTo>
                  <a:pt x="1853" y="186"/>
                  <a:pt x="1853" y="186"/>
                  <a:pt x="1853" y="186"/>
                </a:cubicBezTo>
                <a:cubicBezTo>
                  <a:pt x="1853" y="186"/>
                  <a:pt x="1853" y="186"/>
                  <a:pt x="1853" y="186"/>
                </a:cubicBezTo>
                <a:cubicBezTo>
                  <a:pt x="1854" y="185"/>
                  <a:pt x="1854" y="185"/>
                  <a:pt x="1854" y="185"/>
                </a:cubicBezTo>
                <a:cubicBezTo>
                  <a:pt x="1854" y="185"/>
                  <a:pt x="1854" y="185"/>
                  <a:pt x="1854" y="185"/>
                </a:cubicBezTo>
                <a:cubicBezTo>
                  <a:pt x="1855" y="183"/>
                  <a:pt x="1855" y="183"/>
                  <a:pt x="1855" y="183"/>
                </a:cubicBezTo>
                <a:cubicBezTo>
                  <a:pt x="1855" y="183"/>
                  <a:pt x="1855" y="183"/>
                  <a:pt x="1855" y="183"/>
                </a:cubicBezTo>
                <a:cubicBezTo>
                  <a:pt x="1853" y="182"/>
                  <a:pt x="1853" y="182"/>
                  <a:pt x="1853" y="182"/>
                </a:cubicBezTo>
                <a:cubicBezTo>
                  <a:pt x="1853" y="182"/>
                  <a:pt x="1853" y="182"/>
                  <a:pt x="1853" y="182"/>
                </a:cubicBezTo>
                <a:cubicBezTo>
                  <a:pt x="1852" y="180"/>
                  <a:pt x="1852" y="180"/>
                  <a:pt x="1852" y="180"/>
                </a:cubicBezTo>
                <a:cubicBezTo>
                  <a:pt x="1852" y="180"/>
                  <a:pt x="1852" y="180"/>
                  <a:pt x="1852" y="180"/>
                </a:cubicBezTo>
                <a:cubicBezTo>
                  <a:pt x="1850" y="179"/>
                  <a:pt x="1850" y="179"/>
                  <a:pt x="1850" y="179"/>
                </a:cubicBezTo>
                <a:cubicBezTo>
                  <a:pt x="1850" y="179"/>
                  <a:pt x="1850" y="179"/>
                  <a:pt x="1850" y="179"/>
                </a:cubicBezTo>
                <a:cubicBezTo>
                  <a:pt x="1850" y="177"/>
                  <a:pt x="1850" y="177"/>
                  <a:pt x="1850" y="177"/>
                </a:cubicBezTo>
                <a:cubicBezTo>
                  <a:pt x="1850" y="177"/>
                  <a:pt x="1850" y="177"/>
                  <a:pt x="1850" y="177"/>
                </a:cubicBezTo>
                <a:cubicBezTo>
                  <a:pt x="1848" y="176"/>
                  <a:pt x="1848" y="176"/>
                  <a:pt x="1848" y="176"/>
                </a:cubicBezTo>
                <a:cubicBezTo>
                  <a:pt x="1848" y="176"/>
                  <a:pt x="1848" y="176"/>
                  <a:pt x="1848" y="176"/>
                </a:cubicBezTo>
                <a:cubicBezTo>
                  <a:pt x="1847" y="174"/>
                  <a:pt x="1847" y="174"/>
                  <a:pt x="1847" y="174"/>
                </a:cubicBezTo>
                <a:cubicBezTo>
                  <a:pt x="1847" y="174"/>
                  <a:pt x="1847" y="174"/>
                  <a:pt x="1847" y="174"/>
                </a:cubicBezTo>
                <a:cubicBezTo>
                  <a:pt x="1847" y="173"/>
                  <a:pt x="1847" y="173"/>
                  <a:pt x="1847" y="173"/>
                </a:cubicBezTo>
                <a:cubicBezTo>
                  <a:pt x="1847" y="173"/>
                  <a:pt x="1847" y="173"/>
                  <a:pt x="1847" y="173"/>
                </a:cubicBezTo>
                <a:cubicBezTo>
                  <a:pt x="1847" y="171"/>
                  <a:pt x="1847" y="171"/>
                  <a:pt x="1847" y="171"/>
                </a:cubicBezTo>
                <a:cubicBezTo>
                  <a:pt x="1847" y="171"/>
                  <a:pt x="1847" y="171"/>
                  <a:pt x="1847" y="171"/>
                </a:cubicBezTo>
                <a:cubicBezTo>
                  <a:pt x="1845" y="171"/>
                  <a:pt x="1845" y="171"/>
                  <a:pt x="1845" y="171"/>
                </a:cubicBezTo>
                <a:cubicBezTo>
                  <a:pt x="1845" y="171"/>
                  <a:pt x="1845" y="171"/>
                  <a:pt x="1845" y="171"/>
                </a:cubicBezTo>
                <a:cubicBezTo>
                  <a:pt x="1844" y="171"/>
                  <a:pt x="1844" y="171"/>
                  <a:pt x="1844" y="171"/>
                </a:cubicBezTo>
                <a:cubicBezTo>
                  <a:pt x="1844" y="171"/>
                  <a:pt x="1844" y="171"/>
                  <a:pt x="1844" y="171"/>
                </a:cubicBezTo>
                <a:cubicBezTo>
                  <a:pt x="1842" y="171"/>
                  <a:pt x="1842" y="171"/>
                  <a:pt x="1842" y="171"/>
                </a:cubicBezTo>
                <a:cubicBezTo>
                  <a:pt x="1842" y="171"/>
                  <a:pt x="1842" y="171"/>
                  <a:pt x="1842" y="171"/>
                </a:cubicBezTo>
                <a:cubicBezTo>
                  <a:pt x="1842" y="171"/>
                  <a:pt x="1842" y="171"/>
                  <a:pt x="1842" y="171"/>
                </a:cubicBezTo>
                <a:cubicBezTo>
                  <a:pt x="1842" y="171"/>
                  <a:pt x="1842" y="171"/>
                  <a:pt x="1842" y="171"/>
                </a:cubicBezTo>
                <a:cubicBezTo>
                  <a:pt x="1840" y="172"/>
                  <a:pt x="1840" y="172"/>
                  <a:pt x="1840" y="172"/>
                </a:cubicBezTo>
                <a:cubicBezTo>
                  <a:pt x="1840" y="172"/>
                  <a:pt x="1840" y="172"/>
                  <a:pt x="1840" y="172"/>
                </a:cubicBezTo>
                <a:cubicBezTo>
                  <a:pt x="1838" y="173"/>
                  <a:pt x="1838" y="173"/>
                  <a:pt x="1838" y="173"/>
                </a:cubicBezTo>
                <a:cubicBezTo>
                  <a:pt x="1838" y="173"/>
                  <a:pt x="1838" y="173"/>
                  <a:pt x="1838" y="173"/>
                </a:cubicBezTo>
                <a:cubicBezTo>
                  <a:pt x="1838" y="173"/>
                  <a:pt x="1838" y="173"/>
                  <a:pt x="1838" y="173"/>
                </a:cubicBezTo>
                <a:cubicBezTo>
                  <a:pt x="1838" y="173"/>
                  <a:pt x="1838" y="173"/>
                  <a:pt x="1838" y="173"/>
                </a:cubicBezTo>
                <a:cubicBezTo>
                  <a:pt x="1838" y="176"/>
                  <a:pt x="1838" y="176"/>
                  <a:pt x="1838" y="176"/>
                </a:cubicBezTo>
                <a:cubicBezTo>
                  <a:pt x="1838" y="176"/>
                  <a:pt x="1838" y="176"/>
                  <a:pt x="1838" y="176"/>
                </a:cubicBezTo>
                <a:cubicBezTo>
                  <a:pt x="1838" y="179"/>
                  <a:pt x="1838" y="179"/>
                  <a:pt x="1838" y="179"/>
                </a:cubicBezTo>
                <a:cubicBezTo>
                  <a:pt x="1838" y="179"/>
                  <a:pt x="1838" y="179"/>
                  <a:pt x="1838" y="179"/>
                </a:cubicBezTo>
                <a:cubicBezTo>
                  <a:pt x="1838" y="182"/>
                  <a:pt x="1838" y="182"/>
                  <a:pt x="1838" y="182"/>
                </a:cubicBezTo>
                <a:cubicBezTo>
                  <a:pt x="1838" y="182"/>
                  <a:pt x="1838" y="182"/>
                  <a:pt x="1838" y="182"/>
                </a:cubicBezTo>
                <a:cubicBezTo>
                  <a:pt x="1840" y="185"/>
                  <a:pt x="1840" y="185"/>
                  <a:pt x="1840" y="185"/>
                </a:cubicBezTo>
                <a:cubicBezTo>
                  <a:pt x="1840" y="185"/>
                  <a:pt x="1840" y="185"/>
                  <a:pt x="1840" y="185"/>
                </a:cubicBezTo>
                <a:cubicBezTo>
                  <a:pt x="1840" y="187"/>
                  <a:pt x="1840" y="187"/>
                  <a:pt x="1840" y="187"/>
                </a:cubicBezTo>
                <a:cubicBezTo>
                  <a:pt x="1840" y="187"/>
                  <a:pt x="1840" y="187"/>
                  <a:pt x="1840" y="187"/>
                </a:cubicBezTo>
                <a:cubicBezTo>
                  <a:pt x="1841" y="189"/>
                  <a:pt x="1841" y="189"/>
                  <a:pt x="1841" y="189"/>
                </a:cubicBezTo>
                <a:cubicBezTo>
                  <a:pt x="1841" y="189"/>
                  <a:pt x="1841" y="189"/>
                  <a:pt x="1841" y="189"/>
                </a:cubicBezTo>
                <a:cubicBezTo>
                  <a:pt x="1841" y="192"/>
                  <a:pt x="1841" y="192"/>
                  <a:pt x="1841" y="192"/>
                </a:cubicBezTo>
                <a:cubicBezTo>
                  <a:pt x="1841" y="192"/>
                  <a:pt x="1841" y="192"/>
                  <a:pt x="1841" y="192"/>
                </a:cubicBezTo>
                <a:cubicBezTo>
                  <a:pt x="1842" y="194"/>
                  <a:pt x="1842" y="194"/>
                  <a:pt x="1842" y="194"/>
                </a:cubicBezTo>
                <a:lnTo>
                  <a:pt x="1844" y="194"/>
                </a:lnTo>
                <a:close/>
                <a:moveTo>
                  <a:pt x="1916" y="194"/>
                </a:moveTo>
                <a:cubicBezTo>
                  <a:pt x="1918" y="191"/>
                  <a:pt x="1918" y="191"/>
                  <a:pt x="1918" y="191"/>
                </a:cubicBezTo>
                <a:cubicBezTo>
                  <a:pt x="1918" y="191"/>
                  <a:pt x="1918" y="191"/>
                  <a:pt x="1918" y="191"/>
                </a:cubicBezTo>
                <a:cubicBezTo>
                  <a:pt x="1921" y="186"/>
                  <a:pt x="1921" y="186"/>
                  <a:pt x="1921" y="186"/>
                </a:cubicBezTo>
                <a:cubicBezTo>
                  <a:pt x="1921" y="186"/>
                  <a:pt x="1921" y="186"/>
                  <a:pt x="1921" y="186"/>
                </a:cubicBezTo>
                <a:cubicBezTo>
                  <a:pt x="1923" y="183"/>
                  <a:pt x="1923" y="183"/>
                  <a:pt x="1923" y="183"/>
                </a:cubicBezTo>
                <a:cubicBezTo>
                  <a:pt x="1923" y="183"/>
                  <a:pt x="1923" y="183"/>
                  <a:pt x="1923" y="183"/>
                </a:cubicBezTo>
                <a:cubicBezTo>
                  <a:pt x="1924" y="177"/>
                  <a:pt x="1924" y="177"/>
                  <a:pt x="1924" y="177"/>
                </a:cubicBezTo>
                <a:cubicBezTo>
                  <a:pt x="1924" y="177"/>
                  <a:pt x="1924" y="177"/>
                  <a:pt x="1924" y="177"/>
                </a:cubicBezTo>
                <a:cubicBezTo>
                  <a:pt x="1924" y="173"/>
                  <a:pt x="1924" y="173"/>
                  <a:pt x="1924" y="173"/>
                </a:cubicBezTo>
                <a:cubicBezTo>
                  <a:pt x="1924" y="173"/>
                  <a:pt x="1924" y="173"/>
                  <a:pt x="1924" y="173"/>
                </a:cubicBezTo>
                <a:cubicBezTo>
                  <a:pt x="1924" y="169"/>
                  <a:pt x="1924" y="169"/>
                  <a:pt x="1924" y="169"/>
                </a:cubicBezTo>
                <a:cubicBezTo>
                  <a:pt x="1924" y="169"/>
                  <a:pt x="1924" y="169"/>
                  <a:pt x="1924" y="169"/>
                </a:cubicBezTo>
                <a:cubicBezTo>
                  <a:pt x="1921" y="165"/>
                  <a:pt x="1921" y="165"/>
                  <a:pt x="1921" y="165"/>
                </a:cubicBezTo>
                <a:cubicBezTo>
                  <a:pt x="1921" y="165"/>
                  <a:pt x="1921" y="165"/>
                  <a:pt x="1921" y="165"/>
                </a:cubicBezTo>
                <a:cubicBezTo>
                  <a:pt x="1920" y="160"/>
                  <a:pt x="1920" y="160"/>
                  <a:pt x="1920" y="160"/>
                </a:cubicBezTo>
                <a:cubicBezTo>
                  <a:pt x="1920" y="160"/>
                  <a:pt x="1920" y="160"/>
                  <a:pt x="1920" y="160"/>
                </a:cubicBezTo>
                <a:cubicBezTo>
                  <a:pt x="1914" y="158"/>
                  <a:pt x="1914" y="158"/>
                  <a:pt x="1914" y="158"/>
                </a:cubicBezTo>
                <a:cubicBezTo>
                  <a:pt x="1914" y="158"/>
                  <a:pt x="1914" y="158"/>
                  <a:pt x="1914" y="158"/>
                </a:cubicBezTo>
                <a:cubicBezTo>
                  <a:pt x="1908" y="159"/>
                  <a:pt x="1908" y="159"/>
                  <a:pt x="1908" y="159"/>
                </a:cubicBezTo>
                <a:cubicBezTo>
                  <a:pt x="1908" y="159"/>
                  <a:pt x="1908" y="159"/>
                  <a:pt x="1908" y="159"/>
                </a:cubicBezTo>
                <a:cubicBezTo>
                  <a:pt x="1907" y="163"/>
                  <a:pt x="1907" y="163"/>
                  <a:pt x="1907" y="163"/>
                </a:cubicBezTo>
                <a:cubicBezTo>
                  <a:pt x="1907" y="163"/>
                  <a:pt x="1907" y="163"/>
                  <a:pt x="1907" y="163"/>
                </a:cubicBezTo>
                <a:cubicBezTo>
                  <a:pt x="1907" y="166"/>
                  <a:pt x="1907" y="166"/>
                  <a:pt x="1907" y="166"/>
                </a:cubicBezTo>
                <a:cubicBezTo>
                  <a:pt x="1907" y="166"/>
                  <a:pt x="1907" y="166"/>
                  <a:pt x="1907" y="166"/>
                </a:cubicBezTo>
                <a:cubicBezTo>
                  <a:pt x="1907" y="169"/>
                  <a:pt x="1907" y="169"/>
                  <a:pt x="1907" y="169"/>
                </a:cubicBezTo>
                <a:cubicBezTo>
                  <a:pt x="1907" y="169"/>
                  <a:pt x="1907" y="169"/>
                  <a:pt x="1907" y="169"/>
                </a:cubicBezTo>
                <a:cubicBezTo>
                  <a:pt x="1908" y="171"/>
                  <a:pt x="1908" y="171"/>
                  <a:pt x="1908" y="171"/>
                </a:cubicBezTo>
                <a:cubicBezTo>
                  <a:pt x="1908" y="171"/>
                  <a:pt x="1908" y="171"/>
                  <a:pt x="1908" y="171"/>
                </a:cubicBezTo>
                <a:cubicBezTo>
                  <a:pt x="1907" y="174"/>
                  <a:pt x="1907" y="174"/>
                  <a:pt x="1907" y="174"/>
                </a:cubicBezTo>
                <a:cubicBezTo>
                  <a:pt x="1907" y="174"/>
                  <a:pt x="1907" y="174"/>
                  <a:pt x="1907" y="174"/>
                </a:cubicBezTo>
                <a:cubicBezTo>
                  <a:pt x="1907" y="177"/>
                  <a:pt x="1907" y="177"/>
                  <a:pt x="1907" y="177"/>
                </a:cubicBezTo>
                <a:cubicBezTo>
                  <a:pt x="1907" y="177"/>
                  <a:pt x="1907" y="177"/>
                  <a:pt x="1907" y="177"/>
                </a:cubicBezTo>
                <a:cubicBezTo>
                  <a:pt x="1906" y="180"/>
                  <a:pt x="1906" y="180"/>
                  <a:pt x="1906" y="180"/>
                </a:cubicBezTo>
                <a:cubicBezTo>
                  <a:pt x="1906" y="180"/>
                  <a:pt x="1906" y="180"/>
                  <a:pt x="1906" y="180"/>
                </a:cubicBezTo>
                <a:cubicBezTo>
                  <a:pt x="1905" y="183"/>
                  <a:pt x="1905" y="183"/>
                  <a:pt x="1905" y="183"/>
                </a:cubicBezTo>
                <a:cubicBezTo>
                  <a:pt x="1905" y="183"/>
                  <a:pt x="1905" y="183"/>
                  <a:pt x="1905" y="183"/>
                </a:cubicBezTo>
                <a:cubicBezTo>
                  <a:pt x="1905" y="185"/>
                  <a:pt x="1905" y="185"/>
                  <a:pt x="1905" y="185"/>
                </a:cubicBezTo>
                <a:cubicBezTo>
                  <a:pt x="1905" y="185"/>
                  <a:pt x="1905" y="185"/>
                  <a:pt x="1905" y="185"/>
                </a:cubicBezTo>
                <a:cubicBezTo>
                  <a:pt x="1906" y="187"/>
                  <a:pt x="1906" y="187"/>
                  <a:pt x="1906" y="187"/>
                </a:cubicBezTo>
                <a:cubicBezTo>
                  <a:pt x="1906" y="187"/>
                  <a:pt x="1906" y="187"/>
                  <a:pt x="1906" y="187"/>
                </a:cubicBezTo>
                <a:cubicBezTo>
                  <a:pt x="1907" y="189"/>
                  <a:pt x="1907" y="189"/>
                  <a:pt x="1907" y="189"/>
                </a:cubicBezTo>
                <a:cubicBezTo>
                  <a:pt x="1907" y="189"/>
                  <a:pt x="1907" y="189"/>
                  <a:pt x="1907" y="189"/>
                </a:cubicBezTo>
                <a:cubicBezTo>
                  <a:pt x="1908" y="190"/>
                  <a:pt x="1908" y="190"/>
                  <a:pt x="1908" y="190"/>
                </a:cubicBezTo>
                <a:cubicBezTo>
                  <a:pt x="1908" y="190"/>
                  <a:pt x="1908" y="190"/>
                  <a:pt x="1908" y="190"/>
                </a:cubicBezTo>
                <a:cubicBezTo>
                  <a:pt x="1909" y="192"/>
                  <a:pt x="1909" y="192"/>
                  <a:pt x="1909" y="192"/>
                </a:cubicBezTo>
                <a:cubicBezTo>
                  <a:pt x="1909" y="192"/>
                  <a:pt x="1909" y="192"/>
                  <a:pt x="1909" y="192"/>
                </a:cubicBezTo>
                <a:cubicBezTo>
                  <a:pt x="1910" y="193"/>
                  <a:pt x="1910" y="193"/>
                  <a:pt x="1910" y="193"/>
                </a:cubicBezTo>
                <a:cubicBezTo>
                  <a:pt x="1910" y="193"/>
                  <a:pt x="1910" y="193"/>
                  <a:pt x="1910" y="193"/>
                </a:cubicBezTo>
                <a:cubicBezTo>
                  <a:pt x="1911" y="194"/>
                  <a:pt x="1911" y="194"/>
                  <a:pt x="1911" y="194"/>
                </a:cubicBezTo>
                <a:cubicBezTo>
                  <a:pt x="1911" y="194"/>
                  <a:pt x="1911" y="194"/>
                  <a:pt x="1911" y="194"/>
                </a:cubicBezTo>
                <a:cubicBezTo>
                  <a:pt x="1914" y="194"/>
                  <a:pt x="1914" y="194"/>
                  <a:pt x="1914" y="194"/>
                </a:cubicBezTo>
                <a:lnTo>
                  <a:pt x="1916" y="194"/>
                </a:lnTo>
                <a:close/>
                <a:moveTo>
                  <a:pt x="1879" y="168"/>
                </a:moveTo>
                <a:cubicBezTo>
                  <a:pt x="1881" y="168"/>
                  <a:pt x="1881" y="168"/>
                  <a:pt x="1881" y="168"/>
                </a:cubicBezTo>
                <a:cubicBezTo>
                  <a:pt x="1881" y="168"/>
                  <a:pt x="1881" y="168"/>
                  <a:pt x="1881" y="168"/>
                </a:cubicBezTo>
                <a:cubicBezTo>
                  <a:pt x="1882" y="168"/>
                  <a:pt x="1882" y="168"/>
                  <a:pt x="1882" y="168"/>
                </a:cubicBezTo>
                <a:cubicBezTo>
                  <a:pt x="1882" y="168"/>
                  <a:pt x="1882" y="168"/>
                  <a:pt x="1882" y="168"/>
                </a:cubicBezTo>
                <a:cubicBezTo>
                  <a:pt x="1883" y="167"/>
                  <a:pt x="1883" y="167"/>
                  <a:pt x="1883" y="167"/>
                </a:cubicBezTo>
                <a:cubicBezTo>
                  <a:pt x="1883" y="167"/>
                  <a:pt x="1883" y="167"/>
                  <a:pt x="1883" y="167"/>
                </a:cubicBezTo>
                <a:cubicBezTo>
                  <a:pt x="1885" y="165"/>
                  <a:pt x="1885" y="165"/>
                  <a:pt x="1885" y="165"/>
                </a:cubicBezTo>
                <a:cubicBezTo>
                  <a:pt x="1885" y="165"/>
                  <a:pt x="1885" y="165"/>
                  <a:pt x="1885" y="165"/>
                </a:cubicBezTo>
                <a:cubicBezTo>
                  <a:pt x="1886" y="165"/>
                  <a:pt x="1886" y="165"/>
                  <a:pt x="1886" y="165"/>
                </a:cubicBezTo>
                <a:cubicBezTo>
                  <a:pt x="1886" y="165"/>
                  <a:pt x="1886" y="165"/>
                  <a:pt x="1886" y="165"/>
                </a:cubicBezTo>
                <a:cubicBezTo>
                  <a:pt x="1887" y="164"/>
                  <a:pt x="1887" y="164"/>
                  <a:pt x="1887" y="164"/>
                </a:cubicBezTo>
                <a:cubicBezTo>
                  <a:pt x="1887" y="164"/>
                  <a:pt x="1887" y="164"/>
                  <a:pt x="1887" y="164"/>
                </a:cubicBezTo>
                <a:cubicBezTo>
                  <a:pt x="1888" y="163"/>
                  <a:pt x="1888" y="163"/>
                  <a:pt x="1888" y="163"/>
                </a:cubicBezTo>
                <a:cubicBezTo>
                  <a:pt x="1888" y="163"/>
                  <a:pt x="1888" y="163"/>
                  <a:pt x="1888" y="163"/>
                </a:cubicBezTo>
                <a:cubicBezTo>
                  <a:pt x="1891" y="162"/>
                  <a:pt x="1891" y="162"/>
                  <a:pt x="1891" y="162"/>
                </a:cubicBezTo>
                <a:cubicBezTo>
                  <a:pt x="1891" y="162"/>
                  <a:pt x="1891" y="162"/>
                  <a:pt x="1891" y="162"/>
                </a:cubicBezTo>
                <a:cubicBezTo>
                  <a:pt x="1890" y="159"/>
                  <a:pt x="1890" y="159"/>
                  <a:pt x="1890" y="159"/>
                </a:cubicBezTo>
                <a:cubicBezTo>
                  <a:pt x="1890" y="159"/>
                  <a:pt x="1890" y="159"/>
                  <a:pt x="1890" y="159"/>
                </a:cubicBezTo>
                <a:cubicBezTo>
                  <a:pt x="1890" y="157"/>
                  <a:pt x="1890" y="157"/>
                  <a:pt x="1890" y="157"/>
                </a:cubicBezTo>
                <a:cubicBezTo>
                  <a:pt x="1890" y="157"/>
                  <a:pt x="1890" y="157"/>
                  <a:pt x="1890" y="157"/>
                </a:cubicBezTo>
                <a:cubicBezTo>
                  <a:pt x="1888" y="154"/>
                  <a:pt x="1888" y="154"/>
                  <a:pt x="1888" y="154"/>
                </a:cubicBezTo>
                <a:cubicBezTo>
                  <a:pt x="1888" y="154"/>
                  <a:pt x="1888" y="154"/>
                  <a:pt x="1888" y="154"/>
                </a:cubicBezTo>
                <a:cubicBezTo>
                  <a:pt x="1886" y="150"/>
                  <a:pt x="1886" y="150"/>
                  <a:pt x="1886" y="150"/>
                </a:cubicBezTo>
                <a:cubicBezTo>
                  <a:pt x="1886" y="150"/>
                  <a:pt x="1886" y="150"/>
                  <a:pt x="1886" y="150"/>
                </a:cubicBezTo>
                <a:cubicBezTo>
                  <a:pt x="1882" y="148"/>
                  <a:pt x="1882" y="148"/>
                  <a:pt x="1882" y="148"/>
                </a:cubicBezTo>
                <a:cubicBezTo>
                  <a:pt x="1882" y="148"/>
                  <a:pt x="1882" y="148"/>
                  <a:pt x="1882" y="148"/>
                </a:cubicBezTo>
                <a:cubicBezTo>
                  <a:pt x="1878" y="145"/>
                  <a:pt x="1878" y="145"/>
                  <a:pt x="1878" y="145"/>
                </a:cubicBezTo>
                <a:cubicBezTo>
                  <a:pt x="1878" y="145"/>
                  <a:pt x="1878" y="145"/>
                  <a:pt x="1878" y="145"/>
                </a:cubicBezTo>
                <a:cubicBezTo>
                  <a:pt x="1875" y="144"/>
                  <a:pt x="1875" y="144"/>
                  <a:pt x="1875" y="144"/>
                </a:cubicBezTo>
                <a:cubicBezTo>
                  <a:pt x="1875" y="144"/>
                  <a:pt x="1875" y="144"/>
                  <a:pt x="1875" y="144"/>
                </a:cubicBezTo>
                <a:cubicBezTo>
                  <a:pt x="1872" y="143"/>
                  <a:pt x="1872" y="143"/>
                  <a:pt x="1872" y="143"/>
                </a:cubicBezTo>
                <a:cubicBezTo>
                  <a:pt x="1872" y="143"/>
                  <a:pt x="1872" y="143"/>
                  <a:pt x="1872" y="143"/>
                </a:cubicBezTo>
                <a:cubicBezTo>
                  <a:pt x="1870" y="145"/>
                  <a:pt x="1870" y="145"/>
                  <a:pt x="1870" y="145"/>
                </a:cubicBezTo>
                <a:cubicBezTo>
                  <a:pt x="1870" y="145"/>
                  <a:pt x="1870" y="145"/>
                  <a:pt x="1870" y="145"/>
                </a:cubicBezTo>
                <a:cubicBezTo>
                  <a:pt x="1869" y="147"/>
                  <a:pt x="1869" y="147"/>
                  <a:pt x="1869" y="147"/>
                </a:cubicBezTo>
                <a:cubicBezTo>
                  <a:pt x="1869" y="147"/>
                  <a:pt x="1869" y="147"/>
                  <a:pt x="1869" y="147"/>
                </a:cubicBezTo>
                <a:cubicBezTo>
                  <a:pt x="1867" y="149"/>
                  <a:pt x="1867" y="149"/>
                  <a:pt x="1867" y="149"/>
                </a:cubicBezTo>
                <a:cubicBezTo>
                  <a:pt x="1867" y="149"/>
                  <a:pt x="1867" y="149"/>
                  <a:pt x="1867" y="149"/>
                </a:cubicBezTo>
                <a:cubicBezTo>
                  <a:pt x="1866" y="150"/>
                  <a:pt x="1866" y="150"/>
                  <a:pt x="1866" y="150"/>
                </a:cubicBezTo>
                <a:cubicBezTo>
                  <a:pt x="1866" y="150"/>
                  <a:pt x="1866" y="150"/>
                  <a:pt x="1866" y="150"/>
                </a:cubicBezTo>
                <a:cubicBezTo>
                  <a:pt x="1864" y="152"/>
                  <a:pt x="1864" y="152"/>
                  <a:pt x="1864" y="152"/>
                </a:cubicBezTo>
                <a:cubicBezTo>
                  <a:pt x="1864" y="152"/>
                  <a:pt x="1864" y="152"/>
                  <a:pt x="1864" y="152"/>
                </a:cubicBezTo>
                <a:cubicBezTo>
                  <a:pt x="1863" y="153"/>
                  <a:pt x="1863" y="153"/>
                  <a:pt x="1863" y="153"/>
                </a:cubicBezTo>
                <a:cubicBezTo>
                  <a:pt x="1863" y="153"/>
                  <a:pt x="1863" y="153"/>
                  <a:pt x="1863" y="153"/>
                </a:cubicBezTo>
                <a:cubicBezTo>
                  <a:pt x="1860" y="155"/>
                  <a:pt x="1860" y="155"/>
                  <a:pt x="1860" y="155"/>
                </a:cubicBezTo>
                <a:cubicBezTo>
                  <a:pt x="1860" y="155"/>
                  <a:pt x="1860" y="155"/>
                  <a:pt x="1860" y="155"/>
                </a:cubicBezTo>
                <a:cubicBezTo>
                  <a:pt x="1859" y="155"/>
                  <a:pt x="1859" y="155"/>
                  <a:pt x="1859" y="155"/>
                </a:cubicBezTo>
                <a:cubicBezTo>
                  <a:pt x="1859" y="155"/>
                  <a:pt x="1859" y="155"/>
                  <a:pt x="1859" y="155"/>
                </a:cubicBezTo>
                <a:cubicBezTo>
                  <a:pt x="1859" y="159"/>
                  <a:pt x="1859" y="159"/>
                  <a:pt x="1859" y="159"/>
                </a:cubicBezTo>
                <a:cubicBezTo>
                  <a:pt x="1859" y="159"/>
                  <a:pt x="1859" y="159"/>
                  <a:pt x="1859" y="159"/>
                </a:cubicBezTo>
                <a:cubicBezTo>
                  <a:pt x="1860" y="162"/>
                  <a:pt x="1860" y="162"/>
                  <a:pt x="1860" y="162"/>
                </a:cubicBezTo>
                <a:cubicBezTo>
                  <a:pt x="1860" y="162"/>
                  <a:pt x="1860" y="162"/>
                  <a:pt x="1860" y="162"/>
                </a:cubicBezTo>
                <a:cubicBezTo>
                  <a:pt x="1863" y="163"/>
                  <a:pt x="1863" y="163"/>
                  <a:pt x="1863" y="163"/>
                </a:cubicBezTo>
                <a:cubicBezTo>
                  <a:pt x="1863" y="163"/>
                  <a:pt x="1863" y="163"/>
                  <a:pt x="1863" y="163"/>
                </a:cubicBezTo>
                <a:cubicBezTo>
                  <a:pt x="1865" y="164"/>
                  <a:pt x="1865" y="164"/>
                  <a:pt x="1865" y="164"/>
                </a:cubicBezTo>
                <a:cubicBezTo>
                  <a:pt x="1865" y="164"/>
                  <a:pt x="1865" y="164"/>
                  <a:pt x="1865" y="164"/>
                </a:cubicBezTo>
                <a:cubicBezTo>
                  <a:pt x="1868" y="165"/>
                  <a:pt x="1868" y="165"/>
                  <a:pt x="1868" y="165"/>
                </a:cubicBezTo>
                <a:cubicBezTo>
                  <a:pt x="1868" y="165"/>
                  <a:pt x="1868" y="165"/>
                  <a:pt x="1868" y="165"/>
                </a:cubicBezTo>
                <a:cubicBezTo>
                  <a:pt x="1870" y="166"/>
                  <a:pt x="1870" y="166"/>
                  <a:pt x="1870" y="166"/>
                </a:cubicBezTo>
                <a:cubicBezTo>
                  <a:pt x="1870" y="166"/>
                  <a:pt x="1870" y="166"/>
                  <a:pt x="1870" y="166"/>
                </a:cubicBezTo>
                <a:cubicBezTo>
                  <a:pt x="1872" y="167"/>
                  <a:pt x="1872" y="167"/>
                  <a:pt x="1872" y="167"/>
                </a:cubicBezTo>
                <a:cubicBezTo>
                  <a:pt x="1872" y="167"/>
                  <a:pt x="1872" y="167"/>
                  <a:pt x="1872" y="167"/>
                </a:cubicBezTo>
                <a:cubicBezTo>
                  <a:pt x="1874" y="168"/>
                  <a:pt x="1874" y="168"/>
                  <a:pt x="1874" y="168"/>
                </a:cubicBezTo>
                <a:cubicBezTo>
                  <a:pt x="1874" y="168"/>
                  <a:pt x="1874" y="168"/>
                  <a:pt x="1874" y="168"/>
                </a:cubicBezTo>
                <a:cubicBezTo>
                  <a:pt x="1877" y="168"/>
                  <a:pt x="1877" y="168"/>
                  <a:pt x="1877" y="168"/>
                </a:cubicBezTo>
                <a:lnTo>
                  <a:pt x="1879" y="168"/>
                </a:lnTo>
                <a:close/>
                <a:moveTo>
                  <a:pt x="583" y="131"/>
                </a:moveTo>
                <a:cubicBezTo>
                  <a:pt x="583" y="130"/>
                  <a:pt x="583" y="130"/>
                  <a:pt x="583" y="130"/>
                </a:cubicBezTo>
                <a:cubicBezTo>
                  <a:pt x="583" y="130"/>
                  <a:pt x="583" y="130"/>
                  <a:pt x="583" y="130"/>
                </a:cubicBezTo>
                <a:cubicBezTo>
                  <a:pt x="583" y="128"/>
                  <a:pt x="583" y="128"/>
                  <a:pt x="583" y="128"/>
                </a:cubicBezTo>
                <a:cubicBezTo>
                  <a:pt x="583" y="128"/>
                  <a:pt x="583" y="128"/>
                  <a:pt x="583" y="128"/>
                </a:cubicBezTo>
                <a:cubicBezTo>
                  <a:pt x="583" y="128"/>
                  <a:pt x="583" y="128"/>
                  <a:pt x="583" y="128"/>
                </a:cubicBezTo>
                <a:cubicBezTo>
                  <a:pt x="583" y="128"/>
                  <a:pt x="583" y="128"/>
                  <a:pt x="583" y="128"/>
                </a:cubicBezTo>
                <a:cubicBezTo>
                  <a:pt x="583" y="126"/>
                  <a:pt x="583" y="126"/>
                  <a:pt x="583" y="126"/>
                </a:cubicBezTo>
                <a:cubicBezTo>
                  <a:pt x="583" y="126"/>
                  <a:pt x="583" y="126"/>
                  <a:pt x="583" y="126"/>
                </a:cubicBezTo>
                <a:cubicBezTo>
                  <a:pt x="583" y="125"/>
                  <a:pt x="583" y="125"/>
                  <a:pt x="583" y="125"/>
                </a:cubicBezTo>
                <a:cubicBezTo>
                  <a:pt x="583" y="125"/>
                  <a:pt x="583" y="125"/>
                  <a:pt x="583" y="125"/>
                </a:cubicBezTo>
                <a:cubicBezTo>
                  <a:pt x="583" y="123"/>
                  <a:pt x="583" y="123"/>
                  <a:pt x="583" y="123"/>
                </a:cubicBezTo>
                <a:cubicBezTo>
                  <a:pt x="583" y="123"/>
                  <a:pt x="583" y="123"/>
                  <a:pt x="583" y="123"/>
                </a:cubicBezTo>
                <a:cubicBezTo>
                  <a:pt x="583" y="122"/>
                  <a:pt x="583" y="122"/>
                  <a:pt x="583" y="122"/>
                </a:cubicBezTo>
                <a:cubicBezTo>
                  <a:pt x="583" y="122"/>
                  <a:pt x="583" y="122"/>
                  <a:pt x="583" y="122"/>
                </a:cubicBezTo>
                <a:cubicBezTo>
                  <a:pt x="583" y="119"/>
                  <a:pt x="583" y="119"/>
                  <a:pt x="583" y="119"/>
                </a:cubicBezTo>
                <a:cubicBezTo>
                  <a:pt x="583" y="119"/>
                  <a:pt x="583" y="119"/>
                  <a:pt x="583" y="119"/>
                </a:cubicBezTo>
                <a:cubicBezTo>
                  <a:pt x="607" y="111"/>
                  <a:pt x="607" y="111"/>
                  <a:pt x="607" y="111"/>
                </a:cubicBezTo>
                <a:cubicBezTo>
                  <a:pt x="607" y="111"/>
                  <a:pt x="607" y="111"/>
                  <a:pt x="607" y="111"/>
                </a:cubicBezTo>
                <a:cubicBezTo>
                  <a:pt x="604" y="114"/>
                  <a:pt x="604" y="114"/>
                  <a:pt x="604" y="114"/>
                </a:cubicBezTo>
                <a:cubicBezTo>
                  <a:pt x="604" y="114"/>
                  <a:pt x="604" y="114"/>
                  <a:pt x="604" y="114"/>
                </a:cubicBezTo>
                <a:cubicBezTo>
                  <a:pt x="602" y="117"/>
                  <a:pt x="602" y="117"/>
                  <a:pt x="602" y="117"/>
                </a:cubicBezTo>
                <a:cubicBezTo>
                  <a:pt x="602" y="117"/>
                  <a:pt x="602" y="117"/>
                  <a:pt x="602" y="117"/>
                </a:cubicBezTo>
                <a:cubicBezTo>
                  <a:pt x="599" y="120"/>
                  <a:pt x="599" y="120"/>
                  <a:pt x="599" y="120"/>
                </a:cubicBezTo>
                <a:cubicBezTo>
                  <a:pt x="599" y="120"/>
                  <a:pt x="599" y="120"/>
                  <a:pt x="599" y="120"/>
                </a:cubicBezTo>
                <a:cubicBezTo>
                  <a:pt x="597" y="123"/>
                  <a:pt x="597" y="123"/>
                  <a:pt x="597" y="123"/>
                </a:cubicBezTo>
                <a:cubicBezTo>
                  <a:pt x="597" y="123"/>
                  <a:pt x="597" y="123"/>
                  <a:pt x="597" y="123"/>
                </a:cubicBezTo>
                <a:cubicBezTo>
                  <a:pt x="593" y="126"/>
                  <a:pt x="593" y="126"/>
                  <a:pt x="593" y="126"/>
                </a:cubicBezTo>
                <a:cubicBezTo>
                  <a:pt x="593" y="126"/>
                  <a:pt x="593" y="126"/>
                  <a:pt x="593" y="126"/>
                </a:cubicBezTo>
                <a:cubicBezTo>
                  <a:pt x="591" y="128"/>
                  <a:pt x="591" y="128"/>
                  <a:pt x="591" y="128"/>
                </a:cubicBezTo>
                <a:cubicBezTo>
                  <a:pt x="591" y="128"/>
                  <a:pt x="591" y="128"/>
                  <a:pt x="591" y="128"/>
                </a:cubicBezTo>
                <a:cubicBezTo>
                  <a:pt x="587" y="130"/>
                  <a:pt x="587" y="130"/>
                  <a:pt x="587" y="130"/>
                </a:cubicBezTo>
                <a:cubicBezTo>
                  <a:pt x="587" y="130"/>
                  <a:pt x="587" y="130"/>
                  <a:pt x="587" y="130"/>
                </a:cubicBezTo>
                <a:cubicBezTo>
                  <a:pt x="584" y="131"/>
                  <a:pt x="584" y="131"/>
                  <a:pt x="584" y="131"/>
                </a:cubicBezTo>
                <a:lnTo>
                  <a:pt x="583" y="131"/>
                </a:lnTo>
                <a:close/>
                <a:moveTo>
                  <a:pt x="1853" y="121"/>
                </a:moveTo>
                <a:cubicBezTo>
                  <a:pt x="1854" y="121"/>
                  <a:pt x="1854" y="121"/>
                  <a:pt x="1854" y="121"/>
                </a:cubicBezTo>
                <a:lnTo>
                  <a:pt x="1853" y="121"/>
                </a:lnTo>
                <a:close/>
                <a:moveTo>
                  <a:pt x="196" y="69"/>
                </a:moveTo>
                <a:cubicBezTo>
                  <a:pt x="202" y="68"/>
                  <a:pt x="202" y="68"/>
                  <a:pt x="202" y="68"/>
                </a:cubicBezTo>
                <a:cubicBezTo>
                  <a:pt x="202" y="68"/>
                  <a:pt x="202" y="68"/>
                  <a:pt x="202" y="68"/>
                </a:cubicBezTo>
                <a:cubicBezTo>
                  <a:pt x="211" y="67"/>
                  <a:pt x="211" y="67"/>
                  <a:pt x="211" y="67"/>
                </a:cubicBezTo>
                <a:cubicBezTo>
                  <a:pt x="211" y="67"/>
                  <a:pt x="211" y="67"/>
                  <a:pt x="211" y="67"/>
                </a:cubicBezTo>
                <a:cubicBezTo>
                  <a:pt x="219" y="67"/>
                  <a:pt x="219" y="67"/>
                  <a:pt x="219" y="67"/>
                </a:cubicBezTo>
                <a:cubicBezTo>
                  <a:pt x="219" y="67"/>
                  <a:pt x="219" y="67"/>
                  <a:pt x="219" y="67"/>
                </a:cubicBezTo>
                <a:cubicBezTo>
                  <a:pt x="228" y="67"/>
                  <a:pt x="228" y="67"/>
                  <a:pt x="228" y="67"/>
                </a:cubicBezTo>
                <a:cubicBezTo>
                  <a:pt x="228" y="67"/>
                  <a:pt x="228" y="67"/>
                  <a:pt x="228" y="67"/>
                </a:cubicBezTo>
                <a:cubicBezTo>
                  <a:pt x="234" y="67"/>
                  <a:pt x="234" y="67"/>
                  <a:pt x="234" y="67"/>
                </a:cubicBezTo>
                <a:cubicBezTo>
                  <a:pt x="234" y="67"/>
                  <a:pt x="234" y="67"/>
                  <a:pt x="234" y="67"/>
                </a:cubicBezTo>
                <a:cubicBezTo>
                  <a:pt x="241" y="66"/>
                  <a:pt x="241" y="66"/>
                  <a:pt x="241" y="66"/>
                </a:cubicBezTo>
                <a:cubicBezTo>
                  <a:pt x="241" y="66"/>
                  <a:pt x="241" y="66"/>
                  <a:pt x="241" y="66"/>
                </a:cubicBezTo>
                <a:cubicBezTo>
                  <a:pt x="248" y="64"/>
                  <a:pt x="248" y="64"/>
                  <a:pt x="248" y="64"/>
                </a:cubicBezTo>
                <a:cubicBezTo>
                  <a:pt x="248" y="64"/>
                  <a:pt x="248" y="64"/>
                  <a:pt x="248" y="64"/>
                </a:cubicBezTo>
                <a:cubicBezTo>
                  <a:pt x="253" y="59"/>
                  <a:pt x="253" y="59"/>
                  <a:pt x="253" y="59"/>
                </a:cubicBezTo>
                <a:cubicBezTo>
                  <a:pt x="253" y="59"/>
                  <a:pt x="253" y="59"/>
                  <a:pt x="253" y="59"/>
                </a:cubicBezTo>
                <a:cubicBezTo>
                  <a:pt x="252" y="57"/>
                  <a:pt x="252" y="57"/>
                  <a:pt x="252" y="57"/>
                </a:cubicBezTo>
                <a:cubicBezTo>
                  <a:pt x="252" y="57"/>
                  <a:pt x="252" y="57"/>
                  <a:pt x="252" y="57"/>
                </a:cubicBezTo>
                <a:cubicBezTo>
                  <a:pt x="252" y="54"/>
                  <a:pt x="252" y="54"/>
                  <a:pt x="252" y="54"/>
                </a:cubicBezTo>
                <a:cubicBezTo>
                  <a:pt x="252" y="54"/>
                  <a:pt x="252" y="54"/>
                  <a:pt x="252" y="54"/>
                </a:cubicBezTo>
                <a:cubicBezTo>
                  <a:pt x="251" y="52"/>
                  <a:pt x="251" y="52"/>
                  <a:pt x="251" y="52"/>
                </a:cubicBezTo>
                <a:cubicBezTo>
                  <a:pt x="251" y="52"/>
                  <a:pt x="251" y="52"/>
                  <a:pt x="251" y="52"/>
                </a:cubicBezTo>
                <a:cubicBezTo>
                  <a:pt x="250" y="49"/>
                  <a:pt x="250" y="49"/>
                  <a:pt x="250" y="49"/>
                </a:cubicBezTo>
                <a:cubicBezTo>
                  <a:pt x="250" y="49"/>
                  <a:pt x="250" y="49"/>
                  <a:pt x="250" y="49"/>
                </a:cubicBezTo>
                <a:cubicBezTo>
                  <a:pt x="248" y="47"/>
                  <a:pt x="248" y="47"/>
                  <a:pt x="248" y="47"/>
                </a:cubicBezTo>
                <a:cubicBezTo>
                  <a:pt x="248" y="47"/>
                  <a:pt x="248" y="47"/>
                  <a:pt x="248" y="47"/>
                </a:cubicBezTo>
                <a:cubicBezTo>
                  <a:pt x="247" y="46"/>
                  <a:pt x="247" y="46"/>
                  <a:pt x="247" y="46"/>
                </a:cubicBezTo>
                <a:cubicBezTo>
                  <a:pt x="247" y="46"/>
                  <a:pt x="247" y="46"/>
                  <a:pt x="247" y="46"/>
                </a:cubicBezTo>
                <a:cubicBezTo>
                  <a:pt x="244" y="44"/>
                  <a:pt x="244" y="44"/>
                  <a:pt x="244" y="44"/>
                </a:cubicBezTo>
                <a:cubicBezTo>
                  <a:pt x="244" y="44"/>
                  <a:pt x="244" y="44"/>
                  <a:pt x="244" y="44"/>
                </a:cubicBezTo>
                <a:cubicBezTo>
                  <a:pt x="244" y="41"/>
                  <a:pt x="244" y="41"/>
                  <a:pt x="244" y="41"/>
                </a:cubicBezTo>
                <a:cubicBezTo>
                  <a:pt x="244" y="41"/>
                  <a:pt x="244" y="41"/>
                  <a:pt x="244" y="41"/>
                </a:cubicBezTo>
                <a:cubicBezTo>
                  <a:pt x="235" y="35"/>
                  <a:pt x="235" y="35"/>
                  <a:pt x="235" y="35"/>
                </a:cubicBezTo>
                <a:cubicBezTo>
                  <a:pt x="235" y="35"/>
                  <a:pt x="235" y="35"/>
                  <a:pt x="235" y="35"/>
                </a:cubicBezTo>
                <a:cubicBezTo>
                  <a:pt x="227" y="29"/>
                  <a:pt x="227" y="29"/>
                  <a:pt x="227" y="29"/>
                </a:cubicBezTo>
                <a:cubicBezTo>
                  <a:pt x="227" y="29"/>
                  <a:pt x="227" y="29"/>
                  <a:pt x="227" y="29"/>
                </a:cubicBezTo>
                <a:cubicBezTo>
                  <a:pt x="217" y="24"/>
                  <a:pt x="217" y="24"/>
                  <a:pt x="217" y="24"/>
                </a:cubicBezTo>
                <a:cubicBezTo>
                  <a:pt x="217" y="24"/>
                  <a:pt x="217" y="24"/>
                  <a:pt x="217" y="24"/>
                </a:cubicBezTo>
                <a:cubicBezTo>
                  <a:pt x="209" y="19"/>
                  <a:pt x="209" y="19"/>
                  <a:pt x="209" y="19"/>
                </a:cubicBezTo>
                <a:cubicBezTo>
                  <a:pt x="209" y="19"/>
                  <a:pt x="209" y="19"/>
                  <a:pt x="209" y="19"/>
                </a:cubicBezTo>
                <a:cubicBezTo>
                  <a:pt x="198" y="18"/>
                  <a:pt x="198" y="18"/>
                  <a:pt x="198" y="18"/>
                </a:cubicBezTo>
                <a:cubicBezTo>
                  <a:pt x="198" y="18"/>
                  <a:pt x="198" y="18"/>
                  <a:pt x="198" y="18"/>
                </a:cubicBezTo>
                <a:cubicBezTo>
                  <a:pt x="189" y="15"/>
                  <a:pt x="189" y="15"/>
                  <a:pt x="189" y="15"/>
                </a:cubicBezTo>
                <a:cubicBezTo>
                  <a:pt x="189" y="15"/>
                  <a:pt x="189" y="15"/>
                  <a:pt x="189" y="15"/>
                </a:cubicBezTo>
                <a:cubicBezTo>
                  <a:pt x="178" y="14"/>
                  <a:pt x="178" y="14"/>
                  <a:pt x="178" y="14"/>
                </a:cubicBezTo>
                <a:cubicBezTo>
                  <a:pt x="178" y="14"/>
                  <a:pt x="178" y="14"/>
                  <a:pt x="178" y="14"/>
                </a:cubicBezTo>
                <a:cubicBezTo>
                  <a:pt x="168" y="14"/>
                  <a:pt x="168" y="14"/>
                  <a:pt x="168" y="14"/>
                </a:cubicBezTo>
                <a:cubicBezTo>
                  <a:pt x="168" y="14"/>
                  <a:pt x="168" y="14"/>
                  <a:pt x="168" y="14"/>
                </a:cubicBezTo>
                <a:cubicBezTo>
                  <a:pt x="167" y="16"/>
                  <a:pt x="167" y="16"/>
                  <a:pt x="167" y="16"/>
                </a:cubicBezTo>
                <a:cubicBezTo>
                  <a:pt x="167" y="16"/>
                  <a:pt x="167" y="16"/>
                  <a:pt x="167" y="16"/>
                </a:cubicBezTo>
                <a:cubicBezTo>
                  <a:pt x="166" y="17"/>
                  <a:pt x="166" y="17"/>
                  <a:pt x="166" y="17"/>
                </a:cubicBezTo>
                <a:cubicBezTo>
                  <a:pt x="166" y="17"/>
                  <a:pt x="166" y="17"/>
                  <a:pt x="166" y="17"/>
                </a:cubicBezTo>
                <a:cubicBezTo>
                  <a:pt x="166" y="18"/>
                  <a:pt x="166" y="18"/>
                  <a:pt x="166" y="18"/>
                </a:cubicBezTo>
                <a:cubicBezTo>
                  <a:pt x="166" y="18"/>
                  <a:pt x="166" y="18"/>
                  <a:pt x="166" y="18"/>
                </a:cubicBezTo>
                <a:cubicBezTo>
                  <a:pt x="167" y="19"/>
                  <a:pt x="167" y="19"/>
                  <a:pt x="167" y="19"/>
                </a:cubicBezTo>
                <a:cubicBezTo>
                  <a:pt x="167" y="19"/>
                  <a:pt x="167" y="19"/>
                  <a:pt x="167" y="19"/>
                </a:cubicBezTo>
                <a:cubicBezTo>
                  <a:pt x="167" y="21"/>
                  <a:pt x="167" y="21"/>
                  <a:pt x="167" y="21"/>
                </a:cubicBezTo>
                <a:cubicBezTo>
                  <a:pt x="167" y="21"/>
                  <a:pt x="167" y="21"/>
                  <a:pt x="167" y="21"/>
                </a:cubicBezTo>
                <a:cubicBezTo>
                  <a:pt x="167" y="22"/>
                  <a:pt x="167" y="22"/>
                  <a:pt x="167" y="22"/>
                </a:cubicBezTo>
                <a:cubicBezTo>
                  <a:pt x="167" y="22"/>
                  <a:pt x="167" y="22"/>
                  <a:pt x="167" y="22"/>
                </a:cubicBezTo>
                <a:cubicBezTo>
                  <a:pt x="168" y="22"/>
                  <a:pt x="168" y="22"/>
                  <a:pt x="168" y="22"/>
                </a:cubicBezTo>
                <a:cubicBezTo>
                  <a:pt x="168" y="22"/>
                  <a:pt x="168" y="22"/>
                  <a:pt x="168" y="22"/>
                </a:cubicBezTo>
                <a:cubicBezTo>
                  <a:pt x="169" y="22"/>
                  <a:pt x="169" y="22"/>
                  <a:pt x="169" y="22"/>
                </a:cubicBezTo>
                <a:cubicBezTo>
                  <a:pt x="169" y="22"/>
                  <a:pt x="169" y="22"/>
                  <a:pt x="169" y="22"/>
                </a:cubicBezTo>
                <a:cubicBezTo>
                  <a:pt x="191" y="38"/>
                  <a:pt x="191" y="38"/>
                  <a:pt x="191" y="38"/>
                </a:cubicBezTo>
                <a:cubicBezTo>
                  <a:pt x="191" y="38"/>
                  <a:pt x="191" y="38"/>
                  <a:pt x="191" y="38"/>
                </a:cubicBezTo>
                <a:cubicBezTo>
                  <a:pt x="191" y="41"/>
                  <a:pt x="191" y="41"/>
                  <a:pt x="191" y="41"/>
                </a:cubicBezTo>
                <a:cubicBezTo>
                  <a:pt x="191" y="41"/>
                  <a:pt x="191" y="41"/>
                  <a:pt x="191" y="41"/>
                </a:cubicBezTo>
                <a:cubicBezTo>
                  <a:pt x="192" y="43"/>
                  <a:pt x="192" y="43"/>
                  <a:pt x="192" y="43"/>
                </a:cubicBezTo>
                <a:cubicBezTo>
                  <a:pt x="192" y="43"/>
                  <a:pt x="192" y="43"/>
                  <a:pt x="192" y="43"/>
                </a:cubicBezTo>
                <a:cubicBezTo>
                  <a:pt x="193" y="46"/>
                  <a:pt x="193" y="46"/>
                  <a:pt x="193" y="46"/>
                </a:cubicBezTo>
                <a:cubicBezTo>
                  <a:pt x="193" y="46"/>
                  <a:pt x="193" y="46"/>
                  <a:pt x="193" y="46"/>
                </a:cubicBezTo>
                <a:cubicBezTo>
                  <a:pt x="195" y="47"/>
                  <a:pt x="195" y="47"/>
                  <a:pt x="195" y="47"/>
                </a:cubicBezTo>
                <a:cubicBezTo>
                  <a:pt x="195" y="47"/>
                  <a:pt x="195" y="47"/>
                  <a:pt x="195" y="47"/>
                </a:cubicBezTo>
                <a:cubicBezTo>
                  <a:pt x="196" y="48"/>
                  <a:pt x="196" y="48"/>
                  <a:pt x="196" y="48"/>
                </a:cubicBezTo>
                <a:cubicBezTo>
                  <a:pt x="196" y="48"/>
                  <a:pt x="196" y="48"/>
                  <a:pt x="196" y="48"/>
                </a:cubicBezTo>
                <a:cubicBezTo>
                  <a:pt x="197" y="49"/>
                  <a:pt x="197" y="49"/>
                  <a:pt x="197" y="49"/>
                </a:cubicBezTo>
                <a:cubicBezTo>
                  <a:pt x="197" y="49"/>
                  <a:pt x="197" y="49"/>
                  <a:pt x="197" y="49"/>
                </a:cubicBezTo>
                <a:cubicBezTo>
                  <a:pt x="198" y="50"/>
                  <a:pt x="198" y="50"/>
                  <a:pt x="198" y="50"/>
                </a:cubicBezTo>
                <a:cubicBezTo>
                  <a:pt x="198" y="50"/>
                  <a:pt x="198" y="50"/>
                  <a:pt x="198" y="50"/>
                </a:cubicBezTo>
                <a:cubicBezTo>
                  <a:pt x="200" y="51"/>
                  <a:pt x="200" y="51"/>
                  <a:pt x="200" y="51"/>
                </a:cubicBezTo>
                <a:cubicBezTo>
                  <a:pt x="200" y="51"/>
                  <a:pt x="200" y="51"/>
                  <a:pt x="200" y="51"/>
                </a:cubicBezTo>
                <a:cubicBezTo>
                  <a:pt x="200" y="54"/>
                  <a:pt x="200" y="54"/>
                  <a:pt x="200" y="54"/>
                </a:cubicBezTo>
                <a:cubicBezTo>
                  <a:pt x="200" y="54"/>
                  <a:pt x="200" y="54"/>
                  <a:pt x="200" y="54"/>
                </a:cubicBezTo>
                <a:cubicBezTo>
                  <a:pt x="200" y="57"/>
                  <a:pt x="200" y="57"/>
                  <a:pt x="200" y="57"/>
                </a:cubicBezTo>
                <a:cubicBezTo>
                  <a:pt x="200" y="57"/>
                  <a:pt x="200" y="57"/>
                  <a:pt x="200" y="57"/>
                </a:cubicBezTo>
                <a:cubicBezTo>
                  <a:pt x="199" y="60"/>
                  <a:pt x="199" y="60"/>
                  <a:pt x="199" y="60"/>
                </a:cubicBezTo>
                <a:cubicBezTo>
                  <a:pt x="199" y="60"/>
                  <a:pt x="199" y="60"/>
                  <a:pt x="199" y="60"/>
                </a:cubicBezTo>
                <a:cubicBezTo>
                  <a:pt x="198" y="61"/>
                  <a:pt x="198" y="61"/>
                  <a:pt x="198" y="61"/>
                </a:cubicBezTo>
                <a:cubicBezTo>
                  <a:pt x="198" y="61"/>
                  <a:pt x="198" y="61"/>
                  <a:pt x="198" y="61"/>
                </a:cubicBezTo>
                <a:cubicBezTo>
                  <a:pt x="197" y="64"/>
                  <a:pt x="197" y="64"/>
                  <a:pt x="197" y="64"/>
                </a:cubicBezTo>
                <a:cubicBezTo>
                  <a:pt x="197" y="64"/>
                  <a:pt x="197" y="64"/>
                  <a:pt x="197" y="64"/>
                </a:cubicBezTo>
                <a:cubicBezTo>
                  <a:pt x="196" y="65"/>
                  <a:pt x="196" y="65"/>
                  <a:pt x="196" y="65"/>
                </a:cubicBezTo>
                <a:cubicBezTo>
                  <a:pt x="196" y="65"/>
                  <a:pt x="196" y="65"/>
                  <a:pt x="196" y="65"/>
                </a:cubicBezTo>
                <a:cubicBezTo>
                  <a:pt x="196" y="68"/>
                  <a:pt x="196" y="68"/>
                  <a:pt x="196" y="68"/>
                </a:cubicBezTo>
                <a:cubicBezTo>
                  <a:pt x="196" y="68"/>
                  <a:pt x="196" y="68"/>
                  <a:pt x="196" y="68"/>
                </a:cubicBezTo>
                <a:lnTo>
                  <a:pt x="196" y="69"/>
                </a:lnTo>
                <a:close/>
              </a:path>
            </a:pathLst>
          </a:custGeom>
          <a:solidFill>
            <a:srgbClr val="B60005"/>
          </a:solidFill>
          <a:ln>
            <a:noFill/>
          </a:ln>
        </p:spPr>
        <p:txBody>
          <a:bodyPr anchor="ctr"/>
          <a:lstStyle/>
          <a:p>
            <a:pPr algn="ctr">
              <a:buNone/>
            </a:pPr>
          </a:p>
        </p:txBody>
      </p:sp>
      <p:sp>
        <p:nvSpPr>
          <p:cNvPr id="12" name="íṧlíḓê"/>
          <p:cNvSpPr>
            <a:spLocks noGrp="1"/>
          </p:cNvSpPr>
          <p:nvPr/>
        </p:nvSpPr>
        <p:spPr>
          <a:xfrm>
            <a:off x="9942028" y="1146353"/>
            <a:ext cx="1576871" cy="43852"/>
          </a:xfrm>
          <a:custGeom>
            <a:avLst/>
            <a:gdLst>
              <a:gd name="T0" fmla="*/ 28 w 2078"/>
              <a:gd name="T1" fmla="*/ 9 h 58"/>
              <a:gd name="T2" fmla="*/ 38 w 2078"/>
              <a:gd name="T3" fmla="*/ 57 h 58"/>
              <a:gd name="T4" fmla="*/ 111 w 2078"/>
              <a:gd name="T5" fmla="*/ 2 h 58"/>
              <a:gd name="T6" fmla="*/ 87 w 2078"/>
              <a:gd name="T7" fmla="*/ 2 h 58"/>
              <a:gd name="T8" fmla="*/ 111 w 2078"/>
              <a:gd name="T9" fmla="*/ 2 h 58"/>
              <a:gd name="T10" fmla="*/ 176 w 2078"/>
              <a:gd name="T11" fmla="*/ 2 h 58"/>
              <a:gd name="T12" fmla="*/ 169 w 2078"/>
              <a:gd name="T13" fmla="*/ 12 h 58"/>
              <a:gd name="T14" fmla="*/ 253 w 2078"/>
              <a:gd name="T15" fmla="*/ 45 h 58"/>
              <a:gd name="T16" fmla="*/ 226 w 2078"/>
              <a:gd name="T17" fmla="*/ 11 h 58"/>
              <a:gd name="T18" fmla="*/ 324 w 2078"/>
              <a:gd name="T19" fmla="*/ 48 h 58"/>
              <a:gd name="T20" fmla="*/ 311 w 2078"/>
              <a:gd name="T21" fmla="*/ 0 h 58"/>
              <a:gd name="T22" fmla="*/ 314 w 2078"/>
              <a:gd name="T23" fmla="*/ 27 h 58"/>
              <a:gd name="T24" fmla="*/ 395 w 2078"/>
              <a:gd name="T25" fmla="*/ 48 h 58"/>
              <a:gd name="T26" fmla="*/ 396 w 2078"/>
              <a:gd name="T27" fmla="*/ 2 h 58"/>
              <a:gd name="T28" fmla="*/ 443 w 2078"/>
              <a:gd name="T29" fmla="*/ 30 h 58"/>
              <a:gd name="T30" fmla="*/ 470 w 2078"/>
              <a:gd name="T31" fmla="*/ 9 h 58"/>
              <a:gd name="T32" fmla="*/ 535 w 2078"/>
              <a:gd name="T33" fmla="*/ 2 h 58"/>
              <a:gd name="T34" fmla="*/ 550 w 2078"/>
              <a:gd name="T35" fmla="*/ 57 h 58"/>
              <a:gd name="T36" fmla="*/ 600 w 2078"/>
              <a:gd name="T37" fmla="*/ 30 h 58"/>
              <a:gd name="T38" fmla="*/ 614 w 2078"/>
              <a:gd name="T39" fmla="*/ 58 h 58"/>
              <a:gd name="T40" fmla="*/ 627 w 2078"/>
              <a:gd name="T41" fmla="*/ 37 h 58"/>
              <a:gd name="T42" fmla="*/ 692 w 2078"/>
              <a:gd name="T43" fmla="*/ 32 h 58"/>
              <a:gd name="T44" fmla="*/ 728 w 2078"/>
              <a:gd name="T45" fmla="*/ 2 h 58"/>
              <a:gd name="T46" fmla="*/ 790 w 2078"/>
              <a:gd name="T47" fmla="*/ 45 h 58"/>
              <a:gd name="T48" fmla="*/ 763 w 2078"/>
              <a:gd name="T49" fmla="*/ 11 h 58"/>
              <a:gd name="T50" fmla="*/ 836 w 2078"/>
              <a:gd name="T51" fmla="*/ 57 h 58"/>
              <a:gd name="T52" fmla="*/ 882 w 2078"/>
              <a:gd name="T53" fmla="*/ 45 h 58"/>
              <a:gd name="T54" fmla="*/ 964 w 2078"/>
              <a:gd name="T55" fmla="*/ 57 h 58"/>
              <a:gd name="T56" fmla="*/ 939 w 2078"/>
              <a:gd name="T57" fmla="*/ 24 h 58"/>
              <a:gd name="T58" fmla="*/ 998 w 2078"/>
              <a:gd name="T59" fmla="*/ 11 h 58"/>
              <a:gd name="T60" fmla="*/ 998 w 2078"/>
              <a:gd name="T61" fmla="*/ 35 h 58"/>
              <a:gd name="T62" fmla="*/ 1027 w 2078"/>
              <a:gd name="T63" fmla="*/ 42 h 58"/>
              <a:gd name="T64" fmla="*/ 987 w 2078"/>
              <a:gd name="T65" fmla="*/ 57 h 58"/>
              <a:gd name="T66" fmla="*/ 1068 w 2078"/>
              <a:gd name="T67" fmla="*/ 34 h 58"/>
              <a:gd name="T68" fmla="*/ 1070 w 2078"/>
              <a:gd name="T69" fmla="*/ 58 h 58"/>
              <a:gd name="T70" fmla="*/ 1080 w 2078"/>
              <a:gd name="T71" fmla="*/ 18 h 58"/>
              <a:gd name="T72" fmla="*/ 1127 w 2078"/>
              <a:gd name="T73" fmla="*/ 2 h 58"/>
              <a:gd name="T74" fmla="*/ 1190 w 2078"/>
              <a:gd name="T75" fmla="*/ 11 h 58"/>
              <a:gd name="T76" fmla="*/ 1236 w 2078"/>
              <a:gd name="T77" fmla="*/ 39 h 58"/>
              <a:gd name="T78" fmla="*/ 1224 w 2078"/>
              <a:gd name="T79" fmla="*/ 39 h 58"/>
              <a:gd name="T80" fmla="*/ 1315 w 2078"/>
              <a:gd name="T81" fmla="*/ 58 h 58"/>
              <a:gd name="T82" fmla="*/ 1375 w 2078"/>
              <a:gd name="T83" fmla="*/ 57 h 58"/>
              <a:gd name="T84" fmla="*/ 1399 w 2078"/>
              <a:gd name="T85" fmla="*/ 11 h 58"/>
              <a:gd name="T86" fmla="*/ 1448 w 2078"/>
              <a:gd name="T87" fmla="*/ 11 h 58"/>
              <a:gd name="T88" fmla="*/ 1431 w 2078"/>
              <a:gd name="T89" fmla="*/ 2 h 58"/>
              <a:gd name="T90" fmla="*/ 1507 w 2078"/>
              <a:gd name="T91" fmla="*/ 33 h 58"/>
              <a:gd name="T92" fmla="*/ 1531 w 2078"/>
              <a:gd name="T93" fmla="*/ 2 h 58"/>
              <a:gd name="T94" fmla="*/ 1576 w 2078"/>
              <a:gd name="T95" fmla="*/ 58 h 58"/>
              <a:gd name="T96" fmla="*/ 1586 w 2078"/>
              <a:gd name="T97" fmla="*/ 20 h 58"/>
              <a:gd name="T98" fmla="*/ 1664 w 2078"/>
              <a:gd name="T99" fmla="*/ 57 h 58"/>
              <a:gd name="T100" fmla="*/ 1620 w 2078"/>
              <a:gd name="T101" fmla="*/ 2 h 58"/>
              <a:gd name="T102" fmla="*/ 1726 w 2078"/>
              <a:gd name="T103" fmla="*/ 45 h 58"/>
              <a:gd name="T104" fmla="*/ 1698 w 2078"/>
              <a:gd name="T105" fmla="*/ 11 h 58"/>
              <a:gd name="T106" fmla="*/ 1784 w 2078"/>
              <a:gd name="T107" fmla="*/ 0 h 58"/>
              <a:gd name="T108" fmla="*/ 1771 w 2078"/>
              <a:gd name="T109" fmla="*/ 30 h 58"/>
              <a:gd name="T110" fmla="*/ 1833 w 2078"/>
              <a:gd name="T111" fmla="*/ 2 h 58"/>
              <a:gd name="T112" fmla="*/ 1886 w 2078"/>
              <a:gd name="T113" fmla="*/ 30 h 58"/>
              <a:gd name="T114" fmla="*/ 1913 w 2078"/>
              <a:gd name="T115" fmla="*/ 9 h 58"/>
              <a:gd name="T116" fmla="*/ 1986 w 2078"/>
              <a:gd name="T117" fmla="*/ 9 h 58"/>
              <a:gd name="T118" fmla="*/ 1997 w 2078"/>
              <a:gd name="T119" fmla="*/ 57 h 58"/>
              <a:gd name="T120" fmla="*/ 2048 w 2078"/>
              <a:gd name="T121" fmla="*/ 57 h 58"/>
              <a:gd name="T122" fmla="*/ 2043 w 2078"/>
              <a:gd name="T123" fmla="*/ 2 h 58"/>
            </a:gdLst>
            <a:ahLst/>
            <a:cxnLst/>
            <a:rect l="0" t="0" r="r" b="b"/>
            <a:pathLst>
              <a:path w="2078" h="58">
                <a:moveTo>
                  <a:pt x="38" y="37"/>
                </a:moveTo>
                <a:cubicBezTo>
                  <a:pt x="38" y="48"/>
                  <a:pt x="38" y="48"/>
                  <a:pt x="38" y="48"/>
                </a:cubicBezTo>
                <a:cubicBezTo>
                  <a:pt x="38" y="49"/>
                  <a:pt x="38" y="49"/>
                  <a:pt x="38" y="48"/>
                </a:cubicBezTo>
                <a:cubicBezTo>
                  <a:pt x="34" y="49"/>
                  <a:pt x="30" y="50"/>
                  <a:pt x="28" y="50"/>
                </a:cubicBezTo>
                <a:cubicBezTo>
                  <a:pt x="18" y="49"/>
                  <a:pt x="12" y="43"/>
                  <a:pt x="12" y="30"/>
                </a:cubicBezTo>
                <a:cubicBezTo>
                  <a:pt x="12" y="16"/>
                  <a:pt x="18" y="9"/>
                  <a:pt x="28" y="9"/>
                </a:cubicBezTo>
                <a:cubicBezTo>
                  <a:pt x="35" y="9"/>
                  <a:pt x="38" y="12"/>
                  <a:pt x="38" y="18"/>
                </a:cubicBezTo>
                <a:cubicBezTo>
                  <a:pt x="51" y="18"/>
                  <a:pt x="51" y="18"/>
                  <a:pt x="51" y="18"/>
                </a:cubicBezTo>
                <a:cubicBezTo>
                  <a:pt x="51" y="6"/>
                  <a:pt x="43" y="0"/>
                  <a:pt x="25" y="0"/>
                </a:cubicBezTo>
                <a:cubicBezTo>
                  <a:pt x="9" y="2"/>
                  <a:pt x="0" y="11"/>
                  <a:pt x="0" y="30"/>
                </a:cubicBezTo>
                <a:cubicBezTo>
                  <a:pt x="0" y="47"/>
                  <a:pt x="9" y="57"/>
                  <a:pt x="25" y="58"/>
                </a:cubicBezTo>
                <a:cubicBezTo>
                  <a:pt x="31" y="58"/>
                  <a:pt x="35" y="58"/>
                  <a:pt x="38" y="57"/>
                </a:cubicBezTo>
                <a:cubicBezTo>
                  <a:pt x="42" y="57"/>
                  <a:pt x="46" y="57"/>
                  <a:pt x="50" y="55"/>
                </a:cubicBezTo>
                <a:cubicBezTo>
                  <a:pt x="50" y="27"/>
                  <a:pt x="50" y="27"/>
                  <a:pt x="50" y="27"/>
                </a:cubicBezTo>
                <a:cubicBezTo>
                  <a:pt x="28" y="27"/>
                  <a:pt x="28" y="27"/>
                  <a:pt x="28" y="27"/>
                </a:cubicBezTo>
                <a:cubicBezTo>
                  <a:pt x="28" y="37"/>
                  <a:pt x="28" y="37"/>
                  <a:pt x="28" y="37"/>
                </a:cubicBezTo>
                <a:cubicBezTo>
                  <a:pt x="38" y="37"/>
                  <a:pt x="38" y="37"/>
                  <a:pt x="38" y="37"/>
                </a:cubicBezTo>
                <a:close/>
                <a:moveTo>
                  <a:pt x="111" y="2"/>
                </a:moveTo>
                <a:cubicBezTo>
                  <a:pt x="111" y="32"/>
                  <a:pt x="111" y="32"/>
                  <a:pt x="111" y="32"/>
                </a:cubicBezTo>
                <a:cubicBezTo>
                  <a:pt x="111" y="39"/>
                  <a:pt x="110" y="43"/>
                  <a:pt x="108" y="45"/>
                </a:cubicBezTo>
                <a:cubicBezTo>
                  <a:pt x="107" y="48"/>
                  <a:pt x="103" y="50"/>
                  <a:pt x="99" y="50"/>
                </a:cubicBezTo>
                <a:cubicBezTo>
                  <a:pt x="94" y="50"/>
                  <a:pt x="91" y="48"/>
                  <a:pt x="89" y="45"/>
                </a:cubicBezTo>
                <a:cubicBezTo>
                  <a:pt x="87" y="43"/>
                  <a:pt x="87" y="39"/>
                  <a:pt x="87" y="32"/>
                </a:cubicBezTo>
                <a:cubicBezTo>
                  <a:pt x="87" y="2"/>
                  <a:pt x="87" y="2"/>
                  <a:pt x="87" y="2"/>
                </a:cubicBezTo>
                <a:cubicBezTo>
                  <a:pt x="75" y="2"/>
                  <a:pt x="75" y="2"/>
                  <a:pt x="75" y="2"/>
                </a:cubicBezTo>
                <a:cubicBezTo>
                  <a:pt x="75" y="36"/>
                  <a:pt x="75" y="36"/>
                  <a:pt x="75" y="36"/>
                </a:cubicBezTo>
                <a:cubicBezTo>
                  <a:pt x="75" y="50"/>
                  <a:pt x="83" y="57"/>
                  <a:pt x="99" y="58"/>
                </a:cubicBezTo>
                <a:cubicBezTo>
                  <a:pt x="114" y="57"/>
                  <a:pt x="122" y="50"/>
                  <a:pt x="123" y="36"/>
                </a:cubicBezTo>
                <a:cubicBezTo>
                  <a:pt x="123" y="2"/>
                  <a:pt x="123" y="2"/>
                  <a:pt x="123" y="2"/>
                </a:cubicBezTo>
                <a:cubicBezTo>
                  <a:pt x="111" y="2"/>
                  <a:pt x="111" y="2"/>
                  <a:pt x="111" y="2"/>
                </a:cubicBezTo>
                <a:close/>
                <a:moveTo>
                  <a:pt x="154" y="57"/>
                </a:moveTo>
                <a:cubicBezTo>
                  <a:pt x="158" y="45"/>
                  <a:pt x="158" y="45"/>
                  <a:pt x="158" y="45"/>
                </a:cubicBezTo>
                <a:cubicBezTo>
                  <a:pt x="180" y="45"/>
                  <a:pt x="180" y="45"/>
                  <a:pt x="180" y="45"/>
                </a:cubicBezTo>
                <a:cubicBezTo>
                  <a:pt x="184" y="57"/>
                  <a:pt x="184" y="57"/>
                  <a:pt x="184" y="57"/>
                </a:cubicBezTo>
                <a:cubicBezTo>
                  <a:pt x="196" y="57"/>
                  <a:pt x="196" y="57"/>
                  <a:pt x="196" y="57"/>
                </a:cubicBezTo>
                <a:cubicBezTo>
                  <a:pt x="176" y="2"/>
                  <a:pt x="176" y="2"/>
                  <a:pt x="176" y="2"/>
                </a:cubicBezTo>
                <a:cubicBezTo>
                  <a:pt x="163" y="2"/>
                  <a:pt x="163" y="2"/>
                  <a:pt x="163" y="2"/>
                </a:cubicBezTo>
                <a:cubicBezTo>
                  <a:pt x="143" y="57"/>
                  <a:pt x="143" y="57"/>
                  <a:pt x="143" y="57"/>
                </a:cubicBezTo>
                <a:cubicBezTo>
                  <a:pt x="154" y="57"/>
                  <a:pt x="154" y="57"/>
                  <a:pt x="154" y="57"/>
                </a:cubicBezTo>
                <a:close/>
                <a:moveTo>
                  <a:pt x="161" y="36"/>
                </a:moveTo>
                <a:cubicBezTo>
                  <a:pt x="169" y="12"/>
                  <a:pt x="169" y="12"/>
                  <a:pt x="169" y="12"/>
                </a:cubicBezTo>
                <a:cubicBezTo>
                  <a:pt x="169" y="12"/>
                  <a:pt x="169" y="12"/>
                  <a:pt x="169" y="12"/>
                </a:cubicBezTo>
                <a:cubicBezTo>
                  <a:pt x="177" y="36"/>
                  <a:pt x="177" y="36"/>
                  <a:pt x="177" y="36"/>
                </a:cubicBezTo>
                <a:cubicBezTo>
                  <a:pt x="161" y="36"/>
                  <a:pt x="161" y="36"/>
                  <a:pt x="161" y="36"/>
                </a:cubicBezTo>
                <a:close/>
                <a:moveTo>
                  <a:pt x="264" y="57"/>
                </a:moveTo>
                <a:cubicBezTo>
                  <a:pt x="264" y="2"/>
                  <a:pt x="264" y="2"/>
                  <a:pt x="264" y="2"/>
                </a:cubicBezTo>
                <a:cubicBezTo>
                  <a:pt x="253" y="2"/>
                  <a:pt x="253" y="2"/>
                  <a:pt x="253" y="2"/>
                </a:cubicBezTo>
                <a:cubicBezTo>
                  <a:pt x="253" y="45"/>
                  <a:pt x="253" y="45"/>
                  <a:pt x="253" y="45"/>
                </a:cubicBezTo>
                <a:cubicBezTo>
                  <a:pt x="253" y="45"/>
                  <a:pt x="253" y="45"/>
                  <a:pt x="253" y="45"/>
                </a:cubicBezTo>
                <a:cubicBezTo>
                  <a:pt x="232" y="2"/>
                  <a:pt x="232" y="2"/>
                  <a:pt x="232" y="2"/>
                </a:cubicBezTo>
                <a:cubicBezTo>
                  <a:pt x="215" y="2"/>
                  <a:pt x="215" y="2"/>
                  <a:pt x="215" y="2"/>
                </a:cubicBezTo>
                <a:cubicBezTo>
                  <a:pt x="215" y="57"/>
                  <a:pt x="215" y="57"/>
                  <a:pt x="215" y="57"/>
                </a:cubicBezTo>
                <a:cubicBezTo>
                  <a:pt x="226" y="57"/>
                  <a:pt x="226" y="57"/>
                  <a:pt x="226" y="57"/>
                </a:cubicBezTo>
                <a:cubicBezTo>
                  <a:pt x="226" y="11"/>
                  <a:pt x="226" y="11"/>
                  <a:pt x="226" y="11"/>
                </a:cubicBezTo>
                <a:cubicBezTo>
                  <a:pt x="226" y="11"/>
                  <a:pt x="226" y="11"/>
                  <a:pt x="226" y="11"/>
                </a:cubicBezTo>
                <a:cubicBezTo>
                  <a:pt x="248" y="57"/>
                  <a:pt x="248" y="57"/>
                  <a:pt x="248" y="57"/>
                </a:cubicBezTo>
                <a:cubicBezTo>
                  <a:pt x="264" y="57"/>
                  <a:pt x="264" y="57"/>
                  <a:pt x="264" y="57"/>
                </a:cubicBezTo>
                <a:close/>
                <a:moveTo>
                  <a:pt x="324" y="37"/>
                </a:moveTo>
                <a:cubicBezTo>
                  <a:pt x="324" y="48"/>
                  <a:pt x="324" y="48"/>
                  <a:pt x="324" y="48"/>
                </a:cubicBezTo>
                <a:cubicBezTo>
                  <a:pt x="324" y="49"/>
                  <a:pt x="323" y="49"/>
                  <a:pt x="324" y="48"/>
                </a:cubicBezTo>
                <a:cubicBezTo>
                  <a:pt x="320" y="49"/>
                  <a:pt x="316" y="50"/>
                  <a:pt x="313" y="50"/>
                </a:cubicBezTo>
                <a:cubicBezTo>
                  <a:pt x="303" y="49"/>
                  <a:pt x="298" y="43"/>
                  <a:pt x="298" y="30"/>
                </a:cubicBezTo>
                <a:cubicBezTo>
                  <a:pt x="298" y="16"/>
                  <a:pt x="303" y="9"/>
                  <a:pt x="313" y="9"/>
                </a:cubicBezTo>
                <a:cubicBezTo>
                  <a:pt x="321" y="9"/>
                  <a:pt x="324" y="12"/>
                  <a:pt x="324" y="18"/>
                </a:cubicBezTo>
                <a:cubicBezTo>
                  <a:pt x="337" y="18"/>
                  <a:pt x="337" y="18"/>
                  <a:pt x="337" y="18"/>
                </a:cubicBezTo>
                <a:cubicBezTo>
                  <a:pt x="337" y="6"/>
                  <a:pt x="328" y="0"/>
                  <a:pt x="311" y="0"/>
                </a:cubicBezTo>
                <a:cubicBezTo>
                  <a:pt x="294" y="2"/>
                  <a:pt x="286" y="11"/>
                  <a:pt x="286" y="30"/>
                </a:cubicBezTo>
                <a:cubicBezTo>
                  <a:pt x="286" y="47"/>
                  <a:pt x="294" y="57"/>
                  <a:pt x="311" y="58"/>
                </a:cubicBezTo>
                <a:cubicBezTo>
                  <a:pt x="316" y="58"/>
                  <a:pt x="320" y="58"/>
                  <a:pt x="324" y="57"/>
                </a:cubicBezTo>
                <a:cubicBezTo>
                  <a:pt x="328" y="57"/>
                  <a:pt x="332" y="57"/>
                  <a:pt x="336" y="55"/>
                </a:cubicBezTo>
                <a:cubicBezTo>
                  <a:pt x="336" y="27"/>
                  <a:pt x="336" y="27"/>
                  <a:pt x="336" y="27"/>
                </a:cubicBezTo>
                <a:cubicBezTo>
                  <a:pt x="314" y="27"/>
                  <a:pt x="314" y="27"/>
                  <a:pt x="314" y="27"/>
                </a:cubicBezTo>
                <a:cubicBezTo>
                  <a:pt x="314" y="37"/>
                  <a:pt x="314" y="37"/>
                  <a:pt x="314" y="37"/>
                </a:cubicBezTo>
                <a:cubicBezTo>
                  <a:pt x="324" y="37"/>
                  <a:pt x="324" y="37"/>
                  <a:pt x="324" y="37"/>
                </a:cubicBezTo>
                <a:close/>
                <a:moveTo>
                  <a:pt x="388" y="11"/>
                </a:moveTo>
                <a:cubicBezTo>
                  <a:pt x="395" y="11"/>
                  <a:pt x="395" y="11"/>
                  <a:pt x="395" y="11"/>
                </a:cubicBezTo>
                <a:cubicBezTo>
                  <a:pt x="405" y="11"/>
                  <a:pt x="411" y="17"/>
                  <a:pt x="411" y="30"/>
                </a:cubicBezTo>
                <a:cubicBezTo>
                  <a:pt x="411" y="42"/>
                  <a:pt x="405" y="48"/>
                  <a:pt x="395" y="48"/>
                </a:cubicBezTo>
                <a:cubicBezTo>
                  <a:pt x="388" y="48"/>
                  <a:pt x="388" y="48"/>
                  <a:pt x="388" y="48"/>
                </a:cubicBezTo>
                <a:cubicBezTo>
                  <a:pt x="388" y="11"/>
                  <a:pt x="388" y="11"/>
                  <a:pt x="388" y="11"/>
                </a:cubicBezTo>
                <a:close/>
                <a:moveTo>
                  <a:pt x="377" y="57"/>
                </a:moveTo>
                <a:cubicBezTo>
                  <a:pt x="396" y="57"/>
                  <a:pt x="396" y="57"/>
                  <a:pt x="396" y="57"/>
                </a:cubicBezTo>
                <a:cubicBezTo>
                  <a:pt x="414" y="57"/>
                  <a:pt x="423" y="48"/>
                  <a:pt x="423" y="30"/>
                </a:cubicBezTo>
                <a:cubicBezTo>
                  <a:pt x="423" y="11"/>
                  <a:pt x="414" y="2"/>
                  <a:pt x="396" y="2"/>
                </a:cubicBezTo>
                <a:cubicBezTo>
                  <a:pt x="377" y="2"/>
                  <a:pt x="377" y="2"/>
                  <a:pt x="377" y="2"/>
                </a:cubicBezTo>
                <a:cubicBezTo>
                  <a:pt x="377" y="57"/>
                  <a:pt x="377" y="57"/>
                  <a:pt x="377" y="57"/>
                </a:cubicBezTo>
                <a:close/>
                <a:moveTo>
                  <a:pt x="470" y="58"/>
                </a:moveTo>
                <a:cubicBezTo>
                  <a:pt x="486" y="57"/>
                  <a:pt x="495" y="48"/>
                  <a:pt x="495" y="30"/>
                </a:cubicBezTo>
                <a:cubicBezTo>
                  <a:pt x="495" y="11"/>
                  <a:pt x="486" y="1"/>
                  <a:pt x="470" y="0"/>
                </a:cubicBezTo>
                <a:cubicBezTo>
                  <a:pt x="453" y="1"/>
                  <a:pt x="444" y="11"/>
                  <a:pt x="443" y="30"/>
                </a:cubicBezTo>
                <a:cubicBezTo>
                  <a:pt x="444" y="48"/>
                  <a:pt x="452" y="57"/>
                  <a:pt x="470" y="58"/>
                </a:cubicBezTo>
                <a:close/>
                <a:moveTo>
                  <a:pt x="470" y="9"/>
                </a:moveTo>
                <a:cubicBezTo>
                  <a:pt x="479" y="9"/>
                  <a:pt x="483" y="16"/>
                  <a:pt x="483" y="30"/>
                </a:cubicBezTo>
                <a:cubicBezTo>
                  <a:pt x="483" y="43"/>
                  <a:pt x="479" y="50"/>
                  <a:pt x="470" y="50"/>
                </a:cubicBezTo>
                <a:cubicBezTo>
                  <a:pt x="460" y="50"/>
                  <a:pt x="456" y="43"/>
                  <a:pt x="456" y="30"/>
                </a:cubicBezTo>
                <a:cubicBezTo>
                  <a:pt x="456" y="16"/>
                  <a:pt x="460" y="9"/>
                  <a:pt x="470" y="9"/>
                </a:cubicBezTo>
                <a:close/>
                <a:moveTo>
                  <a:pt x="567" y="57"/>
                </a:moveTo>
                <a:cubicBezTo>
                  <a:pt x="567" y="2"/>
                  <a:pt x="567" y="2"/>
                  <a:pt x="567" y="2"/>
                </a:cubicBezTo>
                <a:cubicBezTo>
                  <a:pt x="556" y="2"/>
                  <a:pt x="556" y="2"/>
                  <a:pt x="556" y="2"/>
                </a:cubicBezTo>
                <a:cubicBezTo>
                  <a:pt x="556" y="45"/>
                  <a:pt x="556" y="45"/>
                  <a:pt x="556" y="45"/>
                </a:cubicBezTo>
                <a:cubicBezTo>
                  <a:pt x="556" y="45"/>
                  <a:pt x="556" y="45"/>
                  <a:pt x="556" y="45"/>
                </a:cubicBezTo>
                <a:cubicBezTo>
                  <a:pt x="535" y="2"/>
                  <a:pt x="535" y="2"/>
                  <a:pt x="535" y="2"/>
                </a:cubicBezTo>
                <a:cubicBezTo>
                  <a:pt x="518" y="2"/>
                  <a:pt x="518" y="2"/>
                  <a:pt x="518" y="2"/>
                </a:cubicBezTo>
                <a:cubicBezTo>
                  <a:pt x="518" y="57"/>
                  <a:pt x="518" y="57"/>
                  <a:pt x="518" y="57"/>
                </a:cubicBezTo>
                <a:cubicBezTo>
                  <a:pt x="528" y="57"/>
                  <a:pt x="528" y="57"/>
                  <a:pt x="528" y="57"/>
                </a:cubicBezTo>
                <a:cubicBezTo>
                  <a:pt x="528" y="11"/>
                  <a:pt x="528" y="11"/>
                  <a:pt x="528" y="11"/>
                </a:cubicBezTo>
                <a:cubicBezTo>
                  <a:pt x="529" y="11"/>
                  <a:pt x="529" y="11"/>
                  <a:pt x="529" y="11"/>
                </a:cubicBezTo>
                <a:cubicBezTo>
                  <a:pt x="550" y="57"/>
                  <a:pt x="550" y="57"/>
                  <a:pt x="550" y="57"/>
                </a:cubicBezTo>
                <a:cubicBezTo>
                  <a:pt x="567" y="57"/>
                  <a:pt x="567" y="57"/>
                  <a:pt x="567" y="57"/>
                </a:cubicBezTo>
                <a:close/>
                <a:moveTo>
                  <a:pt x="627" y="37"/>
                </a:moveTo>
                <a:cubicBezTo>
                  <a:pt x="627" y="48"/>
                  <a:pt x="627" y="48"/>
                  <a:pt x="627" y="48"/>
                </a:cubicBezTo>
                <a:cubicBezTo>
                  <a:pt x="626" y="49"/>
                  <a:pt x="626" y="49"/>
                  <a:pt x="626" y="48"/>
                </a:cubicBezTo>
                <a:cubicBezTo>
                  <a:pt x="622" y="49"/>
                  <a:pt x="619" y="50"/>
                  <a:pt x="616" y="50"/>
                </a:cubicBezTo>
                <a:cubicBezTo>
                  <a:pt x="606" y="49"/>
                  <a:pt x="601" y="43"/>
                  <a:pt x="600" y="30"/>
                </a:cubicBezTo>
                <a:cubicBezTo>
                  <a:pt x="601" y="16"/>
                  <a:pt x="606" y="9"/>
                  <a:pt x="616" y="9"/>
                </a:cubicBezTo>
                <a:cubicBezTo>
                  <a:pt x="623" y="9"/>
                  <a:pt x="627" y="12"/>
                  <a:pt x="627" y="18"/>
                </a:cubicBezTo>
                <a:cubicBezTo>
                  <a:pt x="639" y="18"/>
                  <a:pt x="639" y="18"/>
                  <a:pt x="639" y="18"/>
                </a:cubicBezTo>
                <a:cubicBezTo>
                  <a:pt x="639" y="6"/>
                  <a:pt x="631" y="0"/>
                  <a:pt x="614" y="0"/>
                </a:cubicBezTo>
                <a:cubicBezTo>
                  <a:pt x="597" y="2"/>
                  <a:pt x="588" y="11"/>
                  <a:pt x="588" y="30"/>
                </a:cubicBezTo>
                <a:cubicBezTo>
                  <a:pt x="588" y="47"/>
                  <a:pt x="597" y="57"/>
                  <a:pt x="614" y="58"/>
                </a:cubicBezTo>
                <a:cubicBezTo>
                  <a:pt x="619" y="58"/>
                  <a:pt x="623" y="58"/>
                  <a:pt x="626" y="57"/>
                </a:cubicBezTo>
                <a:cubicBezTo>
                  <a:pt x="630" y="57"/>
                  <a:pt x="634" y="57"/>
                  <a:pt x="638" y="55"/>
                </a:cubicBezTo>
                <a:cubicBezTo>
                  <a:pt x="638" y="27"/>
                  <a:pt x="638" y="27"/>
                  <a:pt x="638" y="27"/>
                </a:cubicBezTo>
                <a:cubicBezTo>
                  <a:pt x="616" y="27"/>
                  <a:pt x="616" y="27"/>
                  <a:pt x="616" y="27"/>
                </a:cubicBezTo>
                <a:cubicBezTo>
                  <a:pt x="616" y="37"/>
                  <a:pt x="616" y="37"/>
                  <a:pt x="616" y="37"/>
                </a:cubicBezTo>
                <a:cubicBezTo>
                  <a:pt x="627" y="37"/>
                  <a:pt x="627" y="37"/>
                  <a:pt x="627" y="37"/>
                </a:cubicBezTo>
                <a:close/>
                <a:moveTo>
                  <a:pt x="716" y="2"/>
                </a:moveTo>
                <a:cubicBezTo>
                  <a:pt x="716" y="32"/>
                  <a:pt x="716" y="32"/>
                  <a:pt x="716" y="32"/>
                </a:cubicBezTo>
                <a:cubicBezTo>
                  <a:pt x="716" y="39"/>
                  <a:pt x="715" y="43"/>
                  <a:pt x="713" y="45"/>
                </a:cubicBezTo>
                <a:cubicBezTo>
                  <a:pt x="712" y="48"/>
                  <a:pt x="708" y="50"/>
                  <a:pt x="704" y="50"/>
                </a:cubicBezTo>
                <a:cubicBezTo>
                  <a:pt x="699" y="50"/>
                  <a:pt x="696" y="48"/>
                  <a:pt x="694" y="45"/>
                </a:cubicBezTo>
                <a:cubicBezTo>
                  <a:pt x="692" y="43"/>
                  <a:pt x="692" y="39"/>
                  <a:pt x="692" y="32"/>
                </a:cubicBezTo>
                <a:cubicBezTo>
                  <a:pt x="692" y="2"/>
                  <a:pt x="692" y="2"/>
                  <a:pt x="692" y="2"/>
                </a:cubicBezTo>
                <a:cubicBezTo>
                  <a:pt x="680" y="2"/>
                  <a:pt x="680" y="2"/>
                  <a:pt x="680" y="2"/>
                </a:cubicBezTo>
                <a:cubicBezTo>
                  <a:pt x="680" y="36"/>
                  <a:pt x="680" y="36"/>
                  <a:pt x="680" y="36"/>
                </a:cubicBezTo>
                <a:cubicBezTo>
                  <a:pt x="680" y="50"/>
                  <a:pt x="688" y="57"/>
                  <a:pt x="704" y="58"/>
                </a:cubicBezTo>
                <a:cubicBezTo>
                  <a:pt x="719" y="57"/>
                  <a:pt x="727" y="50"/>
                  <a:pt x="728" y="36"/>
                </a:cubicBezTo>
                <a:cubicBezTo>
                  <a:pt x="728" y="2"/>
                  <a:pt x="728" y="2"/>
                  <a:pt x="728" y="2"/>
                </a:cubicBezTo>
                <a:cubicBezTo>
                  <a:pt x="716" y="2"/>
                  <a:pt x="716" y="2"/>
                  <a:pt x="716" y="2"/>
                </a:cubicBezTo>
                <a:close/>
                <a:moveTo>
                  <a:pt x="801" y="57"/>
                </a:moveTo>
                <a:cubicBezTo>
                  <a:pt x="801" y="2"/>
                  <a:pt x="801" y="2"/>
                  <a:pt x="801" y="2"/>
                </a:cubicBezTo>
                <a:cubicBezTo>
                  <a:pt x="790" y="2"/>
                  <a:pt x="790" y="2"/>
                  <a:pt x="790" y="2"/>
                </a:cubicBezTo>
                <a:cubicBezTo>
                  <a:pt x="790" y="45"/>
                  <a:pt x="790" y="45"/>
                  <a:pt x="790" y="45"/>
                </a:cubicBezTo>
                <a:cubicBezTo>
                  <a:pt x="790" y="45"/>
                  <a:pt x="790" y="45"/>
                  <a:pt x="790" y="45"/>
                </a:cubicBezTo>
                <a:cubicBezTo>
                  <a:pt x="769" y="2"/>
                  <a:pt x="769" y="2"/>
                  <a:pt x="769" y="2"/>
                </a:cubicBezTo>
                <a:cubicBezTo>
                  <a:pt x="752" y="2"/>
                  <a:pt x="752" y="2"/>
                  <a:pt x="752" y="2"/>
                </a:cubicBezTo>
                <a:cubicBezTo>
                  <a:pt x="752" y="57"/>
                  <a:pt x="752" y="57"/>
                  <a:pt x="752" y="57"/>
                </a:cubicBezTo>
                <a:cubicBezTo>
                  <a:pt x="763" y="57"/>
                  <a:pt x="763" y="57"/>
                  <a:pt x="763" y="57"/>
                </a:cubicBezTo>
                <a:cubicBezTo>
                  <a:pt x="763" y="11"/>
                  <a:pt x="763" y="11"/>
                  <a:pt x="763" y="11"/>
                </a:cubicBezTo>
                <a:cubicBezTo>
                  <a:pt x="763" y="11"/>
                  <a:pt x="763" y="11"/>
                  <a:pt x="763" y="11"/>
                </a:cubicBezTo>
                <a:cubicBezTo>
                  <a:pt x="784" y="57"/>
                  <a:pt x="784" y="57"/>
                  <a:pt x="784" y="57"/>
                </a:cubicBezTo>
                <a:cubicBezTo>
                  <a:pt x="801" y="57"/>
                  <a:pt x="801" y="57"/>
                  <a:pt x="801" y="57"/>
                </a:cubicBezTo>
                <a:close/>
                <a:moveTo>
                  <a:pt x="836" y="2"/>
                </a:moveTo>
                <a:cubicBezTo>
                  <a:pt x="824" y="2"/>
                  <a:pt x="824" y="2"/>
                  <a:pt x="824" y="2"/>
                </a:cubicBezTo>
                <a:cubicBezTo>
                  <a:pt x="824" y="57"/>
                  <a:pt x="824" y="57"/>
                  <a:pt x="824" y="57"/>
                </a:cubicBezTo>
                <a:cubicBezTo>
                  <a:pt x="836" y="57"/>
                  <a:pt x="836" y="57"/>
                  <a:pt x="836" y="57"/>
                </a:cubicBezTo>
                <a:cubicBezTo>
                  <a:pt x="836" y="2"/>
                  <a:pt x="836" y="2"/>
                  <a:pt x="836" y="2"/>
                </a:cubicBezTo>
                <a:close/>
                <a:moveTo>
                  <a:pt x="875" y="57"/>
                </a:moveTo>
                <a:cubicBezTo>
                  <a:pt x="888" y="57"/>
                  <a:pt x="888" y="57"/>
                  <a:pt x="888" y="57"/>
                </a:cubicBezTo>
                <a:cubicBezTo>
                  <a:pt x="908" y="2"/>
                  <a:pt x="908" y="2"/>
                  <a:pt x="908" y="2"/>
                </a:cubicBezTo>
                <a:cubicBezTo>
                  <a:pt x="896" y="2"/>
                  <a:pt x="896" y="2"/>
                  <a:pt x="896" y="2"/>
                </a:cubicBezTo>
                <a:cubicBezTo>
                  <a:pt x="882" y="45"/>
                  <a:pt x="882" y="45"/>
                  <a:pt x="882" y="45"/>
                </a:cubicBezTo>
                <a:cubicBezTo>
                  <a:pt x="882" y="45"/>
                  <a:pt x="882" y="45"/>
                  <a:pt x="882" y="45"/>
                </a:cubicBezTo>
                <a:cubicBezTo>
                  <a:pt x="868" y="2"/>
                  <a:pt x="868" y="2"/>
                  <a:pt x="868" y="2"/>
                </a:cubicBezTo>
                <a:cubicBezTo>
                  <a:pt x="855" y="2"/>
                  <a:pt x="855" y="2"/>
                  <a:pt x="855" y="2"/>
                </a:cubicBezTo>
                <a:cubicBezTo>
                  <a:pt x="875" y="57"/>
                  <a:pt x="875" y="57"/>
                  <a:pt x="875" y="57"/>
                </a:cubicBezTo>
                <a:close/>
                <a:moveTo>
                  <a:pt x="927" y="57"/>
                </a:moveTo>
                <a:cubicBezTo>
                  <a:pt x="964" y="57"/>
                  <a:pt x="964" y="57"/>
                  <a:pt x="964" y="57"/>
                </a:cubicBezTo>
                <a:cubicBezTo>
                  <a:pt x="964" y="48"/>
                  <a:pt x="964" y="48"/>
                  <a:pt x="964" y="48"/>
                </a:cubicBezTo>
                <a:cubicBezTo>
                  <a:pt x="939" y="48"/>
                  <a:pt x="939" y="48"/>
                  <a:pt x="939" y="48"/>
                </a:cubicBezTo>
                <a:cubicBezTo>
                  <a:pt x="939" y="33"/>
                  <a:pt x="939" y="33"/>
                  <a:pt x="939" y="33"/>
                </a:cubicBezTo>
                <a:cubicBezTo>
                  <a:pt x="962" y="33"/>
                  <a:pt x="962" y="33"/>
                  <a:pt x="962" y="33"/>
                </a:cubicBezTo>
                <a:cubicBezTo>
                  <a:pt x="962" y="24"/>
                  <a:pt x="962" y="24"/>
                  <a:pt x="962" y="24"/>
                </a:cubicBezTo>
                <a:cubicBezTo>
                  <a:pt x="939" y="24"/>
                  <a:pt x="939" y="24"/>
                  <a:pt x="939" y="24"/>
                </a:cubicBezTo>
                <a:cubicBezTo>
                  <a:pt x="939" y="11"/>
                  <a:pt x="939" y="11"/>
                  <a:pt x="939" y="11"/>
                </a:cubicBezTo>
                <a:cubicBezTo>
                  <a:pt x="963" y="11"/>
                  <a:pt x="963" y="11"/>
                  <a:pt x="963" y="11"/>
                </a:cubicBezTo>
                <a:cubicBezTo>
                  <a:pt x="963" y="2"/>
                  <a:pt x="963" y="2"/>
                  <a:pt x="963" y="2"/>
                </a:cubicBezTo>
                <a:cubicBezTo>
                  <a:pt x="927" y="2"/>
                  <a:pt x="927" y="2"/>
                  <a:pt x="927" y="2"/>
                </a:cubicBezTo>
                <a:cubicBezTo>
                  <a:pt x="927" y="57"/>
                  <a:pt x="927" y="57"/>
                  <a:pt x="927" y="57"/>
                </a:cubicBezTo>
                <a:close/>
                <a:moveTo>
                  <a:pt x="998" y="11"/>
                </a:moveTo>
                <a:cubicBezTo>
                  <a:pt x="1008" y="11"/>
                  <a:pt x="1008" y="11"/>
                  <a:pt x="1008" y="11"/>
                </a:cubicBezTo>
                <a:cubicBezTo>
                  <a:pt x="1014" y="11"/>
                  <a:pt x="1016" y="13"/>
                  <a:pt x="1016" y="18"/>
                </a:cubicBezTo>
                <a:cubicBezTo>
                  <a:pt x="1016" y="23"/>
                  <a:pt x="1014" y="26"/>
                  <a:pt x="1008" y="26"/>
                </a:cubicBezTo>
                <a:cubicBezTo>
                  <a:pt x="998" y="26"/>
                  <a:pt x="998" y="26"/>
                  <a:pt x="998" y="26"/>
                </a:cubicBezTo>
                <a:cubicBezTo>
                  <a:pt x="998" y="11"/>
                  <a:pt x="998" y="11"/>
                  <a:pt x="998" y="11"/>
                </a:cubicBezTo>
                <a:close/>
                <a:moveTo>
                  <a:pt x="998" y="35"/>
                </a:moveTo>
                <a:cubicBezTo>
                  <a:pt x="1011" y="35"/>
                  <a:pt x="1011" y="35"/>
                  <a:pt x="1011" y="35"/>
                </a:cubicBezTo>
                <a:cubicBezTo>
                  <a:pt x="1014" y="35"/>
                  <a:pt x="1015" y="37"/>
                  <a:pt x="1016" y="42"/>
                </a:cubicBezTo>
                <a:cubicBezTo>
                  <a:pt x="1016" y="47"/>
                  <a:pt x="1017" y="52"/>
                  <a:pt x="1018" y="57"/>
                </a:cubicBezTo>
                <a:cubicBezTo>
                  <a:pt x="1031" y="57"/>
                  <a:pt x="1031" y="57"/>
                  <a:pt x="1031" y="57"/>
                </a:cubicBezTo>
                <a:cubicBezTo>
                  <a:pt x="1029" y="55"/>
                  <a:pt x="1028" y="51"/>
                  <a:pt x="1028" y="44"/>
                </a:cubicBezTo>
                <a:cubicBezTo>
                  <a:pt x="1028" y="44"/>
                  <a:pt x="1028" y="43"/>
                  <a:pt x="1027" y="42"/>
                </a:cubicBezTo>
                <a:cubicBezTo>
                  <a:pt x="1027" y="34"/>
                  <a:pt x="1024" y="30"/>
                  <a:pt x="1018" y="30"/>
                </a:cubicBezTo>
                <a:cubicBezTo>
                  <a:pt x="1018" y="30"/>
                  <a:pt x="1018" y="30"/>
                  <a:pt x="1018" y="30"/>
                </a:cubicBezTo>
                <a:cubicBezTo>
                  <a:pt x="1025" y="28"/>
                  <a:pt x="1029" y="23"/>
                  <a:pt x="1029" y="16"/>
                </a:cubicBezTo>
                <a:cubicBezTo>
                  <a:pt x="1029" y="7"/>
                  <a:pt x="1022" y="2"/>
                  <a:pt x="1010" y="2"/>
                </a:cubicBezTo>
                <a:cubicBezTo>
                  <a:pt x="987" y="2"/>
                  <a:pt x="987" y="2"/>
                  <a:pt x="987" y="2"/>
                </a:cubicBezTo>
                <a:cubicBezTo>
                  <a:pt x="987" y="57"/>
                  <a:pt x="987" y="57"/>
                  <a:pt x="987" y="57"/>
                </a:cubicBezTo>
                <a:cubicBezTo>
                  <a:pt x="998" y="57"/>
                  <a:pt x="998" y="57"/>
                  <a:pt x="998" y="57"/>
                </a:cubicBezTo>
                <a:cubicBezTo>
                  <a:pt x="998" y="35"/>
                  <a:pt x="998" y="35"/>
                  <a:pt x="998" y="35"/>
                </a:cubicBezTo>
                <a:close/>
                <a:moveTo>
                  <a:pt x="1092" y="18"/>
                </a:moveTo>
                <a:cubicBezTo>
                  <a:pt x="1091" y="7"/>
                  <a:pt x="1085" y="1"/>
                  <a:pt x="1073" y="0"/>
                </a:cubicBezTo>
                <a:cubicBezTo>
                  <a:pt x="1059" y="1"/>
                  <a:pt x="1051" y="7"/>
                  <a:pt x="1050" y="19"/>
                </a:cubicBezTo>
                <a:cubicBezTo>
                  <a:pt x="1050" y="26"/>
                  <a:pt x="1056" y="31"/>
                  <a:pt x="1068" y="34"/>
                </a:cubicBezTo>
                <a:cubicBezTo>
                  <a:pt x="1069" y="34"/>
                  <a:pt x="1069" y="34"/>
                  <a:pt x="1070" y="35"/>
                </a:cubicBezTo>
                <a:cubicBezTo>
                  <a:pt x="1077" y="36"/>
                  <a:pt x="1081" y="39"/>
                  <a:pt x="1081" y="42"/>
                </a:cubicBezTo>
                <a:cubicBezTo>
                  <a:pt x="1081" y="47"/>
                  <a:pt x="1077" y="49"/>
                  <a:pt x="1070" y="50"/>
                </a:cubicBezTo>
                <a:cubicBezTo>
                  <a:pt x="1064" y="49"/>
                  <a:pt x="1061" y="46"/>
                  <a:pt x="1061" y="39"/>
                </a:cubicBezTo>
                <a:cubicBezTo>
                  <a:pt x="1049" y="39"/>
                  <a:pt x="1049" y="39"/>
                  <a:pt x="1049" y="39"/>
                </a:cubicBezTo>
                <a:cubicBezTo>
                  <a:pt x="1049" y="52"/>
                  <a:pt x="1056" y="58"/>
                  <a:pt x="1070" y="58"/>
                </a:cubicBezTo>
                <a:cubicBezTo>
                  <a:pt x="1085" y="57"/>
                  <a:pt x="1093" y="51"/>
                  <a:pt x="1093" y="40"/>
                </a:cubicBezTo>
                <a:cubicBezTo>
                  <a:pt x="1093" y="32"/>
                  <a:pt x="1087" y="27"/>
                  <a:pt x="1074" y="24"/>
                </a:cubicBezTo>
                <a:cubicBezTo>
                  <a:pt x="1073" y="24"/>
                  <a:pt x="1073" y="24"/>
                  <a:pt x="1073" y="24"/>
                </a:cubicBezTo>
                <a:cubicBezTo>
                  <a:pt x="1066" y="23"/>
                  <a:pt x="1062" y="21"/>
                  <a:pt x="1063" y="16"/>
                </a:cubicBezTo>
                <a:cubicBezTo>
                  <a:pt x="1063" y="12"/>
                  <a:pt x="1066" y="10"/>
                  <a:pt x="1072" y="9"/>
                </a:cubicBezTo>
                <a:cubicBezTo>
                  <a:pt x="1077" y="9"/>
                  <a:pt x="1080" y="12"/>
                  <a:pt x="1080" y="18"/>
                </a:cubicBezTo>
                <a:cubicBezTo>
                  <a:pt x="1092" y="18"/>
                  <a:pt x="1092" y="18"/>
                  <a:pt x="1092" y="18"/>
                </a:cubicBezTo>
                <a:close/>
                <a:moveTo>
                  <a:pt x="1127" y="2"/>
                </a:moveTo>
                <a:cubicBezTo>
                  <a:pt x="1115" y="2"/>
                  <a:pt x="1115" y="2"/>
                  <a:pt x="1115" y="2"/>
                </a:cubicBezTo>
                <a:cubicBezTo>
                  <a:pt x="1115" y="57"/>
                  <a:pt x="1115" y="57"/>
                  <a:pt x="1115" y="57"/>
                </a:cubicBezTo>
                <a:cubicBezTo>
                  <a:pt x="1127" y="57"/>
                  <a:pt x="1127" y="57"/>
                  <a:pt x="1127" y="57"/>
                </a:cubicBezTo>
                <a:cubicBezTo>
                  <a:pt x="1127" y="2"/>
                  <a:pt x="1127" y="2"/>
                  <a:pt x="1127" y="2"/>
                </a:cubicBezTo>
                <a:close/>
                <a:moveTo>
                  <a:pt x="1146" y="11"/>
                </a:moveTo>
                <a:cubicBezTo>
                  <a:pt x="1162" y="11"/>
                  <a:pt x="1162" y="11"/>
                  <a:pt x="1162" y="11"/>
                </a:cubicBezTo>
                <a:cubicBezTo>
                  <a:pt x="1162" y="57"/>
                  <a:pt x="1162" y="57"/>
                  <a:pt x="1162" y="57"/>
                </a:cubicBezTo>
                <a:cubicBezTo>
                  <a:pt x="1174" y="57"/>
                  <a:pt x="1174" y="57"/>
                  <a:pt x="1174" y="57"/>
                </a:cubicBezTo>
                <a:cubicBezTo>
                  <a:pt x="1174" y="11"/>
                  <a:pt x="1174" y="11"/>
                  <a:pt x="1174" y="11"/>
                </a:cubicBezTo>
                <a:cubicBezTo>
                  <a:pt x="1190" y="11"/>
                  <a:pt x="1190" y="11"/>
                  <a:pt x="1190" y="11"/>
                </a:cubicBezTo>
                <a:cubicBezTo>
                  <a:pt x="1190" y="2"/>
                  <a:pt x="1190" y="2"/>
                  <a:pt x="1190" y="2"/>
                </a:cubicBezTo>
                <a:cubicBezTo>
                  <a:pt x="1146" y="2"/>
                  <a:pt x="1146" y="2"/>
                  <a:pt x="1146" y="2"/>
                </a:cubicBezTo>
                <a:cubicBezTo>
                  <a:pt x="1146" y="11"/>
                  <a:pt x="1146" y="11"/>
                  <a:pt x="1146" y="11"/>
                </a:cubicBezTo>
                <a:close/>
                <a:moveTo>
                  <a:pt x="1224" y="57"/>
                </a:moveTo>
                <a:cubicBezTo>
                  <a:pt x="1236" y="57"/>
                  <a:pt x="1236" y="57"/>
                  <a:pt x="1236" y="57"/>
                </a:cubicBezTo>
                <a:cubicBezTo>
                  <a:pt x="1236" y="39"/>
                  <a:pt x="1236" y="39"/>
                  <a:pt x="1236" y="39"/>
                </a:cubicBezTo>
                <a:cubicBezTo>
                  <a:pt x="1254" y="2"/>
                  <a:pt x="1254" y="2"/>
                  <a:pt x="1254" y="2"/>
                </a:cubicBezTo>
                <a:cubicBezTo>
                  <a:pt x="1242" y="2"/>
                  <a:pt x="1242" y="2"/>
                  <a:pt x="1242" y="2"/>
                </a:cubicBezTo>
                <a:cubicBezTo>
                  <a:pt x="1231" y="27"/>
                  <a:pt x="1231" y="27"/>
                  <a:pt x="1231" y="27"/>
                </a:cubicBezTo>
                <a:cubicBezTo>
                  <a:pt x="1220" y="2"/>
                  <a:pt x="1220" y="2"/>
                  <a:pt x="1220" y="2"/>
                </a:cubicBezTo>
                <a:cubicBezTo>
                  <a:pt x="1206" y="2"/>
                  <a:pt x="1206" y="2"/>
                  <a:pt x="1206" y="2"/>
                </a:cubicBezTo>
                <a:cubicBezTo>
                  <a:pt x="1224" y="39"/>
                  <a:pt x="1224" y="39"/>
                  <a:pt x="1224" y="39"/>
                </a:cubicBezTo>
                <a:cubicBezTo>
                  <a:pt x="1224" y="57"/>
                  <a:pt x="1224" y="57"/>
                  <a:pt x="1224" y="57"/>
                </a:cubicBezTo>
                <a:close/>
                <a:moveTo>
                  <a:pt x="1315" y="58"/>
                </a:moveTo>
                <a:cubicBezTo>
                  <a:pt x="1332" y="57"/>
                  <a:pt x="1340" y="48"/>
                  <a:pt x="1341" y="30"/>
                </a:cubicBezTo>
                <a:cubicBezTo>
                  <a:pt x="1340" y="11"/>
                  <a:pt x="1332" y="1"/>
                  <a:pt x="1315" y="0"/>
                </a:cubicBezTo>
                <a:cubicBezTo>
                  <a:pt x="1298" y="1"/>
                  <a:pt x="1289" y="11"/>
                  <a:pt x="1289" y="30"/>
                </a:cubicBezTo>
                <a:cubicBezTo>
                  <a:pt x="1289" y="48"/>
                  <a:pt x="1298" y="57"/>
                  <a:pt x="1315" y="58"/>
                </a:cubicBezTo>
                <a:close/>
                <a:moveTo>
                  <a:pt x="1315" y="9"/>
                </a:moveTo>
                <a:cubicBezTo>
                  <a:pt x="1324" y="9"/>
                  <a:pt x="1329" y="16"/>
                  <a:pt x="1329" y="30"/>
                </a:cubicBezTo>
                <a:cubicBezTo>
                  <a:pt x="1329" y="43"/>
                  <a:pt x="1324" y="50"/>
                  <a:pt x="1315" y="50"/>
                </a:cubicBezTo>
                <a:cubicBezTo>
                  <a:pt x="1306" y="50"/>
                  <a:pt x="1301" y="43"/>
                  <a:pt x="1301" y="30"/>
                </a:cubicBezTo>
                <a:cubicBezTo>
                  <a:pt x="1301" y="16"/>
                  <a:pt x="1306" y="9"/>
                  <a:pt x="1315" y="9"/>
                </a:cubicBezTo>
                <a:close/>
                <a:moveTo>
                  <a:pt x="1375" y="57"/>
                </a:moveTo>
                <a:cubicBezTo>
                  <a:pt x="1375" y="33"/>
                  <a:pt x="1375" y="33"/>
                  <a:pt x="1375" y="33"/>
                </a:cubicBezTo>
                <a:cubicBezTo>
                  <a:pt x="1397" y="33"/>
                  <a:pt x="1397" y="33"/>
                  <a:pt x="1397" y="33"/>
                </a:cubicBezTo>
                <a:cubicBezTo>
                  <a:pt x="1397" y="24"/>
                  <a:pt x="1397" y="24"/>
                  <a:pt x="1397" y="24"/>
                </a:cubicBezTo>
                <a:cubicBezTo>
                  <a:pt x="1375" y="24"/>
                  <a:pt x="1375" y="24"/>
                  <a:pt x="1375" y="24"/>
                </a:cubicBezTo>
                <a:cubicBezTo>
                  <a:pt x="1375" y="11"/>
                  <a:pt x="1375" y="11"/>
                  <a:pt x="1375" y="11"/>
                </a:cubicBezTo>
                <a:cubicBezTo>
                  <a:pt x="1399" y="11"/>
                  <a:pt x="1399" y="11"/>
                  <a:pt x="1399" y="11"/>
                </a:cubicBezTo>
                <a:cubicBezTo>
                  <a:pt x="1399" y="2"/>
                  <a:pt x="1399" y="2"/>
                  <a:pt x="1399" y="2"/>
                </a:cubicBezTo>
                <a:cubicBezTo>
                  <a:pt x="1363" y="2"/>
                  <a:pt x="1363" y="2"/>
                  <a:pt x="1363" y="2"/>
                </a:cubicBezTo>
                <a:cubicBezTo>
                  <a:pt x="1363" y="57"/>
                  <a:pt x="1363" y="57"/>
                  <a:pt x="1363" y="57"/>
                </a:cubicBezTo>
                <a:cubicBezTo>
                  <a:pt x="1375" y="57"/>
                  <a:pt x="1375" y="57"/>
                  <a:pt x="1375" y="57"/>
                </a:cubicBezTo>
                <a:close/>
                <a:moveTo>
                  <a:pt x="1431" y="11"/>
                </a:moveTo>
                <a:cubicBezTo>
                  <a:pt x="1448" y="11"/>
                  <a:pt x="1448" y="11"/>
                  <a:pt x="1448" y="11"/>
                </a:cubicBezTo>
                <a:cubicBezTo>
                  <a:pt x="1448" y="57"/>
                  <a:pt x="1448" y="57"/>
                  <a:pt x="1448" y="57"/>
                </a:cubicBezTo>
                <a:cubicBezTo>
                  <a:pt x="1459" y="57"/>
                  <a:pt x="1459" y="57"/>
                  <a:pt x="1459" y="57"/>
                </a:cubicBezTo>
                <a:cubicBezTo>
                  <a:pt x="1459" y="11"/>
                  <a:pt x="1459" y="11"/>
                  <a:pt x="1459" y="11"/>
                </a:cubicBezTo>
                <a:cubicBezTo>
                  <a:pt x="1476" y="11"/>
                  <a:pt x="1476" y="11"/>
                  <a:pt x="1476" y="11"/>
                </a:cubicBezTo>
                <a:cubicBezTo>
                  <a:pt x="1476" y="2"/>
                  <a:pt x="1476" y="2"/>
                  <a:pt x="1476" y="2"/>
                </a:cubicBezTo>
                <a:cubicBezTo>
                  <a:pt x="1431" y="2"/>
                  <a:pt x="1431" y="2"/>
                  <a:pt x="1431" y="2"/>
                </a:cubicBezTo>
                <a:cubicBezTo>
                  <a:pt x="1431" y="11"/>
                  <a:pt x="1431" y="11"/>
                  <a:pt x="1431" y="11"/>
                </a:cubicBezTo>
                <a:close/>
                <a:moveTo>
                  <a:pt x="1495" y="57"/>
                </a:moveTo>
                <a:cubicBezTo>
                  <a:pt x="1532" y="57"/>
                  <a:pt x="1532" y="57"/>
                  <a:pt x="1532" y="57"/>
                </a:cubicBezTo>
                <a:cubicBezTo>
                  <a:pt x="1532" y="48"/>
                  <a:pt x="1532" y="48"/>
                  <a:pt x="1532" y="48"/>
                </a:cubicBezTo>
                <a:cubicBezTo>
                  <a:pt x="1507" y="48"/>
                  <a:pt x="1507" y="48"/>
                  <a:pt x="1507" y="48"/>
                </a:cubicBezTo>
                <a:cubicBezTo>
                  <a:pt x="1507" y="33"/>
                  <a:pt x="1507" y="33"/>
                  <a:pt x="1507" y="33"/>
                </a:cubicBezTo>
                <a:cubicBezTo>
                  <a:pt x="1530" y="33"/>
                  <a:pt x="1530" y="33"/>
                  <a:pt x="1530" y="33"/>
                </a:cubicBezTo>
                <a:cubicBezTo>
                  <a:pt x="1530" y="24"/>
                  <a:pt x="1530" y="24"/>
                  <a:pt x="1530" y="24"/>
                </a:cubicBezTo>
                <a:cubicBezTo>
                  <a:pt x="1507" y="24"/>
                  <a:pt x="1507" y="24"/>
                  <a:pt x="1507" y="24"/>
                </a:cubicBezTo>
                <a:cubicBezTo>
                  <a:pt x="1507" y="11"/>
                  <a:pt x="1507" y="11"/>
                  <a:pt x="1507" y="11"/>
                </a:cubicBezTo>
                <a:cubicBezTo>
                  <a:pt x="1531" y="11"/>
                  <a:pt x="1531" y="11"/>
                  <a:pt x="1531" y="11"/>
                </a:cubicBezTo>
                <a:cubicBezTo>
                  <a:pt x="1531" y="2"/>
                  <a:pt x="1531" y="2"/>
                  <a:pt x="1531" y="2"/>
                </a:cubicBezTo>
                <a:cubicBezTo>
                  <a:pt x="1495" y="2"/>
                  <a:pt x="1495" y="2"/>
                  <a:pt x="1495" y="2"/>
                </a:cubicBezTo>
                <a:cubicBezTo>
                  <a:pt x="1495" y="57"/>
                  <a:pt x="1495" y="57"/>
                  <a:pt x="1495" y="57"/>
                </a:cubicBezTo>
                <a:close/>
                <a:moveTo>
                  <a:pt x="1599" y="20"/>
                </a:moveTo>
                <a:cubicBezTo>
                  <a:pt x="1598" y="7"/>
                  <a:pt x="1590" y="1"/>
                  <a:pt x="1576" y="0"/>
                </a:cubicBezTo>
                <a:cubicBezTo>
                  <a:pt x="1561" y="1"/>
                  <a:pt x="1553" y="11"/>
                  <a:pt x="1553" y="30"/>
                </a:cubicBezTo>
                <a:cubicBezTo>
                  <a:pt x="1553" y="48"/>
                  <a:pt x="1561" y="57"/>
                  <a:pt x="1576" y="58"/>
                </a:cubicBezTo>
                <a:cubicBezTo>
                  <a:pt x="1590" y="58"/>
                  <a:pt x="1598" y="51"/>
                  <a:pt x="1599" y="39"/>
                </a:cubicBezTo>
                <a:cubicBezTo>
                  <a:pt x="1586" y="39"/>
                  <a:pt x="1586" y="39"/>
                  <a:pt x="1586" y="39"/>
                </a:cubicBezTo>
                <a:cubicBezTo>
                  <a:pt x="1586" y="46"/>
                  <a:pt x="1583" y="49"/>
                  <a:pt x="1576" y="50"/>
                </a:cubicBezTo>
                <a:cubicBezTo>
                  <a:pt x="1569" y="49"/>
                  <a:pt x="1566" y="43"/>
                  <a:pt x="1565" y="30"/>
                </a:cubicBezTo>
                <a:cubicBezTo>
                  <a:pt x="1566" y="16"/>
                  <a:pt x="1569" y="10"/>
                  <a:pt x="1576" y="9"/>
                </a:cubicBezTo>
                <a:cubicBezTo>
                  <a:pt x="1582" y="9"/>
                  <a:pt x="1586" y="13"/>
                  <a:pt x="1586" y="20"/>
                </a:cubicBezTo>
                <a:cubicBezTo>
                  <a:pt x="1599" y="20"/>
                  <a:pt x="1599" y="20"/>
                  <a:pt x="1599" y="20"/>
                </a:cubicBezTo>
                <a:close/>
                <a:moveTo>
                  <a:pt x="1631" y="57"/>
                </a:moveTo>
                <a:cubicBezTo>
                  <a:pt x="1631" y="33"/>
                  <a:pt x="1631" y="33"/>
                  <a:pt x="1631" y="33"/>
                </a:cubicBezTo>
                <a:cubicBezTo>
                  <a:pt x="1652" y="33"/>
                  <a:pt x="1652" y="33"/>
                  <a:pt x="1652" y="33"/>
                </a:cubicBezTo>
                <a:cubicBezTo>
                  <a:pt x="1652" y="57"/>
                  <a:pt x="1652" y="57"/>
                  <a:pt x="1652" y="57"/>
                </a:cubicBezTo>
                <a:cubicBezTo>
                  <a:pt x="1664" y="57"/>
                  <a:pt x="1664" y="57"/>
                  <a:pt x="1664" y="57"/>
                </a:cubicBezTo>
                <a:cubicBezTo>
                  <a:pt x="1664" y="2"/>
                  <a:pt x="1664" y="2"/>
                  <a:pt x="1664" y="2"/>
                </a:cubicBezTo>
                <a:cubicBezTo>
                  <a:pt x="1652" y="2"/>
                  <a:pt x="1652" y="2"/>
                  <a:pt x="1652" y="2"/>
                </a:cubicBezTo>
                <a:cubicBezTo>
                  <a:pt x="1652" y="24"/>
                  <a:pt x="1652" y="24"/>
                  <a:pt x="1652" y="24"/>
                </a:cubicBezTo>
                <a:cubicBezTo>
                  <a:pt x="1631" y="24"/>
                  <a:pt x="1631" y="24"/>
                  <a:pt x="1631" y="24"/>
                </a:cubicBezTo>
                <a:cubicBezTo>
                  <a:pt x="1631" y="2"/>
                  <a:pt x="1631" y="2"/>
                  <a:pt x="1631" y="2"/>
                </a:cubicBezTo>
                <a:cubicBezTo>
                  <a:pt x="1620" y="2"/>
                  <a:pt x="1620" y="2"/>
                  <a:pt x="1620" y="2"/>
                </a:cubicBezTo>
                <a:cubicBezTo>
                  <a:pt x="1620" y="57"/>
                  <a:pt x="1620" y="57"/>
                  <a:pt x="1620" y="57"/>
                </a:cubicBezTo>
                <a:cubicBezTo>
                  <a:pt x="1631" y="57"/>
                  <a:pt x="1631" y="57"/>
                  <a:pt x="1631" y="57"/>
                </a:cubicBezTo>
                <a:close/>
                <a:moveTo>
                  <a:pt x="1737" y="57"/>
                </a:moveTo>
                <a:cubicBezTo>
                  <a:pt x="1737" y="2"/>
                  <a:pt x="1737" y="2"/>
                  <a:pt x="1737" y="2"/>
                </a:cubicBezTo>
                <a:cubicBezTo>
                  <a:pt x="1726" y="2"/>
                  <a:pt x="1726" y="2"/>
                  <a:pt x="1726" y="2"/>
                </a:cubicBezTo>
                <a:cubicBezTo>
                  <a:pt x="1726" y="45"/>
                  <a:pt x="1726" y="45"/>
                  <a:pt x="1726" y="45"/>
                </a:cubicBezTo>
                <a:cubicBezTo>
                  <a:pt x="1725" y="45"/>
                  <a:pt x="1725" y="45"/>
                  <a:pt x="1725" y="45"/>
                </a:cubicBezTo>
                <a:cubicBezTo>
                  <a:pt x="1705" y="2"/>
                  <a:pt x="1705" y="2"/>
                  <a:pt x="1705" y="2"/>
                </a:cubicBezTo>
                <a:cubicBezTo>
                  <a:pt x="1687" y="2"/>
                  <a:pt x="1687" y="2"/>
                  <a:pt x="1687" y="2"/>
                </a:cubicBezTo>
                <a:cubicBezTo>
                  <a:pt x="1687" y="57"/>
                  <a:pt x="1687" y="57"/>
                  <a:pt x="1687" y="57"/>
                </a:cubicBezTo>
                <a:cubicBezTo>
                  <a:pt x="1698" y="57"/>
                  <a:pt x="1698" y="57"/>
                  <a:pt x="1698" y="57"/>
                </a:cubicBezTo>
                <a:cubicBezTo>
                  <a:pt x="1698" y="11"/>
                  <a:pt x="1698" y="11"/>
                  <a:pt x="1698" y="11"/>
                </a:cubicBezTo>
                <a:cubicBezTo>
                  <a:pt x="1699" y="11"/>
                  <a:pt x="1699" y="11"/>
                  <a:pt x="1699" y="11"/>
                </a:cubicBezTo>
                <a:cubicBezTo>
                  <a:pt x="1720" y="57"/>
                  <a:pt x="1720" y="57"/>
                  <a:pt x="1720" y="57"/>
                </a:cubicBezTo>
                <a:cubicBezTo>
                  <a:pt x="1737" y="57"/>
                  <a:pt x="1737" y="57"/>
                  <a:pt x="1737" y="57"/>
                </a:cubicBezTo>
                <a:close/>
                <a:moveTo>
                  <a:pt x="1784" y="58"/>
                </a:moveTo>
                <a:cubicBezTo>
                  <a:pt x="1801" y="57"/>
                  <a:pt x="1810" y="48"/>
                  <a:pt x="1810" y="30"/>
                </a:cubicBezTo>
                <a:cubicBezTo>
                  <a:pt x="1810" y="11"/>
                  <a:pt x="1801" y="1"/>
                  <a:pt x="1784" y="0"/>
                </a:cubicBezTo>
                <a:cubicBezTo>
                  <a:pt x="1767" y="1"/>
                  <a:pt x="1759" y="11"/>
                  <a:pt x="1758" y="30"/>
                </a:cubicBezTo>
                <a:cubicBezTo>
                  <a:pt x="1759" y="48"/>
                  <a:pt x="1767" y="57"/>
                  <a:pt x="1784" y="58"/>
                </a:cubicBezTo>
                <a:close/>
                <a:moveTo>
                  <a:pt x="1784" y="9"/>
                </a:moveTo>
                <a:cubicBezTo>
                  <a:pt x="1793" y="9"/>
                  <a:pt x="1798" y="16"/>
                  <a:pt x="1798" y="30"/>
                </a:cubicBezTo>
                <a:cubicBezTo>
                  <a:pt x="1798" y="43"/>
                  <a:pt x="1793" y="50"/>
                  <a:pt x="1784" y="50"/>
                </a:cubicBezTo>
                <a:cubicBezTo>
                  <a:pt x="1775" y="50"/>
                  <a:pt x="1771" y="43"/>
                  <a:pt x="1771" y="30"/>
                </a:cubicBezTo>
                <a:cubicBezTo>
                  <a:pt x="1771" y="16"/>
                  <a:pt x="1775" y="9"/>
                  <a:pt x="1784" y="9"/>
                </a:cubicBezTo>
                <a:close/>
                <a:moveTo>
                  <a:pt x="1868" y="57"/>
                </a:moveTo>
                <a:cubicBezTo>
                  <a:pt x="1868" y="48"/>
                  <a:pt x="1868" y="48"/>
                  <a:pt x="1868" y="48"/>
                </a:cubicBezTo>
                <a:cubicBezTo>
                  <a:pt x="1844" y="48"/>
                  <a:pt x="1844" y="48"/>
                  <a:pt x="1844" y="48"/>
                </a:cubicBezTo>
                <a:cubicBezTo>
                  <a:pt x="1844" y="2"/>
                  <a:pt x="1844" y="2"/>
                  <a:pt x="1844" y="2"/>
                </a:cubicBezTo>
                <a:cubicBezTo>
                  <a:pt x="1833" y="2"/>
                  <a:pt x="1833" y="2"/>
                  <a:pt x="1833" y="2"/>
                </a:cubicBezTo>
                <a:cubicBezTo>
                  <a:pt x="1833" y="57"/>
                  <a:pt x="1833" y="57"/>
                  <a:pt x="1833" y="57"/>
                </a:cubicBezTo>
                <a:cubicBezTo>
                  <a:pt x="1868" y="57"/>
                  <a:pt x="1868" y="57"/>
                  <a:pt x="1868" y="57"/>
                </a:cubicBezTo>
                <a:close/>
                <a:moveTo>
                  <a:pt x="1913" y="58"/>
                </a:moveTo>
                <a:cubicBezTo>
                  <a:pt x="1929" y="57"/>
                  <a:pt x="1938" y="48"/>
                  <a:pt x="1939" y="30"/>
                </a:cubicBezTo>
                <a:cubicBezTo>
                  <a:pt x="1938" y="11"/>
                  <a:pt x="1929" y="1"/>
                  <a:pt x="1913" y="0"/>
                </a:cubicBezTo>
                <a:cubicBezTo>
                  <a:pt x="1896" y="1"/>
                  <a:pt x="1887" y="11"/>
                  <a:pt x="1886" y="30"/>
                </a:cubicBezTo>
                <a:cubicBezTo>
                  <a:pt x="1887" y="48"/>
                  <a:pt x="1896" y="57"/>
                  <a:pt x="1913" y="58"/>
                </a:cubicBezTo>
                <a:close/>
                <a:moveTo>
                  <a:pt x="1913" y="9"/>
                </a:moveTo>
                <a:cubicBezTo>
                  <a:pt x="1922" y="9"/>
                  <a:pt x="1926" y="16"/>
                  <a:pt x="1926" y="30"/>
                </a:cubicBezTo>
                <a:cubicBezTo>
                  <a:pt x="1926" y="43"/>
                  <a:pt x="1922" y="50"/>
                  <a:pt x="1913" y="50"/>
                </a:cubicBezTo>
                <a:cubicBezTo>
                  <a:pt x="1903" y="50"/>
                  <a:pt x="1899" y="43"/>
                  <a:pt x="1899" y="30"/>
                </a:cubicBezTo>
                <a:cubicBezTo>
                  <a:pt x="1899" y="16"/>
                  <a:pt x="1903" y="9"/>
                  <a:pt x="1913" y="9"/>
                </a:cubicBezTo>
                <a:close/>
                <a:moveTo>
                  <a:pt x="1997" y="37"/>
                </a:moveTo>
                <a:cubicBezTo>
                  <a:pt x="1997" y="48"/>
                  <a:pt x="1997" y="48"/>
                  <a:pt x="1997" y="48"/>
                </a:cubicBezTo>
                <a:cubicBezTo>
                  <a:pt x="1997" y="49"/>
                  <a:pt x="1997" y="49"/>
                  <a:pt x="1997" y="48"/>
                </a:cubicBezTo>
                <a:cubicBezTo>
                  <a:pt x="1993" y="49"/>
                  <a:pt x="1989" y="50"/>
                  <a:pt x="1986" y="50"/>
                </a:cubicBezTo>
                <a:cubicBezTo>
                  <a:pt x="1976" y="49"/>
                  <a:pt x="1971" y="43"/>
                  <a:pt x="1971" y="30"/>
                </a:cubicBezTo>
                <a:cubicBezTo>
                  <a:pt x="1971" y="16"/>
                  <a:pt x="1976" y="9"/>
                  <a:pt x="1986" y="9"/>
                </a:cubicBezTo>
                <a:cubicBezTo>
                  <a:pt x="1994" y="9"/>
                  <a:pt x="1997" y="12"/>
                  <a:pt x="1997" y="18"/>
                </a:cubicBezTo>
                <a:cubicBezTo>
                  <a:pt x="2010" y="18"/>
                  <a:pt x="2010" y="18"/>
                  <a:pt x="2010" y="18"/>
                </a:cubicBezTo>
                <a:cubicBezTo>
                  <a:pt x="2010" y="6"/>
                  <a:pt x="2001" y="0"/>
                  <a:pt x="1984" y="0"/>
                </a:cubicBezTo>
                <a:cubicBezTo>
                  <a:pt x="1968" y="2"/>
                  <a:pt x="1959" y="11"/>
                  <a:pt x="1959" y="30"/>
                </a:cubicBezTo>
                <a:cubicBezTo>
                  <a:pt x="1959" y="47"/>
                  <a:pt x="1968" y="57"/>
                  <a:pt x="1984" y="58"/>
                </a:cubicBezTo>
                <a:cubicBezTo>
                  <a:pt x="1989" y="58"/>
                  <a:pt x="1994" y="58"/>
                  <a:pt x="1997" y="57"/>
                </a:cubicBezTo>
                <a:cubicBezTo>
                  <a:pt x="2001" y="57"/>
                  <a:pt x="2005" y="57"/>
                  <a:pt x="2009" y="55"/>
                </a:cubicBezTo>
                <a:cubicBezTo>
                  <a:pt x="2009" y="27"/>
                  <a:pt x="2009" y="27"/>
                  <a:pt x="2009" y="27"/>
                </a:cubicBezTo>
                <a:cubicBezTo>
                  <a:pt x="1987" y="27"/>
                  <a:pt x="1987" y="27"/>
                  <a:pt x="1987" y="27"/>
                </a:cubicBezTo>
                <a:cubicBezTo>
                  <a:pt x="1987" y="37"/>
                  <a:pt x="1987" y="37"/>
                  <a:pt x="1987" y="37"/>
                </a:cubicBezTo>
                <a:cubicBezTo>
                  <a:pt x="1997" y="37"/>
                  <a:pt x="1997" y="37"/>
                  <a:pt x="1997" y="37"/>
                </a:cubicBezTo>
                <a:close/>
                <a:moveTo>
                  <a:pt x="2048" y="57"/>
                </a:moveTo>
                <a:cubicBezTo>
                  <a:pt x="2059" y="57"/>
                  <a:pt x="2059" y="57"/>
                  <a:pt x="2059" y="57"/>
                </a:cubicBezTo>
                <a:cubicBezTo>
                  <a:pt x="2059" y="39"/>
                  <a:pt x="2059" y="39"/>
                  <a:pt x="2059" y="39"/>
                </a:cubicBezTo>
                <a:cubicBezTo>
                  <a:pt x="2078" y="2"/>
                  <a:pt x="2078" y="2"/>
                  <a:pt x="2078" y="2"/>
                </a:cubicBezTo>
                <a:cubicBezTo>
                  <a:pt x="2066" y="2"/>
                  <a:pt x="2066" y="2"/>
                  <a:pt x="2066" y="2"/>
                </a:cubicBezTo>
                <a:cubicBezTo>
                  <a:pt x="2054" y="27"/>
                  <a:pt x="2054" y="27"/>
                  <a:pt x="2054" y="27"/>
                </a:cubicBezTo>
                <a:cubicBezTo>
                  <a:pt x="2043" y="2"/>
                  <a:pt x="2043" y="2"/>
                  <a:pt x="2043" y="2"/>
                </a:cubicBezTo>
                <a:cubicBezTo>
                  <a:pt x="2029" y="2"/>
                  <a:pt x="2029" y="2"/>
                  <a:pt x="2029" y="2"/>
                </a:cubicBezTo>
                <a:cubicBezTo>
                  <a:pt x="2048" y="39"/>
                  <a:pt x="2048" y="39"/>
                  <a:pt x="2048" y="39"/>
                </a:cubicBezTo>
                <a:lnTo>
                  <a:pt x="2048" y="57"/>
                </a:lnTo>
                <a:close/>
              </a:path>
            </a:pathLst>
          </a:custGeom>
          <a:solidFill>
            <a:srgbClr val="B60005"/>
          </a:solidFill>
          <a:ln>
            <a:noFill/>
          </a:ln>
        </p:spPr>
        <p:txBody>
          <a:bodyPr anchor="ctr"/>
          <a:lstStyle/>
          <a:p>
            <a:pPr algn="ctr">
              <a:buNone/>
            </a:pPr>
          </a:p>
        </p:txBody>
      </p:sp>
      <p:sp>
        <p:nvSpPr>
          <p:cNvPr id="13" name="îṩḻïḓé"/>
          <p:cNvSpPr>
            <a:spLocks noGrp="1"/>
          </p:cNvSpPr>
          <p:nvPr/>
        </p:nvSpPr>
        <p:spPr>
          <a:xfrm>
            <a:off x="9218823" y="617928"/>
            <a:ext cx="613207" cy="624170"/>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21" name="标题 20"/>
          <p:cNvSpPr>
            <a:spLocks noGrp="1"/>
          </p:cNvSpPr>
          <p:nvPr>
            <p:ph type="title"/>
          </p:nvPr>
        </p:nvSpPr>
        <p:spPr>
          <a:xfrm>
            <a:off x="481990" y="670551"/>
            <a:ext cx="8340997" cy="882720"/>
          </a:xfrm>
        </p:spPr>
        <p:txBody>
          <a:bodyPr>
            <a:normAutofit/>
          </a:bodyPr>
          <a:lstStyle>
            <a:lvl1pPr marL="0" algn="l" defTabSz="914400">
              <a:buNone/>
              <a:defRPr sz="3600" kern="1200">
                <a:solidFill>
                  <a:schemeClr val="tx1"/>
                </a:solidFill>
                <a:latin typeface="思源黑体 CN Normal"/>
                <a:ea typeface="思源黑体 CN Normal"/>
                <a:cs typeface="思源黑体 CN Normal"/>
              </a:defRPr>
            </a:lvl1pPr>
          </a:lstStyle>
          <a:p>
            <a:r>
              <a:t>单击此处编辑母版标题样式</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6F4F7"/>
        </a:solidFill>
        <a:effectLst/>
      </p:bgPr>
    </p:bg>
    <p:spTree>
      <p:nvGrpSpPr>
        <p:cNvPr id="1" name=""/>
        <p:cNvGrpSpPr/>
        <p:nvPr/>
      </p:nvGrpSpPr>
      <p:grpSpPr/>
      <p:sp>
        <p:nvSpPr>
          <p:cNvPr id="5" name="矩形 4"/>
          <p:cNvSpPr>
            <a:spLocks noGrp="1"/>
          </p:cNvSpPr>
          <p:nvPr/>
        </p:nvSpPr>
        <p:spPr>
          <a:xfrm>
            <a:off x="205322" y="152400"/>
            <a:ext cx="11852476" cy="658715"/>
          </a:xfrm>
          <a:prstGeom prst="rect">
            <a:avLst/>
          </a:prstGeom>
          <a:solidFill>
            <a:schemeClr val="bg1"/>
          </a:solidFill>
          <a:ln>
            <a:noFill/>
          </a:ln>
          <a:effectLst>
            <a:outerShdw blurRad="50800" dist="38100" dir="2700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 name="矩形 5"/>
          <p:cNvSpPr>
            <a:spLocks noGrp="1"/>
          </p:cNvSpPr>
          <p:nvPr/>
        </p:nvSpPr>
        <p:spPr>
          <a:xfrm>
            <a:off x="169762" y="1126766"/>
            <a:ext cx="11852476" cy="5460794"/>
          </a:xfrm>
          <a:prstGeom prst="rect">
            <a:avLst/>
          </a:prstGeom>
          <a:solidFill>
            <a:schemeClr val="bg1"/>
          </a:solidFill>
          <a:ln>
            <a:noFill/>
          </a:ln>
          <a:effectLst>
            <a:outerShdw blurRad="50800" dist="38100" dir="2700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8" name="íšľíḑe"/>
          <p:cNvSpPr>
            <a:spLocks noGrp="1"/>
          </p:cNvSpPr>
          <p:nvPr/>
        </p:nvSpPr>
        <p:spPr>
          <a:xfrm>
            <a:off x="954658" y="310189"/>
            <a:ext cx="1165140" cy="274377"/>
          </a:xfrm>
          <a:custGeom>
            <a:avLst/>
            <a:gdLst>
              <a:gd name="T0" fmla="*/ 1846 w 2033"/>
              <a:gd name="T1" fmla="*/ 379 h 478"/>
              <a:gd name="T2" fmla="*/ 1836 w 2033"/>
              <a:gd name="T3" fmla="*/ 368 h 478"/>
              <a:gd name="T4" fmla="*/ 1932 w 2033"/>
              <a:gd name="T5" fmla="*/ 256 h 478"/>
              <a:gd name="T6" fmla="*/ 1958 w 2033"/>
              <a:gd name="T7" fmla="*/ 124 h 478"/>
              <a:gd name="T8" fmla="*/ 1868 w 2033"/>
              <a:gd name="T9" fmla="*/ 215 h 478"/>
              <a:gd name="T10" fmla="*/ 1814 w 2033"/>
              <a:gd name="T11" fmla="*/ 242 h 478"/>
              <a:gd name="T12" fmla="*/ 1796 w 2033"/>
              <a:gd name="T13" fmla="*/ 130 h 478"/>
              <a:gd name="T14" fmla="*/ 1834 w 2033"/>
              <a:gd name="T15" fmla="*/ 154 h 478"/>
              <a:gd name="T16" fmla="*/ 1859 w 2033"/>
              <a:gd name="T17" fmla="*/ 124 h 478"/>
              <a:gd name="T18" fmla="*/ 1944 w 2033"/>
              <a:gd name="T19" fmla="*/ 46 h 478"/>
              <a:gd name="T20" fmla="*/ 2022 w 2033"/>
              <a:gd name="T21" fmla="*/ 84 h 478"/>
              <a:gd name="T22" fmla="*/ 1892 w 2033"/>
              <a:gd name="T23" fmla="*/ 315 h 478"/>
              <a:gd name="T24" fmla="*/ 1927 w 2033"/>
              <a:gd name="T25" fmla="*/ 338 h 478"/>
              <a:gd name="T26" fmla="*/ 2 w 2033"/>
              <a:gd name="T27" fmla="*/ 449 h 478"/>
              <a:gd name="T28" fmla="*/ 236 w 2033"/>
              <a:gd name="T29" fmla="*/ 99 h 478"/>
              <a:gd name="T30" fmla="*/ 119 w 2033"/>
              <a:gd name="T31" fmla="*/ 112 h 478"/>
              <a:gd name="T32" fmla="*/ 276 w 2033"/>
              <a:gd name="T33" fmla="*/ 88 h 478"/>
              <a:gd name="T34" fmla="*/ 237 w 2033"/>
              <a:gd name="T35" fmla="*/ 157 h 478"/>
              <a:gd name="T36" fmla="*/ 341 w 2033"/>
              <a:gd name="T37" fmla="*/ 184 h 478"/>
              <a:gd name="T38" fmla="*/ 308 w 2033"/>
              <a:gd name="T39" fmla="*/ 295 h 478"/>
              <a:gd name="T40" fmla="*/ 253 w 2033"/>
              <a:gd name="T41" fmla="*/ 338 h 478"/>
              <a:gd name="T42" fmla="*/ 133 w 2033"/>
              <a:gd name="T43" fmla="*/ 427 h 478"/>
              <a:gd name="T44" fmla="*/ 154 w 2033"/>
              <a:gd name="T45" fmla="*/ 285 h 478"/>
              <a:gd name="T46" fmla="*/ 1171 w 2033"/>
              <a:gd name="T47" fmla="*/ 371 h 478"/>
              <a:gd name="T48" fmla="*/ 1168 w 2033"/>
              <a:gd name="T49" fmla="*/ 314 h 478"/>
              <a:gd name="T50" fmla="*/ 1220 w 2033"/>
              <a:gd name="T51" fmla="*/ 245 h 478"/>
              <a:gd name="T52" fmla="*/ 1055 w 2033"/>
              <a:gd name="T53" fmla="*/ 234 h 478"/>
              <a:gd name="T54" fmla="*/ 1168 w 2033"/>
              <a:gd name="T55" fmla="*/ 165 h 478"/>
              <a:gd name="T56" fmla="*/ 1198 w 2033"/>
              <a:gd name="T57" fmla="*/ 87 h 478"/>
              <a:gd name="T58" fmla="*/ 1204 w 2033"/>
              <a:gd name="T59" fmla="*/ 161 h 478"/>
              <a:gd name="T60" fmla="*/ 1283 w 2033"/>
              <a:gd name="T61" fmla="*/ 170 h 478"/>
              <a:gd name="T62" fmla="*/ 1235 w 2033"/>
              <a:gd name="T63" fmla="*/ 256 h 478"/>
              <a:gd name="T64" fmla="*/ 1220 w 2033"/>
              <a:gd name="T65" fmla="*/ 318 h 478"/>
              <a:gd name="T66" fmla="*/ 405 w 2033"/>
              <a:gd name="T67" fmla="*/ 412 h 478"/>
              <a:gd name="T68" fmla="*/ 434 w 2033"/>
              <a:gd name="T69" fmla="*/ 422 h 478"/>
              <a:gd name="T70" fmla="*/ 574 w 2033"/>
              <a:gd name="T71" fmla="*/ 413 h 478"/>
              <a:gd name="T72" fmla="*/ 578 w 2033"/>
              <a:gd name="T73" fmla="*/ 255 h 478"/>
              <a:gd name="T74" fmla="*/ 638 w 2033"/>
              <a:gd name="T75" fmla="*/ 104 h 478"/>
              <a:gd name="T76" fmla="*/ 466 w 2033"/>
              <a:gd name="T77" fmla="*/ 159 h 478"/>
              <a:gd name="T78" fmla="*/ 535 w 2033"/>
              <a:gd name="T79" fmla="*/ 201 h 478"/>
              <a:gd name="T80" fmla="*/ 499 w 2033"/>
              <a:gd name="T81" fmla="*/ 257 h 478"/>
              <a:gd name="T82" fmla="*/ 556 w 2033"/>
              <a:gd name="T83" fmla="*/ 225 h 478"/>
              <a:gd name="T84" fmla="*/ 531 w 2033"/>
              <a:gd name="T85" fmla="*/ 386 h 478"/>
              <a:gd name="T86" fmla="*/ 1609 w 2033"/>
              <a:gd name="T87" fmla="*/ 256 h 478"/>
              <a:gd name="T88" fmla="*/ 1562 w 2033"/>
              <a:gd name="T89" fmla="*/ 107 h 478"/>
              <a:gd name="T90" fmla="*/ 1556 w 2033"/>
              <a:gd name="T91" fmla="*/ 279 h 478"/>
              <a:gd name="T92" fmla="*/ 324 w 2033"/>
              <a:gd name="T93" fmla="*/ 382 h 478"/>
              <a:gd name="T94" fmla="*/ 1283 w 2033"/>
              <a:gd name="T95" fmla="*/ 389 h 478"/>
              <a:gd name="T96" fmla="*/ 1184 w 2033"/>
              <a:gd name="T97" fmla="*/ 385 h 478"/>
              <a:gd name="T98" fmla="*/ 731 w 2033"/>
              <a:gd name="T99" fmla="*/ 348 h 478"/>
              <a:gd name="T100" fmla="*/ 913 w 2033"/>
              <a:gd name="T101" fmla="*/ 256 h 478"/>
              <a:gd name="T102" fmla="*/ 838 w 2033"/>
              <a:gd name="T103" fmla="*/ 191 h 478"/>
              <a:gd name="T104" fmla="*/ 957 w 2033"/>
              <a:gd name="T105" fmla="*/ 243 h 478"/>
              <a:gd name="T106" fmla="*/ 875 w 2033"/>
              <a:gd name="T107" fmla="*/ 347 h 478"/>
              <a:gd name="T108" fmla="*/ 229 w 2033"/>
              <a:gd name="T109" fmla="*/ 334 h 478"/>
              <a:gd name="T110" fmla="*/ 208 w 2033"/>
              <a:gd name="T111" fmla="*/ 302 h 478"/>
              <a:gd name="T112" fmla="*/ 190 w 2033"/>
              <a:gd name="T113" fmla="*/ 339 h 478"/>
              <a:gd name="T114" fmla="*/ 651 w 2033"/>
              <a:gd name="T115" fmla="*/ 339 h 478"/>
              <a:gd name="T116" fmla="*/ 149 w 2033"/>
              <a:gd name="T117" fmla="*/ 244 h 478"/>
              <a:gd name="T118" fmla="*/ 1847 w 2033"/>
              <a:gd name="T119" fmla="*/ 174 h 478"/>
              <a:gd name="T120" fmla="*/ 1907 w 2033"/>
              <a:gd name="T121" fmla="*/ 189 h 478"/>
              <a:gd name="T122" fmla="*/ 583 w 2033"/>
              <a:gd name="T123" fmla="*/ 131 h 478"/>
              <a:gd name="T124" fmla="*/ 209 w 2033"/>
              <a:gd name="T125" fmla="*/ 19 h 478"/>
            </a:gdLst>
            <a:ahLst/>
            <a:cxnLst/>
            <a:rect l="0" t="0" r="r" b="b"/>
            <a:pathLst>
              <a:path w="2033" h="478">
                <a:moveTo>
                  <a:pt x="1888" y="478"/>
                </a:moveTo>
                <a:cubicBezTo>
                  <a:pt x="1854" y="462"/>
                  <a:pt x="1854" y="462"/>
                  <a:pt x="1854" y="462"/>
                </a:cubicBezTo>
                <a:cubicBezTo>
                  <a:pt x="1854" y="462"/>
                  <a:pt x="1854" y="462"/>
                  <a:pt x="1854" y="462"/>
                </a:cubicBezTo>
                <a:cubicBezTo>
                  <a:pt x="1851" y="463"/>
                  <a:pt x="1851" y="463"/>
                  <a:pt x="1851" y="463"/>
                </a:cubicBezTo>
                <a:cubicBezTo>
                  <a:pt x="1851" y="463"/>
                  <a:pt x="1851" y="463"/>
                  <a:pt x="1851" y="463"/>
                </a:cubicBezTo>
                <a:cubicBezTo>
                  <a:pt x="1849" y="463"/>
                  <a:pt x="1849" y="463"/>
                  <a:pt x="1849" y="463"/>
                </a:cubicBezTo>
                <a:cubicBezTo>
                  <a:pt x="1849" y="463"/>
                  <a:pt x="1849" y="463"/>
                  <a:pt x="1849" y="463"/>
                </a:cubicBezTo>
                <a:cubicBezTo>
                  <a:pt x="1846" y="463"/>
                  <a:pt x="1846" y="463"/>
                  <a:pt x="1846" y="463"/>
                </a:cubicBezTo>
                <a:cubicBezTo>
                  <a:pt x="1846" y="463"/>
                  <a:pt x="1846" y="463"/>
                  <a:pt x="1846" y="463"/>
                </a:cubicBezTo>
                <a:cubicBezTo>
                  <a:pt x="1844" y="462"/>
                  <a:pt x="1844" y="462"/>
                  <a:pt x="1844" y="462"/>
                </a:cubicBezTo>
                <a:cubicBezTo>
                  <a:pt x="1844" y="462"/>
                  <a:pt x="1844" y="462"/>
                  <a:pt x="1844" y="462"/>
                </a:cubicBezTo>
                <a:cubicBezTo>
                  <a:pt x="1841" y="462"/>
                  <a:pt x="1841" y="462"/>
                  <a:pt x="1841" y="462"/>
                </a:cubicBezTo>
                <a:cubicBezTo>
                  <a:pt x="1841" y="462"/>
                  <a:pt x="1841" y="462"/>
                  <a:pt x="1841" y="462"/>
                </a:cubicBezTo>
                <a:cubicBezTo>
                  <a:pt x="1838" y="462"/>
                  <a:pt x="1838" y="462"/>
                  <a:pt x="1838" y="462"/>
                </a:cubicBezTo>
                <a:cubicBezTo>
                  <a:pt x="1838" y="462"/>
                  <a:pt x="1838" y="462"/>
                  <a:pt x="1838" y="462"/>
                </a:cubicBezTo>
                <a:cubicBezTo>
                  <a:pt x="1835" y="462"/>
                  <a:pt x="1835" y="462"/>
                  <a:pt x="1835" y="462"/>
                </a:cubicBezTo>
                <a:cubicBezTo>
                  <a:pt x="1835" y="462"/>
                  <a:pt x="1835" y="462"/>
                  <a:pt x="1835" y="462"/>
                </a:cubicBezTo>
                <a:cubicBezTo>
                  <a:pt x="1833" y="462"/>
                  <a:pt x="1833" y="462"/>
                  <a:pt x="1833" y="462"/>
                </a:cubicBezTo>
                <a:cubicBezTo>
                  <a:pt x="1833" y="462"/>
                  <a:pt x="1833" y="462"/>
                  <a:pt x="1833" y="462"/>
                </a:cubicBezTo>
                <a:cubicBezTo>
                  <a:pt x="1829" y="460"/>
                  <a:pt x="1829" y="460"/>
                  <a:pt x="1829" y="460"/>
                </a:cubicBezTo>
                <a:cubicBezTo>
                  <a:pt x="1829" y="460"/>
                  <a:pt x="1829" y="460"/>
                  <a:pt x="1829" y="460"/>
                </a:cubicBezTo>
                <a:cubicBezTo>
                  <a:pt x="1827" y="460"/>
                  <a:pt x="1827" y="460"/>
                  <a:pt x="1827" y="460"/>
                </a:cubicBezTo>
                <a:cubicBezTo>
                  <a:pt x="1827" y="460"/>
                  <a:pt x="1827" y="460"/>
                  <a:pt x="1827" y="460"/>
                </a:cubicBezTo>
                <a:cubicBezTo>
                  <a:pt x="1827" y="460"/>
                  <a:pt x="1827" y="460"/>
                  <a:pt x="1827" y="460"/>
                </a:cubicBezTo>
                <a:cubicBezTo>
                  <a:pt x="1827" y="460"/>
                  <a:pt x="1827" y="460"/>
                  <a:pt x="1827" y="460"/>
                </a:cubicBezTo>
                <a:cubicBezTo>
                  <a:pt x="1827" y="459"/>
                  <a:pt x="1827" y="459"/>
                  <a:pt x="1827" y="459"/>
                </a:cubicBezTo>
                <a:cubicBezTo>
                  <a:pt x="1827" y="459"/>
                  <a:pt x="1827" y="459"/>
                  <a:pt x="1827" y="459"/>
                </a:cubicBezTo>
                <a:cubicBezTo>
                  <a:pt x="1827" y="457"/>
                  <a:pt x="1827" y="457"/>
                  <a:pt x="1827" y="457"/>
                </a:cubicBezTo>
                <a:cubicBezTo>
                  <a:pt x="1827" y="457"/>
                  <a:pt x="1827" y="457"/>
                  <a:pt x="1827" y="457"/>
                </a:cubicBezTo>
                <a:cubicBezTo>
                  <a:pt x="1827" y="456"/>
                  <a:pt x="1827" y="456"/>
                  <a:pt x="1827" y="456"/>
                </a:cubicBezTo>
                <a:cubicBezTo>
                  <a:pt x="1827" y="456"/>
                  <a:pt x="1827" y="456"/>
                  <a:pt x="1827" y="456"/>
                </a:cubicBezTo>
                <a:cubicBezTo>
                  <a:pt x="1827" y="454"/>
                  <a:pt x="1827" y="454"/>
                  <a:pt x="1827" y="454"/>
                </a:cubicBezTo>
                <a:cubicBezTo>
                  <a:pt x="1827" y="454"/>
                  <a:pt x="1827" y="454"/>
                  <a:pt x="1827" y="454"/>
                </a:cubicBezTo>
                <a:cubicBezTo>
                  <a:pt x="1827" y="453"/>
                  <a:pt x="1827" y="453"/>
                  <a:pt x="1827" y="453"/>
                </a:cubicBezTo>
                <a:cubicBezTo>
                  <a:pt x="1827" y="453"/>
                  <a:pt x="1827" y="453"/>
                  <a:pt x="1827" y="453"/>
                </a:cubicBezTo>
                <a:cubicBezTo>
                  <a:pt x="1827" y="452"/>
                  <a:pt x="1827" y="452"/>
                  <a:pt x="1827" y="452"/>
                </a:cubicBezTo>
                <a:cubicBezTo>
                  <a:pt x="1827" y="452"/>
                  <a:pt x="1827" y="452"/>
                  <a:pt x="1827" y="452"/>
                </a:cubicBezTo>
                <a:cubicBezTo>
                  <a:pt x="1832" y="450"/>
                  <a:pt x="1832" y="450"/>
                  <a:pt x="1832" y="450"/>
                </a:cubicBezTo>
                <a:cubicBezTo>
                  <a:pt x="1832" y="450"/>
                  <a:pt x="1832" y="450"/>
                  <a:pt x="1832" y="450"/>
                </a:cubicBezTo>
                <a:cubicBezTo>
                  <a:pt x="1840" y="449"/>
                  <a:pt x="1840" y="449"/>
                  <a:pt x="1840" y="449"/>
                </a:cubicBezTo>
                <a:cubicBezTo>
                  <a:pt x="1840" y="449"/>
                  <a:pt x="1840" y="449"/>
                  <a:pt x="1840" y="449"/>
                </a:cubicBezTo>
                <a:cubicBezTo>
                  <a:pt x="1847" y="449"/>
                  <a:pt x="1847" y="449"/>
                  <a:pt x="1847" y="449"/>
                </a:cubicBezTo>
                <a:cubicBezTo>
                  <a:pt x="1847" y="449"/>
                  <a:pt x="1847" y="449"/>
                  <a:pt x="1847" y="449"/>
                </a:cubicBezTo>
                <a:cubicBezTo>
                  <a:pt x="1855" y="449"/>
                  <a:pt x="1855" y="449"/>
                  <a:pt x="1855" y="449"/>
                </a:cubicBezTo>
                <a:cubicBezTo>
                  <a:pt x="1855" y="449"/>
                  <a:pt x="1855" y="449"/>
                  <a:pt x="1855" y="449"/>
                </a:cubicBezTo>
                <a:cubicBezTo>
                  <a:pt x="1863" y="450"/>
                  <a:pt x="1863" y="450"/>
                  <a:pt x="1863" y="450"/>
                </a:cubicBezTo>
                <a:cubicBezTo>
                  <a:pt x="1863" y="450"/>
                  <a:pt x="1863" y="450"/>
                  <a:pt x="1863" y="450"/>
                </a:cubicBezTo>
                <a:cubicBezTo>
                  <a:pt x="1870" y="449"/>
                  <a:pt x="1870" y="449"/>
                  <a:pt x="1870" y="449"/>
                </a:cubicBezTo>
                <a:cubicBezTo>
                  <a:pt x="1870" y="449"/>
                  <a:pt x="1870" y="449"/>
                  <a:pt x="1870" y="449"/>
                </a:cubicBezTo>
                <a:cubicBezTo>
                  <a:pt x="1876" y="446"/>
                  <a:pt x="1876" y="446"/>
                  <a:pt x="1876" y="446"/>
                </a:cubicBezTo>
                <a:cubicBezTo>
                  <a:pt x="1876" y="446"/>
                  <a:pt x="1876" y="446"/>
                  <a:pt x="1876" y="446"/>
                </a:cubicBezTo>
                <a:cubicBezTo>
                  <a:pt x="1883" y="439"/>
                  <a:pt x="1883" y="439"/>
                  <a:pt x="1883" y="439"/>
                </a:cubicBezTo>
                <a:cubicBezTo>
                  <a:pt x="1883" y="439"/>
                  <a:pt x="1883" y="439"/>
                  <a:pt x="1883" y="439"/>
                </a:cubicBezTo>
                <a:cubicBezTo>
                  <a:pt x="1883" y="430"/>
                  <a:pt x="1883" y="430"/>
                  <a:pt x="1883" y="430"/>
                </a:cubicBezTo>
                <a:cubicBezTo>
                  <a:pt x="1883" y="430"/>
                  <a:pt x="1883" y="430"/>
                  <a:pt x="1883" y="430"/>
                </a:cubicBezTo>
                <a:cubicBezTo>
                  <a:pt x="1884" y="420"/>
                  <a:pt x="1884" y="420"/>
                  <a:pt x="1884" y="420"/>
                </a:cubicBezTo>
                <a:cubicBezTo>
                  <a:pt x="1884" y="420"/>
                  <a:pt x="1884" y="420"/>
                  <a:pt x="1884" y="420"/>
                </a:cubicBezTo>
                <a:cubicBezTo>
                  <a:pt x="1884" y="410"/>
                  <a:pt x="1884" y="410"/>
                  <a:pt x="1884" y="410"/>
                </a:cubicBezTo>
                <a:cubicBezTo>
                  <a:pt x="1884" y="410"/>
                  <a:pt x="1884" y="410"/>
                  <a:pt x="1884" y="410"/>
                </a:cubicBezTo>
                <a:cubicBezTo>
                  <a:pt x="1885" y="398"/>
                  <a:pt x="1885" y="398"/>
                  <a:pt x="1885" y="398"/>
                </a:cubicBezTo>
                <a:cubicBezTo>
                  <a:pt x="1885" y="398"/>
                  <a:pt x="1885" y="398"/>
                  <a:pt x="1885" y="398"/>
                </a:cubicBezTo>
                <a:cubicBezTo>
                  <a:pt x="1885" y="388"/>
                  <a:pt x="1885" y="388"/>
                  <a:pt x="1885" y="388"/>
                </a:cubicBezTo>
                <a:cubicBezTo>
                  <a:pt x="1885" y="388"/>
                  <a:pt x="1885" y="388"/>
                  <a:pt x="1885" y="388"/>
                </a:cubicBezTo>
                <a:cubicBezTo>
                  <a:pt x="1885" y="377"/>
                  <a:pt x="1885" y="377"/>
                  <a:pt x="1885" y="377"/>
                </a:cubicBezTo>
                <a:cubicBezTo>
                  <a:pt x="1885" y="377"/>
                  <a:pt x="1885" y="377"/>
                  <a:pt x="1885" y="377"/>
                </a:cubicBezTo>
                <a:cubicBezTo>
                  <a:pt x="1884" y="367"/>
                  <a:pt x="1884" y="367"/>
                  <a:pt x="1884" y="367"/>
                </a:cubicBezTo>
                <a:cubicBezTo>
                  <a:pt x="1884" y="367"/>
                  <a:pt x="1884" y="367"/>
                  <a:pt x="1884" y="367"/>
                </a:cubicBezTo>
                <a:cubicBezTo>
                  <a:pt x="1883" y="356"/>
                  <a:pt x="1883" y="356"/>
                  <a:pt x="1883" y="356"/>
                </a:cubicBezTo>
                <a:cubicBezTo>
                  <a:pt x="1883" y="356"/>
                  <a:pt x="1883" y="356"/>
                  <a:pt x="1883" y="356"/>
                </a:cubicBezTo>
                <a:cubicBezTo>
                  <a:pt x="1875" y="360"/>
                  <a:pt x="1875" y="360"/>
                  <a:pt x="1875" y="360"/>
                </a:cubicBezTo>
                <a:cubicBezTo>
                  <a:pt x="1875" y="360"/>
                  <a:pt x="1875" y="360"/>
                  <a:pt x="1875" y="360"/>
                </a:cubicBezTo>
                <a:cubicBezTo>
                  <a:pt x="1868" y="364"/>
                  <a:pt x="1868" y="364"/>
                  <a:pt x="1868" y="364"/>
                </a:cubicBezTo>
                <a:cubicBezTo>
                  <a:pt x="1868" y="364"/>
                  <a:pt x="1868" y="364"/>
                  <a:pt x="1868" y="364"/>
                </a:cubicBezTo>
                <a:cubicBezTo>
                  <a:pt x="1860" y="368"/>
                  <a:pt x="1860" y="368"/>
                  <a:pt x="1860" y="368"/>
                </a:cubicBezTo>
                <a:cubicBezTo>
                  <a:pt x="1860" y="368"/>
                  <a:pt x="1860" y="368"/>
                  <a:pt x="1860" y="368"/>
                </a:cubicBezTo>
                <a:cubicBezTo>
                  <a:pt x="1854" y="373"/>
                  <a:pt x="1854" y="373"/>
                  <a:pt x="1854" y="373"/>
                </a:cubicBezTo>
                <a:cubicBezTo>
                  <a:pt x="1854" y="373"/>
                  <a:pt x="1854" y="373"/>
                  <a:pt x="1854" y="373"/>
                </a:cubicBezTo>
                <a:cubicBezTo>
                  <a:pt x="1846" y="379"/>
                  <a:pt x="1846" y="379"/>
                  <a:pt x="1846" y="379"/>
                </a:cubicBezTo>
                <a:cubicBezTo>
                  <a:pt x="1846" y="379"/>
                  <a:pt x="1846" y="379"/>
                  <a:pt x="1846" y="379"/>
                </a:cubicBezTo>
                <a:cubicBezTo>
                  <a:pt x="1838" y="383"/>
                  <a:pt x="1838" y="383"/>
                  <a:pt x="1838" y="383"/>
                </a:cubicBezTo>
                <a:cubicBezTo>
                  <a:pt x="1838" y="383"/>
                  <a:pt x="1838" y="383"/>
                  <a:pt x="1838" y="383"/>
                </a:cubicBezTo>
                <a:cubicBezTo>
                  <a:pt x="1830" y="389"/>
                  <a:pt x="1830" y="389"/>
                  <a:pt x="1830" y="389"/>
                </a:cubicBezTo>
                <a:cubicBezTo>
                  <a:pt x="1830" y="389"/>
                  <a:pt x="1830" y="389"/>
                  <a:pt x="1830" y="389"/>
                </a:cubicBezTo>
                <a:cubicBezTo>
                  <a:pt x="1823" y="392"/>
                  <a:pt x="1823" y="392"/>
                  <a:pt x="1823" y="392"/>
                </a:cubicBezTo>
                <a:cubicBezTo>
                  <a:pt x="1823" y="392"/>
                  <a:pt x="1823" y="392"/>
                  <a:pt x="1823" y="392"/>
                </a:cubicBezTo>
                <a:cubicBezTo>
                  <a:pt x="1817" y="396"/>
                  <a:pt x="1817" y="396"/>
                  <a:pt x="1817" y="396"/>
                </a:cubicBezTo>
                <a:cubicBezTo>
                  <a:pt x="1817" y="396"/>
                  <a:pt x="1817" y="396"/>
                  <a:pt x="1817" y="396"/>
                </a:cubicBezTo>
                <a:cubicBezTo>
                  <a:pt x="1812" y="398"/>
                  <a:pt x="1812" y="398"/>
                  <a:pt x="1812" y="398"/>
                </a:cubicBezTo>
                <a:cubicBezTo>
                  <a:pt x="1812" y="398"/>
                  <a:pt x="1812" y="398"/>
                  <a:pt x="1812" y="398"/>
                </a:cubicBezTo>
                <a:cubicBezTo>
                  <a:pt x="1807" y="401"/>
                  <a:pt x="1807" y="401"/>
                  <a:pt x="1807" y="401"/>
                </a:cubicBezTo>
                <a:cubicBezTo>
                  <a:pt x="1807" y="401"/>
                  <a:pt x="1807" y="401"/>
                  <a:pt x="1807" y="401"/>
                </a:cubicBezTo>
                <a:cubicBezTo>
                  <a:pt x="1803" y="403"/>
                  <a:pt x="1803" y="403"/>
                  <a:pt x="1803" y="403"/>
                </a:cubicBezTo>
                <a:cubicBezTo>
                  <a:pt x="1803" y="403"/>
                  <a:pt x="1803" y="403"/>
                  <a:pt x="1803" y="403"/>
                </a:cubicBezTo>
                <a:cubicBezTo>
                  <a:pt x="1798" y="406"/>
                  <a:pt x="1798" y="406"/>
                  <a:pt x="1798" y="406"/>
                </a:cubicBezTo>
                <a:cubicBezTo>
                  <a:pt x="1798" y="406"/>
                  <a:pt x="1798" y="406"/>
                  <a:pt x="1798" y="406"/>
                </a:cubicBezTo>
                <a:cubicBezTo>
                  <a:pt x="1792" y="407"/>
                  <a:pt x="1792" y="407"/>
                  <a:pt x="1792" y="407"/>
                </a:cubicBezTo>
                <a:cubicBezTo>
                  <a:pt x="1792" y="407"/>
                  <a:pt x="1792" y="407"/>
                  <a:pt x="1792" y="407"/>
                </a:cubicBezTo>
                <a:cubicBezTo>
                  <a:pt x="1786" y="407"/>
                  <a:pt x="1786" y="407"/>
                  <a:pt x="1786" y="407"/>
                </a:cubicBezTo>
                <a:cubicBezTo>
                  <a:pt x="1786" y="407"/>
                  <a:pt x="1786" y="407"/>
                  <a:pt x="1786" y="407"/>
                </a:cubicBezTo>
                <a:cubicBezTo>
                  <a:pt x="1781" y="405"/>
                  <a:pt x="1781" y="405"/>
                  <a:pt x="1781" y="405"/>
                </a:cubicBezTo>
                <a:cubicBezTo>
                  <a:pt x="1781" y="405"/>
                  <a:pt x="1781" y="405"/>
                  <a:pt x="1781" y="405"/>
                </a:cubicBezTo>
                <a:cubicBezTo>
                  <a:pt x="1777" y="406"/>
                  <a:pt x="1777" y="406"/>
                  <a:pt x="1777" y="406"/>
                </a:cubicBezTo>
                <a:cubicBezTo>
                  <a:pt x="1777" y="406"/>
                  <a:pt x="1777" y="406"/>
                  <a:pt x="1777" y="406"/>
                </a:cubicBezTo>
                <a:cubicBezTo>
                  <a:pt x="1774" y="406"/>
                  <a:pt x="1774" y="406"/>
                  <a:pt x="1774" y="406"/>
                </a:cubicBezTo>
                <a:cubicBezTo>
                  <a:pt x="1774" y="406"/>
                  <a:pt x="1774" y="406"/>
                  <a:pt x="1774" y="406"/>
                </a:cubicBezTo>
                <a:cubicBezTo>
                  <a:pt x="1772" y="406"/>
                  <a:pt x="1772" y="406"/>
                  <a:pt x="1772" y="406"/>
                </a:cubicBezTo>
                <a:cubicBezTo>
                  <a:pt x="1772" y="406"/>
                  <a:pt x="1772" y="406"/>
                  <a:pt x="1772" y="406"/>
                </a:cubicBezTo>
                <a:cubicBezTo>
                  <a:pt x="1770" y="405"/>
                  <a:pt x="1770" y="405"/>
                  <a:pt x="1770" y="405"/>
                </a:cubicBezTo>
                <a:cubicBezTo>
                  <a:pt x="1770" y="405"/>
                  <a:pt x="1770" y="405"/>
                  <a:pt x="1770" y="405"/>
                </a:cubicBezTo>
                <a:cubicBezTo>
                  <a:pt x="1767" y="405"/>
                  <a:pt x="1767" y="405"/>
                  <a:pt x="1767" y="405"/>
                </a:cubicBezTo>
                <a:cubicBezTo>
                  <a:pt x="1767" y="405"/>
                  <a:pt x="1767" y="405"/>
                  <a:pt x="1767" y="405"/>
                </a:cubicBezTo>
                <a:cubicBezTo>
                  <a:pt x="1765" y="403"/>
                  <a:pt x="1765" y="403"/>
                  <a:pt x="1765" y="403"/>
                </a:cubicBezTo>
                <a:cubicBezTo>
                  <a:pt x="1765" y="403"/>
                  <a:pt x="1765" y="403"/>
                  <a:pt x="1765" y="403"/>
                </a:cubicBezTo>
                <a:cubicBezTo>
                  <a:pt x="1763" y="402"/>
                  <a:pt x="1763" y="402"/>
                  <a:pt x="1763" y="402"/>
                </a:cubicBezTo>
                <a:cubicBezTo>
                  <a:pt x="1763" y="402"/>
                  <a:pt x="1763" y="402"/>
                  <a:pt x="1763" y="402"/>
                </a:cubicBezTo>
                <a:cubicBezTo>
                  <a:pt x="1761" y="399"/>
                  <a:pt x="1761" y="399"/>
                  <a:pt x="1761" y="399"/>
                </a:cubicBezTo>
                <a:cubicBezTo>
                  <a:pt x="1761" y="399"/>
                  <a:pt x="1761" y="399"/>
                  <a:pt x="1761" y="399"/>
                </a:cubicBezTo>
                <a:cubicBezTo>
                  <a:pt x="1760" y="396"/>
                  <a:pt x="1760" y="396"/>
                  <a:pt x="1760" y="396"/>
                </a:cubicBezTo>
                <a:cubicBezTo>
                  <a:pt x="1760" y="396"/>
                  <a:pt x="1760" y="396"/>
                  <a:pt x="1760" y="396"/>
                </a:cubicBezTo>
                <a:cubicBezTo>
                  <a:pt x="1763" y="394"/>
                  <a:pt x="1763" y="394"/>
                  <a:pt x="1763" y="394"/>
                </a:cubicBezTo>
                <a:cubicBezTo>
                  <a:pt x="1763" y="394"/>
                  <a:pt x="1763" y="394"/>
                  <a:pt x="1763" y="394"/>
                </a:cubicBezTo>
                <a:cubicBezTo>
                  <a:pt x="1815" y="376"/>
                  <a:pt x="1815" y="376"/>
                  <a:pt x="1815" y="376"/>
                </a:cubicBezTo>
                <a:cubicBezTo>
                  <a:pt x="1815" y="376"/>
                  <a:pt x="1815" y="376"/>
                  <a:pt x="1815" y="376"/>
                </a:cubicBezTo>
                <a:cubicBezTo>
                  <a:pt x="1815" y="377"/>
                  <a:pt x="1815" y="377"/>
                  <a:pt x="1815" y="377"/>
                </a:cubicBezTo>
                <a:cubicBezTo>
                  <a:pt x="1815" y="377"/>
                  <a:pt x="1815" y="377"/>
                  <a:pt x="1815" y="377"/>
                </a:cubicBezTo>
                <a:cubicBezTo>
                  <a:pt x="1816" y="377"/>
                  <a:pt x="1816" y="377"/>
                  <a:pt x="1816" y="377"/>
                </a:cubicBezTo>
                <a:cubicBezTo>
                  <a:pt x="1816" y="377"/>
                  <a:pt x="1816" y="377"/>
                  <a:pt x="1816" y="377"/>
                </a:cubicBezTo>
                <a:cubicBezTo>
                  <a:pt x="1817" y="377"/>
                  <a:pt x="1817" y="377"/>
                  <a:pt x="1817" y="377"/>
                </a:cubicBezTo>
                <a:cubicBezTo>
                  <a:pt x="1817" y="377"/>
                  <a:pt x="1817" y="377"/>
                  <a:pt x="1817" y="377"/>
                </a:cubicBezTo>
                <a:cubicBezTo>
                  <a:pt x="1818" y="377"/>
                  <a:pt x="1818" y="377"/>
                  <a:pt x="1818" y="377"/>
                </a:cubicBezTo>
                <a:cubicBezTo>
                  <a:pt x="1818" y="377"/>
                  <a:pt x="1818" y="377"/>
                  <a:pt x="1818" y="377"/>
                </a:cubicBezTo>
                <a:cubicBezTo>
                  <a:pt x="1819" y="377"/>
                  <a:pt x="1819" y="377"/>
                  <a:pt x="1819" y="377"/>
                </a:cubicBezTo>
                <a:cubicBezTo>
                  <a:pt x="1819" y="377"/>
                  <a:pt x="1819" y="377"/>
                  <a:pt x="1819" y="377"/>
                </a:cubicBezTo>
                <a:cubicBezTo>
                  <a:pt x="1821" y="376"/>
                  <a:pt x="1821" y="376"/>
                  <a:pt x="1821" y="376"/>
                </a:cubicBezTo>
                <a:cubicBezTo>
                  <a:pt x="1821" y="376"/>
                  <a:pt x="1821" y="376"/>
                  <a:pt x="1821" y="376"/>
                </a:cubicBezTo>
                <a:cubicBezTo>
                  <a:pt x="1822" y="375"/>
                  <a:pt x="1822" y="375"/>
                  <a:pt x="1822" y="375"/>
                </a:cubicBezTo>
                <a:cubicBezTo>
                  <a:pt x="1822" y="375"/>
                  <a:pt x="1822" y="375"/>
                  <a:pt x="1822" y="375"/>
                </a:cubicBezTo>
                <a:cubicBezTo>
                  <a:pt x="1824" y="374"/>
                  <a:pt x="1824" y="374"/>
                  <a:pt x="1824" y="374"/>
                </a:cubicBezTo>
                <a:cubicBezTo>
                  <a:pt x="1824" y="374"/>
                  <a:pt x="1824" y="374"/>
                  <a:pt x="1824" y="374"/>
                </a:cubicBezTo>
                <a:cubicBezTo>
                  <a:pt x="1824" y="374"/>
                  <a:pt x="1824" y="374"/>
                  <a:pt x="1824" y="374"/>
                </a:cubicBezTo>
                <a:cubicBezTo>
                  <a:pt x="1824" y="374"/>
                  <a:pt x="1824" y="374"/>
                  <a:pt x="1824" y="374"/>
                </a:cubicBezTo>
                <a:cubicBezTo>
                  <a:pt x="1825" y="373"/>
                  <a:pt x="1825" y="373"/>
                  <a:pt x="1825" y="373"/>
                </a:cubicBezTo>
                <a:cubicBezTo>
                  <a:pt x="1825" y="373"/>
                  <a:pt x="1825" y="373"/>
                  <a:pt x="1825" y="373"/>
                </a:cubicBezTo>
                <a:cubicBezTo>
                  <a:pt x="1826" y="373"/>
                  <a:pt x="1826" y="373"/>
                  <a:pt x="1826" y="373"/>
                </a:cubicBezTo>
                <a:cubicBezTo>
                  <a:pt x="1826" y="373"/>
                  <a:pt x="1826" y="373"/>
                  <a:pt x="1826" y="373"/>
                </a:cubicBezTo>
                <a:cubicBezTo>
                  <a:pt x="1828" y="372"/>
                  <a:pt x="1828" y="372"/>
                  <a:pt x="1828" y="372"/>
                </a:cubicBezTo>
                <a:cubicBezTo>
                  <a:pt x="1828" y="372"/>
                  <a:pt x="1828" y="372"/>
                  <a:pt x="1828" y="372"/>
                </a:cubicBezTo>
                <a:cubicBezTo>
                  <a:pt x="1829" y="372"/>
                  <a:pt x="1829" y="372"/>
                  <a:pt x="1829" y="372"/>
                </a:cubicBezTo>
                <a:cubicBezTo>
                  <a:pt x="1829" y="372"/>
                  <a:pt x="1829" y="372"/>
                  <a:pt x="1829" y="372"/>
                </a:cubicBezTo>
                <a:cubicBezTo>
                  <a:pt x="1831" y="371"/>
                  <a:pt x="1831" y="371"/>
                  <a:pt x="1831" y="371"/>
                </a:cubicBezTo>
                <a:cubicBezTo>
                  <a:pt x="1831" y="371"/>
                  <a:pt x="1831" y="371"/>
                  <a:pt x="1831" y="371"/>
                </a:cubicBezTo>
                <a:cubicBezTo>
                  <a:pt x="1833" y="371"/>
                  <a:pt x="1833" y="371"/>
                  <a:pt x="1833" y="371"/>
                </a:cubicBezTo>
                <a:cubicBezTo>
                  <a:pt x="1833" y="371"/>
                  <a:pt x="1833" y="371"/>
                  <a:pt x="1833" y="371"/>
                </a:cubicBezTo>
                <a:cubicBezTo>
                  <a:pt x="1835" y="369"/>
                  <a:pt x="1835" y="369"/>
                  <a:pt x="1835" y="369"/>
                </a:cubicBezTo>
                <a:cubicBezTo>
                  <a:pt x="1835" y="369"/>
                  <a:pt x="1835" y="369"/>
                  <a:pt x="1835" y="369"/>
                </a:cubicBezTo>
                <a:cubicBezTo>
                  <a:pt x="1836" y="368"/>
                  <a:pt x="1836" y="368"/>
                  <a:pt x="1836" y="368"/>
                </a:cubicBezTo>
                <a:cubicBezTo>
                  <a:pt x="1836" y="368"/>
                  <a:pt x="1836" y="368"/>
                  <a:pt x="1836" y="368"/>
                </a:cubicBezTo>
                <a:cubicBezTo>
                  <a:pt x="1840" y="367"/>
                  <a:pt x="1840" y="367"/>
                  <a:pt x="1840" y="367"/>
                </a:cubicBezTo>
                <a:cubicBezTo>
                  <a:pt x="1840" y="367"/>
                  <a:pt x="1840" y="367"/>
                  <a:pt x="1840" y="367"/>
                </a:cubicBezTo>
                <a:cubicBezTo>
                  <a:pt x="1843" y="365"/>
                  <a:pt x="1843" y="365"/>
                  <a:pt x="1843" y="365"/>
                </a:cubicBezTo>
                <a:cubicBezTo>
                  <a:pt x="1843" y="365"/>
                  <a:pt x="1843" y="365"/>
                  <a:pt x="1843" y="365"/>
                </a:cubicBezTo>
                <a:cubicBezTo>
                  <a:pt x="1846" y="363"/>
                  <a:pt x="1846" y="363"/>
                  <a:pt x="1846" y="363"/>
                </a:cubicBezTo>
                <a:cubicBezTo>
                  <a:pt x="1846" y="363"/>
                  <a:pt x="1846" y="363"/>
                  <a:pt x="1846" y="363"/>
                </a:cubicBezTo>
                <a:cubicBezTo>
                  <a:pt x="1848" y="361"/>
                  <a:pt x="1848" y="361"/>
                  <a:pt x="1848" y="361"/>
                </a:cubicBezTo>
                <a:cubicBezTo>
                  <a:pt x="1848" y="361"/>
                  <a:pt x="1848" y="361"/>
                  <a:pt x="1848" y="361"/>
                </a:cubicBezTo>
                <a:cubicBezTo>
                  <a:pt x="1851" y="359"/>
                  <a:pt x="1851" y="359"/>
                  <a:pt x="1851" y="359"/>
                </a:cubicBezTo>
                <a:cubicBezTo>
                  <a:pt x="1851" y="359"/>
                  <a:pt x="1851" y="359"/>
                  <a:pt x="1851" y="359"/>
                </a:cubicBezTo>
                <a:cubicBezTo>
                  <a:pt x="1854" y="356"/>
                  <a:pt x="1854" y="356"/>
                  <a:pt x="1854" y="356"/>
                </a:cubicBezTo>
                <a:cubicBezTo>
                  <a:pt x="1854" y="356"/>
                  <a:pt x="1854" y="356"/>
                  <a:pt x="1854" y="356"/>
                </a:cubicBezTo>
                <a:cubicBezTo>
                  <a:pt x="1857" y="353"/>
                  <a:pt x="1857" y="353"/>
                  <a:pt x="1857" y="353"/>
                </a:cubicBezTo>
                <a:cubicBezTo>
                  <a:pt x="1857" y="353"/>
                  <a:pt x="1857" y="353"/>
                  <a:pt x="1857" y="353"/>
                </a:cubicBezTo>
                <a:cubicBezTo>
                  <a:pt x="1858" y="351"/>
                  <a:pt x="1858" y="351"/>
                  <a:pt x="1858" y="351"/>
                </a:cubicBezTo>
                <a:cubicBezTo>
                  <a:pt x="1858" y="351"/>
                  <a:pt x="1858" y="351"/>
                  <a:pt x="1858" y="351"/>
                </a:cubicBezTo>
                <a:cubicBezTo>
                  <a:pt x="1862" y="348"/>
                  <a:pt x="1862" y="348"/>
                  <a:pt x="1862" y="348"/>
                </a:cubicBezTo>
                <a:cubicBezTo>
                  <a:pt x="1862" y="348"/>
                  <a:pt x="1862" y="348"/>
                  <a:pt x="1862" y="348"/>
                </a:cubicBezTo>
                <a:cubicBezTo>
                  <a:pt x="1863" y="346"/>
                  <a:pt x="1863" y="346"/>
                  <a:pt x="1863" y="346"/>
                </a:cubicBezTo>
                <a:cubicBezTo>
                  <a:pt x="1863" y="346"/>
                  <a:pt x="1863" y="346"/>
                  <a:pt x="1863" y="346"/>
                </a:cubicBezTo>
                <a:cubicBezTo>
                  <a:pt x="1866" y="343"/>
                  <a:pt x="1866" y="343"/>
                  <a:pt x="1866" y="343"/>
                </a:cubicBezTo>
                <a:cubicBezTo>
                  <a:pt x="1866" y="343"/>
                  <a:pt x="1866" y="343"/>
                  <a:pt x="1866" y="343"/>
                </a:cubicBezTo>
                <a:cubicBezTo>
                  <a:pt x="1867" y="341"/>
                  <a:pt x="1867" y="341"/>
                  <a:pt x="1867" y="341"/>
                </a:cubicBezTo>
                <a:cubicBezTo>
                  <a:pt x="1867" y="341"/>
                  <a:pt x="1867" y="341"/>
                  <a:pt x="1867" y="341"/>
                </a:cubicBezTo>
                <a:cubicBezTo>
                  <a:pt x="1870" y="338"/>
                  <a:pt x="1870" y="338"/>
                  <a:pt x="1870" y="338"/>
                </a:cubicBezTo>
                <a:cubicBezTo>
                  <a:pt x="1870" y="338"/>
                  <a:pt x="1870" y="338"/>
                  <a:pt x="1870" y="338"/>
                </a:cubicBezTo>
                <a:cubicBezTo>
                  <a:pt x="1873" y="337"/>
                  <a:pt x="1873" y="337"/>
                  <a:pt x="1873" y="337"/>
                </a:cubicBezTo>
                <a:cubicBezTo>
                  <a:pt x="1873" y="337"/>
                  <a:pt x="1873" y="337"/>
                  <a:pt x="1873" y="337"/>
                </a:cubicBezTo>
                <a:cubicBezTo>
                  <a:pt x="1877" y="335"/>
                  <a:pt x="1877" y="335"/>
                  <a:pt x="1877" y="335"/>
                </a:cubicBezTo>
                <a:cubicBezTo>
                  <a:pt x="1877" y="335"/>
                  <a:pt x="1877" y="335"/>
                  <a:pt x="1877" y="335"/>
                </a:cubicBezTo>
                <a:cubicBezTo>
                  <a:pt x="1877" y="334"/>
                  <a:pt x="1877" y="334"/>
                  <a:pt x="1877" y="334"/>
                </a:cubicBezTo>
                <a:cubicBezTo>
                  <a:pt x="1877" y="334"/>
                  <a:pt x="1877" y="334"/>
                  <a:pt x="1877" y="334"/>
                </a:cubicBezTo>
                <a:cubicBezTo>
                  <a:pt x="1877" y="332"/>
                  <a:pt x="1877" y="332"/>
                  <a:pt x="1877" y="332"/>
                </a:cubicBezTo>
                <a:cubicBezTo>
                  <a:pt x="1877" y="332"/>
                  <a:pt x="1877" y="332"/>
                  <a:pt x="1877" y="332"/>
                </a:cubicBezTo>
                <a:cubicBezTo>
                  <a:pt x="1877" y="330"/>
                  <a:pt x="1877" y="330"/>
                  <a:pt x="1877" y="330"/>
                </a:cubicBezTo>
                <a:cubicBezTo>
                  <a:pt x="1877" y="330"/>
                  <a:pt x="1877" y="330"/>
                  <a:pt x="1877" y="330"/>
                </a:cubicBezTo>
                <a:cubicBezTo>
                  <a:pt x="1877" y="327"/>
                  <a:pt x="1877" y="327"/>
                  <a:pt x="1877" y="327"/>
                </a:cubicBezTo>
                <a:cubicBezTo>
                  <a:pt x="1877" y="327"/>
                  <a:pt x="1877" y="327"/>
                  <a:pt x="1877" y="327"/>
                </a:cubicBezTo>
                <a:cubicBezTo>
                  <a:pt x="1876" y="325"/>
                  <a:pt x="1876" y="325"/>
                  <a:pt x="1876" y="325"/>
                </a:cubicBezTo>
                <a:cubicBezTo>
                  <a:pt x="1876" y="325"/>
                  <a:pt x="1876" y="325"/>
                  <a:pt x="1876" y="325"/>
                </a:cubicBezTo>
                <a:cubicBezTo>
                  <a:pt x="1876" y="323"/>
                  <a:pt x="1876" y="323"/>
                  <a:pt x="1876" y="323"/>
                </a:cubicBezTo>
                <a:cubicBezTo>
                  <a:pt x="1876" y="323"/>
                  <a:pt x="1876" y="323"/>
                  <a:pt x="1876" y="323"/>
                </a:cubicBezTo>
                <a:cubicBezTo>
                  <a:pt x="1876" y="321"/>
                  <a:pt x="1876" y="321"/>
                  <a:pt x="1876" y="321"/>
                </a:cubicBezTo>
                <a:cubicBezTo>
                  <a:pt x="1876" y="321"/>
                  <a:pt x="1876" y="321"/>
                  <a:pt x="1876" y="321"/>
                </a:cubicBezTo>
                <a:cubicBezTo>
                  <a:pt x="1877" y="318"/>
                  <a:pt x="1877" y="318"/>
                  <a:pt x="1877" y="318"/>
                </a:cubicBezTo>
                <a:cubicBezTo>
                  <a:pt x="1877" y="318"/>
                  <a:pt x="1877" y="318"/>
                  <a:pt x="1877" y="318"/>
                </a:cubicBezTo>
                <a:cubicBezTo>
                  <a:pt x="1897" y="294"/>
                  <a:pt x="1897" y="294"/>
                  <a:pt x="1897" y="294"/>
                </a:cubicBezTo>
                <a:cubicBezTo>
                  <a:pt x="1897" y="294"/>
                  <a:pt x="1897" y="294"/>
                  <a:pt x="1897" y="294"/>
                </a:cubicBezTo>
                <a:cubicBezTo>
                  <a:pt x="1897" y="294"/>
                  <a:pt x="1897" y="294"/>
                  <a:pt x="1897" y="294"/>
                </a:cubicBezTo>
                <a:cubicBezTo>
                  <a:pt x="1897" y="294"/>
                  <a:pt x="1897" y="294"/>
                  <a:pt x="1897" y="294"/>
                </a:cubicBezTo>
                <a:cubicBezTo>
                  <a:pt x="1898" y="294"/>
                  <a:pt x="1898" y="294"/>
                  <a:pt x="1898" y="294"/>
                </a:cubicBezTo>
                <a:cubicBezTo>
                  <a:pt x="1898" y="294"/>
                  <a:pt x="1898" y="294"/>
                  <a:pt x="1898" y="294"/>
                </a:cubicBezTo>
                <a:cubicBezTo>
                  <a:pt x="1900" y="294"/>
                  <a:pt x="1900" y="294"/>
                  <a:pt x="1900" y="294"/>
                </a:cubicBezTo>
                <a:cubicBezTo>
                  <a:pt x="1900" y="294"/>
                  <a:pt x="1900" y="294"/>
                  <a:pt x="1900" y="294"/>
                </a:cubicBezTo>
                <a:cubicBezTo>
                  <a:pt x="1900" y="293"/>
                  <a:pt x="1900" y="293"/>
                  <a:pt x="1900" y="293"/>
                </a:cubicBezTo>
                <a:cubicBezTo>
                  <a:pt x="1900" y="293"/>
                  <a:pt x="1900" y="293"/>
                  <a:pt x="1900" y="293"/>
                </a:cubicBezTo>
                <a:cubicBezTo>
                  <a:pt x="1901" y="293"/>
                  <a:pt x="1901" y="293"/>
                  <a:pt x="1901" y="293"/>
                </a:cubicBezTo>
                <a:cubicBezTo>
                  <a:pt x="1901" y="293"/>
                  <a:pt x="1901" y="293"/>
                  <a:pt x="1901" y="293"/>
                </a:cubicBezTo>
                <a:cubicBezTo>
                  <a:pt x="1902" y="293"/>
                  <a:pt x="1902" y="293"/>
                  <a:pt x="1902" y="293"/>
                </a:cubicBezTo>
                <a:cubicBezTo>
                  <a:pt x="1902" y="293"/>
                  <a:pt x="1902" y="293"/>
                  <a:pt x="1902" y="293"/>
                </a:cubicBezTo>
                <a:cubicBezTo>
                  <a:pt x="1904" y="292"/>
                  <a:pt x="1904" y="292"/>
                  <a:pt x="1904" y="292"/>
                </a:cubicBezTo>
                <a:cubicBezTo>
                  <a:pt x="1904" y="292"/>
                  <a:pt x="1904" y="292"/>
                  <a:pt x="1904" y="292"/>
                </a:cubicBezTo>
                <a:cubicBezTo>
                  <a:pt x="1906" y="291"/>
                  <a:pt x="1906" y="291"/>
                  <a:pt x="1906" y="291"/>
                </a:cubicBezTo>
                <a:cubicBezTo>
                  <a:pt x="1906" y="291"/>
                  <a:pt x="1906" y="291"/>
                  <a:pt x="1906" y="291"/>
                </a:cubicBezTo>
                <a:cubicBezTo>
                  <a:pt x="1918" y="275"/>
                  <a:pt x="1918" y="275"/>
                  <a:pt x="1918" y="275"/>
                </a:cubicBezTo>
                <a:cubicBezTo>
                  <a:pt x="1932" y="261"/>
                  <a:pt x="1932" y="261"/>
                  <a:pt x="1932" y="261"/>
                </a:cubicBezTo>
                <a:cubicBezTo>
                  <a:pt x="1932" y="261"/>
                  <a:pt x="1932" y="261"/>
                  <a:pt x="1932" y="261"/>
                </a:cubicBezTo>
                <a:cubicBezTo>
                  <a:pt x="1931" y="261"/>
                  <a:pt x="1931" y="261"/>
                  <a:pt x="1931" y="261"/>
                </a:cubicBezTo>
                <a:cubicBezTo>
                  <a:pt x="1931" y="261"/>
                  <a:pt x="1931" y="261"/>
                  <a:pt x="1931" y="261"/>
                </a:cubicBezTo>
                <a:cubicBezTo>
                  <a:pt x="1931" y="259"/>
                  <a:pt x="1931" y="259"/>
                  <a:pt x="1931" y="259"/>
                </a:cubicBezTo>
                <a:cubicBezTo>
                  <a:pt x="1931" y="259"/>
                  <a:pt x="1931" y="259"/>
                  <a:pt x="1931" y="259"/>
                </a:cubicBezTo>
                <a:cubicBezTo>
                  <a:pt x="1931" y="258"/>
                  <a:pt x="1931" y="258"/>
                  <a:pt x="1931" y="258"/>
                </a:cubicBezTo>
                <a:cubicBezTo>
                  <a:pt x="1931" y="258"/>
                  <a:pt x="1931" y="258"/>
                  <a:pt x="1931" y="258"/>
                </a:cubicBezTo>
                <a:cubicBezTo>
                  <a:pt x="1932" y="256"/>
                  <a:pt x="1932" y="256"/>
                  <a:pt x="1932" y="256"/>
                </a:cubicBezTo>
                <a:cubicBezTo>
                  <a:pt x="1932" y="256"/>
                  <a:pt x="1932" y="256"/>
                  <a:pt x="1932" y="256"/>
                </a:cubicBezTo>
                <a:cubicBezTo>
                  <a:pt x="1932" y="256"/>
                  <a:pt x="1932" y="256"/>
                  <a:pt x="1932" y="256"/>
                </a:cubicBezTo>
                <a:cubicBezTo>
                  <a:pt x="1932" y="256"/>
                  <a:pt x="1932" y="256"/>
                  <a:pt x="1932" y="256"/>
                </a:cubicBezTo>
                <a:cubicBezTo>
                  <a:pt x="1932" y="254"/>
                  <a:pt x="1932" y="254"/>
                  <a:pt x="1932" y="254"/>
                </a:cubicBezTo>
                <a:cubicBezTo>
                  <a:pt x="1932" y="254"/>
                  <a:pt x="1932" y="254"/>
                  <a:pt x="1932" y="254"/>
                </a:cubicBezTo>
                <a:cubicBezTo>
                  <a:pt x="1932" y="252"/>
                  <a:pt x="1932" y="252"/>
                  <a:pt x="1932" y="252"/>
                </a:cubicBezTo>
                <a:cubicBezTo>
                  <a:pt x="1932" y="252"/>
                  <a:pt x="1932" y="252"/>
                  <a:pt x="1932" y="252"/>
                </a:cubicBezTo>
                <a:cubicBezTo>
                  <a:pt x="1932" y="250"/>
                  <a:pt x="1932" y="250"/>
                  <a:pt x="1932" y="250"/>
                </a:cubicBezTo>
                <a:cubicBezTo>
                  <a:pt x="1932" y="250"/>
                  <a:pt x="1932" y="250"/>
                  <a:pt x="1932" y="250"/>
                </a:cubicBezTo>
                <a:cubicBezTo>
                  <a:pt x="1863" y="283"/>
                  <a:pt x="1863" y="283"/>
                  <a:pt x="1863" y="283"/>
                </a:cubicBezTo>
                <a:cubicBezTo>
                  <a:pt x="1838" y="288"/>
                  <a:pt x="1838" y="288"/>
                  <a:pt x="1838" y="288"/>
                </a:cubicBezTo>
                <a:cubicBezTo>
                  <a:pt x="1838" y="288"/>
                  <a:pt x="1838" y="288"/>
                  <a:pt x="1838" y="288"/>
                </a:cubicBezTo>
                <a:cubicBezTo>
                  <a:pt x="1836" y="288"/>
                  <a:pt x="1836" y="288"/>
                  <a:pt x="1836" y="288"/>
                </a:cubicBezTo>
                <a:cubicBezTo>
                  <a:pt x="1836" y="288"/>
                  <a:pt x="1836" y="288"/>
                  <a:pt x="1836" y="288"/>
                </a:cubicBezTo>
                <a:cubicBezTo>
                  <a:pt x="1836" y="288"/>
                  <a:pt x="1836" y="288"/>
                  <a:pt x="1836" y="288"/>
                </a:cubicBezTo>
                <a:cubicBezTo>
                  <a:pt x="1836" y="288"/>
                  <a:pt x="1836" y="288"/>
                  <a:pt x="1836" y="288"/>
                </a:cubicBezTo>
                <a:cubicBezTo>
                  <a:pt x="1834" y="288"/>
                  <a:pt x="1834" y="288"/>
                  <a:pt x="1834" y="288"/>
                </a:cubicBezTo>
                <a:cubicBezTo>
                  <a:pt x="1834" y="288"/>
                  <a:pt x="1834" y="288"/>
                  <a:pt x="1834" y="288"/>
                </a:cubicBezTo>
                <a:cubicBezTo>
                  <a:pt x="1834" y="287"/>
                  <a:pt x="1834" y="287"/>
                  <a:pt x="1834" y="287"/>
                </a:cubicBezTo>
                <a:cubicBezTo>
                  <a:pt x="1834" y="287"/>
                  <a:pt x="1834" y="287"/>
                  <a:pt x="1834" y="287"/>
                </a:cubicBezTo>
                <a:cubicBezTo>
                  <a:pt x="1833" y="287"/>
                  <a:pt x="1833" y="287"/>
                  <a:pt x="1833" y="287"/>
                </a:cubicBezTo>
                <a:cubicBezTo>
                  <a:pt x="1833" y="287"/>
                  <a:pt x="1833" y="287"/>
                  <a:pt x="1833" y="287"/>
                </a:cubicBezTo>
                <a:cubicBezTo>
                  <a:pt x="1832" y="286"/>
                  <a:pt x="1832" y="286"/>
                  <a:pt x="1832" y="286"/>
                </a:cubicBezTo>
                <a:cubicBezTo>
                  <a:pt x="1832" y="286"/>
                  <a:pt x="1832" y="286"/>
                  <a:pt x="1832" y="286"/>
                </a:cubicBezTo>
                <a:cubicBezTo>
                  <a:pt x="1832" y="285"/>
                  <a:pt x="1832" y="285"/>
                  <a:pt x="1832" y="285"/>
                </a:cubicBezTo>
                <a:cubicBezTo>
                  <a:pt x="1832" y="285"/>
                  <a:pt x="1832" y="285"/>
                  <a:pt x="1832" y="285"/>
                </a:cubicBezTo>
                <a:cubicBezTo>
                  <a:pt x="1832" y="283"/>
                  <a:pt x="1832" y="283"/>
                  <a:pt x="1832" y="283"/>
                </a:cubicBezTo>
                <a:cubicBezTo>
                  <a:pt x="1832" y="283"/>
                  <a:pt x="1832" y="283"/>
                  <a:pt x="1832" y="283"/>
                </a:cubicBezTo>
                <a:cubicBezTo>
                  <a:pt x="1834" y="277"/>
                  <a:pt x="1834" y="277"/>
                  <a:pt x="1834" y="277"/>
                </a:cubicBezTo>
                <a:cubicBezTo>
                  <a:pt x="1834" y="277"/>
                  <a:pt x="1834" y="277"/>
                  <a:pt x="1834" y="277"/>
                </a:cubicBezTo>
                <a:cubicBezTo>
                  <a:pt x="1864" y="262"/>
                  <a:pt x="1864" y="262"/>
                  <a:pt x="1864" y="262"/>
                </a:cubicBezTo>
                <a:cubicBezTo>
                  <a:pt x="1933" y="229"/>
                  <a:pt x="1933" y="229"/>
                  <a:pt x="1933" y="229"/>
                </a:cubicBezTo>
                <a:cubicBezTo>
                  <a:pt x="1933" y="229"/>
                  <a:pt x="1933" y="229"/>
                  <a:pt x="1933" y="229"/>
                </a:cubicBezTo>
                <a:cubicBezTo>
                  <a:pt x="1939" y="220"/>
                  <a:pt x="1939" y="220"/>
                  <a:pt x="1939" y="220"/>
                </a:cubicBezTo>
                <a:cubicBezTo>
                  <a:pt x="1939" y="220"/>
                  <a:pt x="1939" y="220"/>
                  <a:pt x="1939" y="220"/>
                </a:cubicBezTo>
                <a:cubicBezTo>
                  <a:pt x="1946" y="210"/>
                  <a:pt x="1946" y="210"/>
                  <a:pt x="1946" y="210"/>
                </a:cubicBezTo>
                <a:cubicBezTo>
                  <a:pt x="1946" y="210"/>
                  <a:pt x="1946" y="210"/>
                  <a:pt x="1946" y="210"/>
                </a:cubicBezTo>
                <a:cubicBezTo>
                  <a:pt x="1952" y="200"/>
                  <a:pt x="1952" y="200"/>
                  <a:pt x="1952" y="200"/>
                </a:cubicBezTo>
                <a:cubicBezTo>
                  <a:pt x="1952" y="200"/>
                  <a:pt x="1952" y="200"/>
                  <a:pt x="1952" y="200"/>
                </a:cubicBezTo>
                <a:cubicBezTo>
                  <a:pt x="1959" y="188"/>
                  <a:pt x="1959" y="188"/>
                  <a:pt x="1959" y="188"/>
                </a:cubicBezTo>
                <a:cubicBezTo>
                  <a:pt x="1959" y="188"/>
                  <a:pt x="1959" y="188"/>
                  <a:pt x="1959" y="188"/>
                </a:cubicBezTo>
                <a:cubicBezTo>
                  <a:pt x="1965" y="177"/>
                  <a:pt x="1965" y="177"/>
                  <a:pt x="1965" y="177"/>
                </a:cubicBezTo>
                <a:cubicBezTo>
                  <a:pt x="1965" y="177"/>
                  <a:pt x="1965" y="177"/>
                  <a:pt x="1965" y="177"/>
                </a:cubicBezTo>
                <a:cubicBezTo>
                  <a:pt x="1971" y="166"/>
                  <a:pt x="1971" y="166"/>
                  <a:pt x="1971" y="166"/>
                </a:cubicBezTo>
                <a:cubicBezTo>
                  <a:pt x="1971" y="166"/>
                  <a:pt x="1971" y="166"/>
                  <a:pt x="1971" y="166"/>
                </a:cubicBezTo>
                <a:cubicBezTo>
                  <a:pt x="1977" y="156"/>
                  <a:pt x="1977" y="156"/>
                  <a:pt x="1977" y="156"/>
                </a:cubicBezTo>
                <a:cubicBezTo>
                  <a:pt x="1977" y="156"/>
                  <a:pt x="1977" y="156"/>
                  <a:pt x="1977" y="156"/>
                </a:cubicBezTo>
                <a:cubicBezTo>
                  <a:pt x="1984" y="144"/>
                  <a:pt x="1984" y="144"/>
                  <a:pt x="1984" y="144"/>
                </a:cubicBezTo>
                <a:cubicBezTo>
                  <a:pt x="1984" y="144"/>
                  <a:pt x="1984" y="144"/>
                  <a:pt x="1984" y="144"/>
                </a:cubicBezTo>
                <a:cubicBezTo>
                  <a:pt x="1996" y="117"/>
                  <a:pt x="1996" y="117"/>
                  <a:pt x="1996" y="117"/>
                </a:cubicBezTo>
                <a:cubicBezTo>
                  <a:pt x="1996" y="117"/>
                  <a:pt x="1996" y="117"/>
                  <a:pt x="1996" y="117"/>
                </a:cubicBezTo>
                <a:cubicBezTo>
                  <a:pt x="1995" y="117"/>
                  <a:pt x="1995" y="117"/>
                  <a:pt x="1995" y="117"/>
                </a:cubicBezTo>
                <a:cubicBezTo>
                  <a:pt x="1995" y="117"/>
                  <a:pt x="1995" y="117"/>
                  <a:pt x="1995" y="117"/>
                </a:cubicBezTo>
                <a:cubicBezTo>
                  <a:pt x="1994" y="117"/>
                  <a:pt x="1994" y="117"/>
                  <a:pt x="1994" y="117"/>
                </a:cubicBezTo>
                <a:cubicBezTo>
                  <a:pt x="1994" y="117"/>
                  <a:pt x="1994" y="117"/>
                  <a:pt x="1994" y="117"/>
                </a:cubicBezTo>
                <a:cubicBezTo>
                  <a:pt x="1993" y="116"/>
                  <a:pt x="1993" y="116"/>
                  <a:pt x="1993" y="116"/>
                </a:cubicBezTo>
                <a:cubicBezTo>
                  <a:pt x="1993" y="116"/>
                  <a:pt x="1993" y="116"/>
                  <a:pt x="1993" y="116"/>
                </a:cubicBezTo>
                <a:cubicBezTo>
                  <a:pt x="1993" y="115"/>
                  <a:pt x="1993" y="115"/>
                  <a:pt x="1993" y="115"/>
                </a:cubicBezTo>
                <a:cubicBezTo>
                  <a:pt x="1993" y="115"/>
                  <a:pt x="1993" y="115"/>
                  <a:pt x="1993" y="115"/>
                </a:cubicBezTo>
                <a:cubicBezTo>
                  <a:pt x="1992" y="114"/>
                  <a:pt x="1992" y="114"/>
                  <a:pt x="1992" y="114"/>
                </a:cubicBezTo>
                <a:cubicBezTo>
                  <a:pt x="1992" y="114"/>
                  <a:pt x="1992" y="114"/>
                  <a:pt x="1992" y="114"/>
                </a:cubicBezTo>
                <a:cubicBezTo>
                  <a:pt x="1992" y="114"/>
                  <a:pt x="1992" y="114"/>
                  <a:pt x="1992" y="114"/>
                </a:cubicBezTo>
                <a:cubicBezTo>
                  <a:pt x="1992" y="114"/>
                  <a:pt x="1992" y="114"/>
                  <a:pt x="1992" y="114"/>
                </a:cubicBezTo>
                <a:cubicBezTo>
                  <a:pt x="1991" y="113"/>
                  <a:pt x="1991" y="113"/>
                  <a:pt x="1991" y="113"/>
                </a:cubicBezTo>
                <a:cubicBezTo>
                  <a:pt x="1991" y="113"/>
                  <a:pt x="1991" y="113"/>
                  <a:pt x="1991" y="113"/>
                </a:cubicBezTo>
                <a:cubicBezTo>
                  <a:pt x="1991" y="111"/>
                  <a:pt x="1991" y="111"/>
                  <a:pt x="1991" y="111"/>
                </a:cubicBezTo>
                <a:cubicBezTo>
                  <a:pt x="1991" y="111"/>
                  <a:pt x="1991" y="111"/>
                  <a:pt x="1991" y="111"/>
                </a:cubicBezTo>
                <a:cubicBezTo>
                  <a:pt x="1985" y="111"/>
                  <a:pt x="1985" y="111"/>
                  <a:pt x="1985" y="111"/>
                </a:cubicBezTo>
                <a:cubicBezTo>
                  <a:pt x="1985" y="111"/>
                  <a:pt x="1985" y="111"/>
                  <a:pt x="1985" y="111"/>
                </a:cubicBezTo>
                <a:cubicBezTo>
                  <a:pt x="1980" y="112"/>
                  <a:pt x="1980" y="112"/>
                  <a:pt x="1980" y="112"/>
                </a:cubicBezTo>
                <a:cubicBezTo>
                  <a:pt x="1980" y="112"/>
                  <a:pt x="1980" y="112"/>
                  <a:pt x="1980" y="112"/>
                </a:cubicBezTo>
                <a:cubicBezTo>
                  <a:pt x="1975" y="114"/>
                  <a:pt x="1975" y="114"/>
                  <a:pt x="1975" y="114"/>
                </a:cubicBezTo>
                <a:cubicBezTo>
                  <a:pt x="1975" y="114"/>
                  <a:pt x="1975" y="114"/>
                  <a:pt x="1975" y="114"/>
                </a:cubicBezTo>
                <a:cubicBezTo>
                  <a:pt x="1971" y="114"/>
                  <a:pt x="1971" y="114"/>
                  <a:pt x="1971" y="114"/>
                </a:cubicBezTo>
                <a:cubicBezTo>
                  <a:pt x="1971" y="114"/>
                  <a:pt x="1971" y="114"/>
                  <a:pt x="1971" y="114"/>
                </a:cubicBezTo>
                <a:cubicBezTo>
                  <a:pt x="1967" y="118"/>
                  <a:pt x="1967" y="118"/>
                  <a:pt x="1967" y="118"/>
                </a:cubicBezTo>
                <a:cubicBezTo>
                  <a:pt x="1967" y="118"/>
                  <a:pt x="1967" y="118"/>
                  <a:pt x="1967" y="118"/>
                </a:cubicBezTo>
                <a:cubicBezTo>
                  <a:pt x="1962" y="121"/>
                  <a:pt x="1962" y="121"/>
                  <a:pt x="1962" y="121"/>
                </a:cubicBezTo>
                <a:cubicBezTo>
                  <a:pt x="1962" y="121"/>
                  <a:pt x="1962" y="121"/>
                  <a:pt x="1962" y="121"/>
                </a:cubicBezTo>
                <a:cubicBezTo>
                  <a:pt x="1958" y="124"/>
                  <a:pt x="1958" y="124"/>
                  <a:pt x="1958" y="124"/>
                </a:cubicBezTo>
                <a:cubicBezTo>
                  <a:pt x="1958" y="124"/>
                  <a:pt x="1958" y="124"/>
                  <a:pt x="1958" y="124"/>
                </a:cubicBezTo>
                <a:cubicBezTo>
                  <a:pt x="1954" y="126"/>
                  <a:pt x="1954" y="126"/>
                  <a:pt x="1954" y="126"/>
                </a:cubicBezTo>
                <a:cubicBezTo>
                  <a:pt x="1952" y="128"/>
                  <a:pt x="1952" y="128"/>
                  <a:pt x="1952" y="128"/>
                </a:cubicBezTo>
                <a:cubicBezTo>
                  <a:pt x="1933" y="141"/>
                  <a:pt x="1933" y="141"/>
                  <a:pt x="1933" y="141"/>
                </a:cubicBezTo>
                <a:cubicBezTo>
                  <a:pt x="1933" y="141"/>
                  <a:pt x="1933" y="141"/>
                  <a:pt x="1933" y="141"/>
                </a:cubicBezTo>
                <a:cubicBezTo>
                  <a:pt x="1933" y="146"/>
                  <a:pt x="1933" y="146"/>
                  <a:pt x="1933" y="146"/>
                </a:cubicBezTo>
                <a:cubicBezTo>
                  <a:pt x="1933" y="146"/>
                  <a:pt x="1933" y="146"/>
                  <a:pt x="1933" y="146"/>
                </a:cubicBezTo>
                <a:cubicBezTo>
                  <a:pt x="1933" y="147"/>
                  <a:pt x="1933" y="147"/>
                  <a:pt x="1933" y="147"/>
                </a:cubicBezTo>
                <a:cubicBezTo>
                  <a:pt x="1933" y="147"/>
                  <a:pt x="1933" y="147"/>
                  <a:pt x="1933" y="147"/>
                </a:cubicBezTo>
                <a:cubicBezTo>
                  <a:pt x="1934" y="147"/>
                  <a:pt x="1934" y="147"/>
                  <a:pt x="1934" y="147"/>
                </a:cubicBezTo>
                <a:cubicBezTo>
                  <a:pt x="1934" y="147"/>
                  <a:pt x="1934" y="147"/>
                  <a:pt x="1934" y="147"/>
                </a:cubicBezTo>
                <a:cubicBezTo>
                  <a:pt x="1934" y="148"/>
                  <a:pt x="1934" y="148"/>
                  <a:pt x="1934" y="148"/>
                </a:cubicBezTo>
                <a:cubicBezTo>
                  <a:pt x="1934" y="148"/>
                  <a:pt x="1934" y="148"/>
                  <a:pt x="1934" y="148"/>
                </a:cubicBezTo>
                <a:cubicBezTo>
                  <a:pt x="1935" y="148"/>
                  <a:pt x="1935" y="148"/>
                  <a:pt x="1935" y="148"/>
                </a:cubicBezTo>
                <a:cubicBezTo>
                  <a:pt x="1935" y="148"/>
                  <a:pt x="1935" y="148"/>
                  <a:pt x="1935" y="148"/>
                </a:cubicBezTo>
                <a:cubicBezTo>
                  <a:pt x="1935" y="149"/>
                  <a:pt x="1935" y="149"/>
                  <a:pt x="1935" y="149"/>
                </a:cubicBezTo>
                <a:cubicBezTo>
                  <a:pt x="1935" y="149"/>
                  <a:pt x="1935" y="149"/>
                  <a:pt x="1935" y="149"/>
                </a:cubicBezTo>
                <a:cubicBezTo>
                  <a:pt x="1935" y="150"/>
                  <a:pt x="1935" y="150"/>
                  <a:pt x="1935" y="150"/>
                </a:cubicBezTo>
                <a:cubicBezTo>
                  <a:pt x="1935" y="150"/>
                  <a:pt x="1935" y="150"/>
                  <a:pt x="1935" y="150"/>
                </a:cubicBezTo>
                <a:cubicBezTo>
                  <a:pt x="1936" y="150"/>
                  <a:pt x="1936" y="150"/>
                  <a:pt x="1936" y="150"/>
                </a:cubicBezTo>
                <a:cubicBezTo>
                  <a:pt x="1936" y="150"/>
                  <a:pt x="1936" y="150"/>
                  <a:pt x="1936" y="150"/>
                </a:cubicBezTo>
                <a:cubicBezTo>
                  <a:pt x="1938" y="150"/>
                  <a:pt x="1938" y="150"/>
                  <a:pt x="1938" y="150"/>
                </a:cubicBezTo>
                <a:cubicBezTo>
                  <a:pt x="1938" y="150"/>
                  <a:pt x="1938" y="150"/>
                  <a:pt x="1938" y="150"/>
                </a:cubicBezTo>
                <a:cubicBezTo>
                  <a:pt x="1940" y="155"/>
                  <a:pt x="1940" y="155"/>
                  <a:pt x="1940" y="155"/>
                </a:cubicBezTo>
                <a:cubicBezTo>
                  <a:pt x="1940" y="155"/>
                  <a:pt x="1940" y="155"/>
                  <a:pt x="1940" y="155"/>
                </a:cubicBezTo>
                <a:cubicBezTo>
                  <a:pt x="1943" y="159"/>
                  <a:pt x="1943" y="159"/>
                  <a:pt x="1943" y="159"/>
                </a:cubicBezTo>
                <a:cubicBezTo>
                  <a:pt x="1943" y="159"/>
                  <a:pt x="1943" y="159"/>
                  <a:pt x="1943" y="159"/>
                </a:cubicBezTo>
                <a:cubicBezTo>
                  <a:pt x="1944" y="164"/>
                  <a:pt x="1944" y="164"/>
                  <a:pt x="1944" y="164"/>
                </a:cubicBezTo>
                <a:cubicBezTo>
                  <a:pt x="1944" y="164"/>
                  <a:pt x="1944" y="164"/>
                  <a:pt x="1944" y="164"/>
                </a:cubicBezTo>
                <a:cubicBezTo>
                  <a:pt x="1944" y="168"/>
                  <a:pt x="1944" y="168"/>
                  <a:pt x="1944" y="168"/>
                </a:cubicBezTo>
                <a:cubicBezTo>
                  <a:pt x="1944" y="168"/>
                  <a:pt x="1944" y="168"/>
                  <a:pt x="1944" y="168"/>
                </a:cubicBezTo>
                <a:cubicBezTo>
                  <a:pt x="1943" y="173"/>
                  <a:pt x="1943" y="173"/>
                  <a:pt x="1943" y="173"/>
                </a:cubicBezTo>
                <a:cubicBezTo>
                  <a:pt x="1943" y="173"/>
                  <a:pt x="1943" y="173"/>
                  <a:pt x="1943" y="173"/>
                </a:cubicBezTo>
                <a:cubicBezTo>
                  <a:pt x="1942" y="178"/>
                  <a:pt x="1942" y="178"/>
                  <a:pt x="1942" y="178"/>
                </a:cubicBezTo>
                <a:cubicBezTo>
                  <a:pt x="1942" y="178"/>
                  <a:pt x="1942" y="178"/>
                  <a:pt x="1942" y="178"/>
                </a:cubicBezTo>
                <a:cubicBezTo>
                  <a:pt x="1939" y="183"/>
                  <a:pt x="1939" y="183"/>
                  <a:pt x="1939" y="183"/>
                </a:cubicBezTo>
                <a:cubicBezTo>
                  <a:pt x="1939" y="183"/>
                  <a:pt x="1939" y="183"/>
                  <a:pt x="1939" y="183"/>
                </a:cubicBezTo>
                <a:cubicBezTo>
                  <a:pt x="1938" y="187"/>
                  <a:pt x="1938" y="187"/>
                  <a:pt x="1938" y="187"/>
                </a:cubicBezTo>
                <a:cubicBezTo>
                  <a:pt x="1938" y="187"/>
                  <a:pt x="1938" y="187"/>
                  <a:pt x="1938" y="187"/>
                </a:cubicBezTo>
                <a:cubicBezTo>
                  <a:pt x="1907" y="222"/>
                  <a:pt x="1907" y="222"/>
                  <a:pt x="1907" y="222"/>
                </a:cubicBezTo>
                <a:cubicBezTo>
                  <a:pt x="1907" y="222"/>
                  <a:pt x="1907" y="222"/>
                  <a:pt x="1907" y="222"/>
                </a:cubicBezTo>
                <a:cubicBezTo>
                  <a:pt x="1904" y="225"/>
                  <a:pt x="1904" y="225"/>
                  <a:pt x="1904" y="225"/>
                </a:cubicBezTo>
                <a:cubicBezTo>
                  <a:pt x="1904" y="225"/>
                  <a:pt x="1904" y="225"/>
                  <a:pt x="1904" y="225"/>
                </a:cubicBezTo>
                <a:cubicBezTo>
                  <a:pt x="1900" y="221"/>
                  <a:pt x="1900" y="221"/>
                  <a:pt x="1900" y="221"/>
                </a:cubicBezTo>
                <a:cubicBezTo>
                  <a:pt x="1900" y="221"/>
                  <a:pt x="1900" y="221"/>
                  <a:pt x="1900" y="221"/>
                </a:cubicBezTo>
                <a:cubicBezTo>
                  <a:pt x="1913" y="197"/>
                  <a:pt x="1913" y="197"/>
                  <a:pt x="1913" y="197"/>
                </a:cubicBezTo>
                <a:cubicBezTo>
                  <a:pt x="1913" y="197"/>
                  <a:pt x="1913" y="197"/>
                  <a:pt x="1913" y="197"/>
                </a:cubicBezTo>
                <a:cubicBezTo>
                  <a:pt x="1910" y="197"/>
                  <a:pt x="1910" y="197"/>
                  <a:pt x="1910" y="197"/>
                </a:cubicBezTo>
                <a:cubicBezTo>
                  <a:pt x="1910" y="197"/>
                  <a:pt x="1910" y="197"/>
                  <a:pt x="1910" y="197"/>
                </a:cubicBezTo>
                <a:cubicBezTo>
                  <a:pt x="1908" y="196"/>
                  <a:pt x="1908" y="196"/>
                  <a:pt x="1908" y="196"/>
                </a:cubicBezTo>
                <a:cubicBezTo>
                  <a:pt x="1908" y="196"/>
                  <a:pt x="1908" y="196"/>
                  <a:pt x="1908" y="196"/>
                </a:cubicBezTo>
                <a:cubicBezTo>
                  <a:pt x="1906" y="196"/>
                  <a:pt x="1906" y="196"/>
                  <a:pt x="1906" y="196"/>
                </a:cubicBezTo>
                <a:cubicBezTo>
                  <a:pt x="1906" y="196"/>
                  <a:pt x="1906" y="196"/>
                  <a:pt x="1906" y="196"/>
                </a:cubicBezTo>
                <a:cubicBezTo>
                  <a:pt x="1904" y="195"/>
                  <a:pt x="1904" y="195"/>
                  <a:pt x="1904" y="195"/>
                </a:cubicBezTo>
                <a:cubicBezTo>
                  <a:pt x="1904" y="195"/>
                  <a:pt x="1904" y="195"/>
                  <a:pt x="1904" y="195"/>
                </a:cubicBezTo>
                <a:cubicBezTo>
                  <a:pt x="1900" y="196"/>
                  <a:pt x="1900" y="196"/>
                  <a:pt x="1900" y="196"/>
                </a:cubicBezTo>
                <a:cubicBezTo>
                  <a:pt x="1900" y="196"/>
                  <a:pt x="1900" y="196"/>
                  <a:pt x="1900" y="196"/>
                </a:cubicBezTo>
                <a:cubicBezTo>
                  <a:pt x="1898" y="196"/>
                  <a:pt x="1898" y="196"/>
                  <a:pt x="1898" y="196"/>
                </a:cubicBezTo>
                <a:cubicBezTo>
                  <a:pt x="1898" y="196"/>
                  <a:pt x="1898" y="196"/>
                  <a:pt x="1898" y="196"/>
                </a:cubicBezTo>
                <a:cubicBezTo>
                  <a:pt x="1896" y="196"/>
                  <a:pt x="1896" y="196"/>
                  <a:pt x="1896" y="196"/>
                </a:cubicBezTo>
                <a:cubicBezTo>
                  <a:pt x="1896" y="196"/>
                  <a:pt x="1896" y="196"/>
                  <a:pt x="1896" y="196"/>
                </a:cubicBezTo>
                <a:cubicBezTo>
                  <a:pt x="1894" y="196"/>
                  <a:pt x="1894" y="196"/>
                  <a:pt x="1894" y="196"/>
                </a:cubicBezTo>
                <a:cubicBezTo>
                  <a:pt x="1894" y="196"/>
                  <a:pt x="1894" y="196"/>
                  <a:pt x="1894" y="196"/>
                </a:cubicBezTo>
                <a:cubicBezTo>
                  <a:pt x="1869" y="229"/>
                  <a:pt x="1869" y="229"/>
                  <a:pt x="1869" y="229"/>
                </a:cubicBezTo>
                <a:cubicBezTo>
                  <a:pt x="1869" y="229"/>
                  <a:pt x="1869" y="229"/>
                  <a:pt x="1869" y="229"/>
                </a:cubicBezTo>
                <a:cubicBezTo>
                  <a:pt x="1864" y="229"/>
                  <a:pt x="1864" y="229"/>
                  <a:pt x="1864" y="229"/>
                </a:cubicBezTo>
                <a:cubicBezTo>
                  <a:pt x="1864" y="229"/>
                  <a:pt x="1864" y="229"/>
                  <a:pt x="1864" y="229"/>
                </a:cubicBezTo>
                <a:cubicBezTo>
                  <a:pt x="1862" y="228"/>
                  <a:pt x="1862" y="228"/>
                  <a:pt x="1862" y="228"/>
                </a:cubicBezTo>
                <a:cubicBezTo>
                  <a:pt x="1862" y="228"/>
                  <a:pt x="1862" y="228"/>
                  <a:pt x="1862" y="228"/>
                </a:cubicBezTo>
                <a:cubicBezTo>
                  <a:pt x="1863" y="225"/>
                  <a:pt x="1863" y="225"/>
                  <a:pt x="1863" y="225"/>
                </a:cubicBezTo>
                <a:cubicBezTo>
                  <a:pt x="1863" y="225"/>
                  <a:pt x="1863" y="225"/>
                  <a:pt x="1863" y="225"/>
                </a:cubicBezTo>
                <a:cubicBezTo>
                  <a:pt x="1863" y="223"/>
                  <a:pt x="1863" y="223"/>
                  <a:pt x="1863" y="223"/>
                </a:cubicBezTo>
                <a:cubicBezTo>
                  <a:pt x="1863" y="223"/>
                  <a:pt x="1863" y="223"/>
                  <a:pt x="1863" y="223"/>
                </a:cubicBezTo>
                <a:cubicBezTo>
                  <a:pt x="1865" y="220"/>
                  <a:pt x="1865" y="220"/>
                  <a:pt x="1865" y="220"/>
                </a:cubicBezTo>
                <a:cubicBezTo>
                  <a:pt x="1865" y="220"/>
                  <a:pt x="1865" y="220"/>
                  <a:pt x="1865" y="220"/>
                </a:cubicBezTo>
                <a:cubicBezTo>
                  <a:pt x="1866" y="218"/>
                  <a:pt x="1866" y="218"/>
                  <a:pt x="1866" y="218"/>
                </a:cubicBezTo>
                <a:cubicBezTo>
                  <a:pt x="1866" y="218"/>
                  <a:pt x="1866" y="218"/>
                  <a:pt x="1866" y="218"/>
                </a:cubicBezTo>
                <a:cubicBezTo>
                  <a:pt x="1868" y="215"/>
                  <a:pt x="1868" y="215"/>
                  <a:pt x="1868" y="215"/>
                </a:cubicBezTo>
                <a:cubicBezTo>
                  <a:pt x="1868" y="215"/>
                  <a:pt x="1868" y="215"/>
                  <a:pt x="1868" y="215"/>
                </a:cubicBezTo>
                <a:cubicBezTo>
                  <a:pt x="1869" y="213"/>
                  <a:pt x="1869" y="213"/>
                  <a:pt x="1869" y="213"/>
                </a:cubicBezTo>
                <a:cubicBezTo>
                  <a:pt x="1869" y="213"/>
                  <a:pt x="1869" y="213"/>
                  <a:pt x="1869" y="213"/>
                </a:cubicBezTo>
                <a:cubicBezTo>
                  <a:pt x="1870" y="210"/>
                  <a:pt x="1870" y="210"/>
                  <a:pt x="1870" y="210"/>
                </a:cubicBezTo>
                <a:cubicBezTo>
                  <a:pt x="1870" y="210"/>
                  <a:pt x="1870" y="210"/>
                  <a:pt x="1870" y="210"/>
                </a:cubicBezTo>
                <a:cubicBezTo>
                  <a:pt x="1870" y="209"/>
                  <a:pt x="1870" y="209"/>
                  <a:pt x="1870" y="209"/>
                </a:cubicBezTo>
                <a:cubicBezTo>
                  <a:pt x="1870" y="209"/>
                  <a:pt x="1870" y="209"/>
                  <a:pt x="1870" y="209"/>
                </a:cubicBezTo>
                <a:cubicBezTo>
                  <a:pt x="1871" y="208"/>
                  <a:pt x="1871" y="208"/>
                  <a:pt x="1871" y="208"/>
                </a:cubicBezTo>
                <a:cubicBezTo>
                  <a:pt x="1871" y="208"/>
                  <a:pt x="1871" y="208"/>
                  <a:pt x="1871" y="208"/>
                </a:cubicBezTo>
                <a:cubicBezTo>
                  <a:pt x="1872" y="207"/>
                  <a:pt x="1872" y="207"/>
                  <a:pt x="1872" y="207"/>
                </a:cubicBezTo>
                <a:cubicBezTo>
                  <a:pt x="1872" y="207"/>
                  <a:pt x="1872" y="207"/>
                  <a:pt x="1872" y="207"/>
                </a:cubicBezTo>
                <a:cubicBezTo>
                  <a:pt x="1874" y="205"/>
                  <a:pt x="1874" y="205"/>
                  <a:pt x="1874" y="205"/>
                </a:cubicBezTo>
                <a:cubicBezTo>
                  <a:pt x="1874" y="205"/>
                  <a:pt x="1874" y="205"/>
                  <a:pt x="1874" y="205"/>
                </a:cubicBezTo>
                <a:cubicBezTo>
                  <a:pt x="1875" y="204"/>
                  <a:pt x="1875" y="204"/>
                  <a:pt x="1875" y="204"/>
                </a:cubicBezTo>
                <a:cubicBezTo>
                  <a:pt x="1875" y="204"/>
                  <a:pt x="1875" y="204"/>
                  <a:pt x="1875" y="204"/>
                </a:cubicBezTo>
                <a:cubicBezTo>
                  <a:pt x="1876" y="202"/>
                  <a:pt x="1876" y="202"/>
                  <a:pt x="1876" y="202"/>
                </a:cubicBezTo>
                <a:cubicBezTo>
                  <a:pt x="1876" y="202"/>
                  <a:pt x="1876" y="202"/>
                  <a:pt x="1876" y="202"/>
                </a:cubicBezTo>
                <a:cubicBezTo>
                  <a:pt x="1877" y="200"/>
                  <a:pt x="1877" y="200"/>
                  <a:pt x="1877" y="200"/>
                </a:cubicBezTo>
                <a:cubicBezTo>
                  <a:pt x="1877" y="200"/>
                  <a:pt x="1877" y="200"/>
                  <a:pt x="1877" y="200"/>
                </a:cubicBezTo>
                <a:cubicBezTo>
                  <a:pt x="1879" y="198"/>
                  <a:pt x="1879" y="198"/>
                  <a:pt x="1879" y="198"/>
                </a:cubicBezTo>
                <a:cubicBezTo>
                  <a:pt x="1879" y="198"/>
                  <a:pt x="1879" y="198"/>
                  <a:pt x="1879" y="198"/>
                </a:cubicBezTo>
                <a:cubicBezTo>
                  <a:pt x="1879" y="194"/>
                  <a:pt x="1879" y="194"/>
                  <a:pt x="1879" y="194"/>
                </a:cubicBezTo>
                <a:cubicBezTo>
                  <a:pt x="1879" y="194"/>
                  <a:pt x="1879" y="194"/>
                  <a:pt x="1879" y="194"/>
                </a:cubicBezTo>
                <a:cubicBezTo>
                  <a:pt x="1878" y="194"/>
                  <a:pt x="1878" y="194"/>
                  <a:pt x="1878" y="194"/>
                </a:cubicBezTo>
                <a:cubicBezTo>
                  <a:pt x="1878" y="194"/>
                  <a:pt x="1878" y="194"/>
                  <a:pt x="1878" y="194"/>
                </a:cubicBezTo>
                <a:cubicBezTo>
                  <a:pt x="1877" y="193"/>
                  <a:pt x="1877" y="193"/>
                  <a:pt x="1877" y="193"/>
                </a:cubicBezTo>
                <a:cubicBezTo>
                  <a:pt x="1877" y="193"/>
                  <a:pt x="1877" y="193"/>
                  <a:pt x="1877" y="193"/>
                </a:cubicBezTo>
                <a:cubicBezTo>
                  <a:pt x="1876" y="192"/>
                  <a:pt x="1876" y="192"/>
                  <a:pt x="1876" y="192"/>
                </a:cubicBezTo>
                <a:cubicBezTo>
                  <a:pt x="1876" y="192"/>
                  <a:pt x="1876" y="192"/>
                  <a:pt x="1876" y="192"/>
                </a:cubicBezTo>
                <a:cubicBezTo>
                  <a:pt x="1876" y="191"/>
                  <a:pt x="1876" y="191"/>
                  <a:pt x="1876" y="191"/>
                </a:cubicBezTo>
                <a:cubicBezTo>
                  <a:pt x="1876" y="191"/>
                  <a:pt x="1876" y="191"/>
                  <a:pt x="1876" y="191"/>
                </a:cubicBezTo>
                <a:cubicBezTo>
                  <a:pt x="1875" y="191"/>
                  <a:pt x="1875" y="191"/>
                  <a:pt x="1875" y="191"/>
                </a:cubicBezTo>
                <a:cubicBezTo>
                  <a:pt x="1875" y="191"/>
                  <a:pt x="1875" y="191"/>
                  <a:pt x="1875" y="191"/>
                </a:cubicBezTo>
                <a:cubicBezTo>
                  <a:pt x="1874" y="190"/>
                  <a:pt x="1874" y="190"/>
                  <a:pt x="1874" y="190"/>
                </a:cubicBezTo>
                <a:cubicBezTo>
                  <a:pt x="1874" y="190"/>
                  <a:pt x="1874" y="190"/>
                  <a:pt x="1874" y="190"/>
                </a:cubicBezTo>
                <a:cubicBezTo>
                  <a:pt x="1873" y="189"/>
                  <a:pt x="1873" y="189"/>
                  <a:pt x="1873" y="189"/>
                </a:cubicBezTo>
                <a:cubicBezTo>
                  <a:pt x="1873" y="189"/>
                  <a:pt x="1873" y="189"/>
                  <a:pt x="1873" y="189"/>
                </a:cubicBezTo>
                <a:cubicBezTo>
                  <a:pt x="1873" y="188"/>
                  <a:pt x="1873" y="188"/>
                  <a:pt x="1873" y="188"/>
                </a:cubicBezTo>
                <a:cubicBezTo>
                  <a:pt x="1873" y="188"/>
                  <a:pt x="1873" y="188"/>
                  <a:pt x="1873" y="188"/>
                </a:cubicBezTo>
                <a:cubicBezTo>
                  <a:pt x="1865" y="191"/>
                  <a:pt x="1865" y="191"/>
                  <a:pt x="1865" y="191"/>
                </a:cubicBezTo>
                <a:cubicBezTo>
                  <a:pt x="1865" y="191"/>
                  <a:pt x="1865" y="191"/>
                  <a:pt x="1865" y="191"/>
                </a:cubicBezTo>
                <a:cubicBezTo>
                  <a:pt x="1858" y="194"/>
                  <a:pt x="1858" y="194"/>
                  <a:pt x="1858" y="194"/>
                </a:cubicBezTo>
                <a:cubicBezTo>
                  <a:pt x="1858" y="194"/>
                  <a:pt x="1858" y="194"/>
                  <a:pt x="1858" y="194"/>
                </a:cubicBezTo>
                <a:cubicBezTo>
                  <a:pt x="1852" y="198"/>
                  <a:pt x="1852" y="198"/>
                  <a:pt x="1852" y="198"/>
                </a:cubicBezTo>
                <a:cubicBezTo>
                  <a:pt x="1852" y="198"/>
                  <a:pt x="1852" y="198"/>
                  <a:pt x="1852" y="198"/>
                </a:cubicBezTo>
                <a:cubicBezTo>
                  <a:pt x="1847" y="201"/>
                  <a:pt x="1847" y="201"/>
                  <a:pt x="1847" y="201"/>
                </a:cubicBezTo>
                <a:cubicBezTo>
                  <a:pt x="1847" y="201"/>
                  <a:pt x="1847" y="201"/>
                  <a:pt x="1847" y="201"/>
                </a:cubicBezTo>
                <a:cubicBezTo>
                  <a:pt x="1841" y="207"/>
                  <a:pt x="1841" y="207"/>
                  <a:pt x="1841" y="207"/>
                </a:cubicBezTo>
                <a:cubicBezTo>
                  <a:pt x="1841" y="207"/>
                  <a:pt x="1841" y="207"/>
                  <a:pt x="1841" y="207"/>
                </a:cubicBezTo>
                <a:cubicBezTo>
                  <a:pt x="1835" y="212"/>
                  <a:pt x="1835" y="212"/>
                  <a:pt x="1835" y="212"/>
                </a:cubicBezTo>
                <a:cubicBezTo>
                  <a:pt x="1835" y="212"/>
                  <a:pt x="1835" y="212"/>
                  <a:pt x="1835" y="212"/>
                </a:cubicBezTo>
                <a:cubicBezTo>
                  <a:pt x="1829" y="216"/>
                  <a:pt x="1829" y="216"/>
                  <a:pt x="1829" y="216"/>
                </a:cubicBezTo>
                <a:cubicBezTo>
                  <a:pt x="1829" y="216"/>
                  <a:pt x="1829" y="216"/>
                  <a:pt x="1829" y="216"/>
                </a:cubicBezTo>
                <a:cubicBezTo>
                  <a:pt x="1825" y="221"/>
                  <a:pt x="1825" y="221"/>
                  <a:pt x="1825" y="221"/>
                </a:cubicBezTo>
                <a:cubicBezTo>
                  <a:pt x="1825" y="221"/>
                  <a:pt x="1825" y="221"/>
                  <a:pt x="1825" y="221"/>
                </a:cubicBezTo>
                <a:cubicBezTo>
                  <a:pt x="1824" y="224"/>
                  <a:pt x="1824" y="224"/>
                  <a:pt x="1824" y="224"/>
                </a:cubicBezTo>
                <a:cubicBezTo>
                  <a:pt x="1824" y="224"/>
                  <a:pt x="1824" y="224"/>
                  <a:pt x="1824" y="224"/>
                </a:cubicBezTo>
                <a:cubicBezTo>
                  <a:pt x="1824" y="226"/>
                  <a:pt x="1824" y="226"/>
                  <a:pt x="1824" y="226"/>
                </a:cubicBezTo>
                <a:cubicBezTo>
                  <a:pt x="1824" y="226"/>
                  <a:pt x="1824" y="226"/>
                  <a:pt x="1824" y="226"/>
                </a:cubicBezTo>
                <a:cubicBezTo>
                  <a:pt x="1824" y="228"/>
                  <a:pt x="1824" y="228"/>
                  <a:pt x="1824" y="228"/>
                </a:cubicBezTo>
                <a:cubicBezTo>
                  <a:pt x="1824" y="228"/>
                  <a:pt x="1824" y="228"/>
                  <a:pt x="1824" y="228"/>
                </a:cubicBezTo>
                <a:cubicBezTo>
                  <a:pt x="1824" y="229"/>
                  <a:pt x="1824" y="229"/>
                  <a:pt x="1824" y="229"/>
                </a:cubicBezTo>
                <a:cubicBezTo>
                  <a:pt x="1824" y="229"/>
                  <a:pt x="1824" y="229"/>
                  <a:pt x="1824" y="229"/>
                </a:cubicBezTo>
                <a:cubicBezTo>
                  <a:pt x="1823" y="232"/>
                  <a:pt x="1823" y="232"/>
                  <a:pt x="1823" y="232"/>
                </a:cubicBezTo>
                <a:cubicBezTo>
                  <a:pt x="1823" y="232"/>
                  <a:pt x="1823" y="232"/>
                  <a:pt x="1823" y="232"/>
                </a:cubicBezTo>
                <a:cubicBezTo>
                  <a:pt x="1823" y="234"/>
                  <a:pt x="1823" y="234"/>
                  <a:pt x="1823" y="234"/>
                </a:cubicBezTo>
                <a:cubicBezTo>
                  <a:pt x="1823" y="234"/>
                  <a:pt x="1823" y="234"/>
                  <a:pt x="1823" y="234"/>
                </a:cubicBezTo>
                <a:cubicBezTo>
                  <a:pt x="1822" y="236"/>
                  <a:pt x="1822" y="236"/>
                  <a:pt x="1822" y="236"/>
                </a:cubicBezTo>
                <a:cubicBezTo>
                  <a:pt x="1822" y="236"/>
                  <a:pt x="1822" y="236"/>
                  <a:pt x="1822" y="236"/>
                </a:cubicBezTo>
                <a:cubicBezTo>
                  <a:pt x="1822" y="238"/>
                  <a:pt x="1822" y="238"/>
                  <a:pt x="1822" y="238"/>
                </a:cubicBezTo>
                <a:cubicBezTo>
                  <a:pt x="1822" y="238"/>
                  <a:pt x="1822" y="238"/>
                  <a:pt x="1822" y="238"/>
                </a:cubicBezTo>
                <a:cubicBezTo>
                  <a:pt x="1819" y="239"/>
                  <a:pt x="1819" y="239"/>
                  <a:pt x="1819" y="239"/>
                </a:cubicBezTo>
                <a:cubicBezTo>
                  <a:pt x="1819" y="239"/>
                  <a:pt x="1819" y="239"/>
                  <a:pt x="1819" y="239"/>
                </a:cubicBezTo>
                <a:cubicBezTo>
                  <a:pt x="1817" y="240"/>
                  <a:pt x="1817" y="240"/>
                  <a:pt x="1817" y="240"/>
                </a:cubicBezTo>
                <a:cubicBezTo>
                  <a:pt x="1817" y="240"/>
                  <a:pt x="1817" y="240"/>
                  <a:pt x="1817" y="240"/>
                </a:cubicBezTo>
                <a:cubicBezTo>
                  <a:pt x="1815" y="241"/>
                  <a:pt x="1815" y="241"/>
                  <a:pt x="1815" y="241"/>
                </a:cubicBezTo>
                <a:cubicBezTo>
                  <a:pt x="1815" y="241"/>
                  <a:pt x="1815" y="241"/>
                  <a:pt x="1815" y="241"/>
                </a:cubicBezTo>
                <a:cubicBezTo>
                  <a:pt x="1814" y="242"/>
                  <a:pt x="1814" y="242"/>
                  <a:pt x="1814" y="242"/>
                </a:cubicBezTo>
                <a:cubicBezTo>
                  <a:pt x="1814" y="242"/>
                  <a:pt x="1814" y="242"/>
                  <a:pt x="1814" y="242"/>
                </a:cubicBezTo>
                <a:cubicBezTo>
                  <a:pt x="1812" y="243"/>
                  <a:pt x="1812" y="243"/>
                  <a:pt x="1812" y="243"/>
                </a:cubicBezTo>
                <a:cubicBezTo>
                  <a:pt x="1812" y="243"/>
                  <a:pt x="1812" y="243"/>
                  <a:pt x="1812" y="243"/>
                </a:cubicBezTo>
                <a:cubicBezTo>
                  <a:pt x="1810" y="243"/>
                  <a:pt x="1810" y="243"/>
                  <a:pt x="1810" y="243"/>
                </a:cubicBezTo>
                <a:cubicBezTo>
                  <a:pt x="1810" y="243"/>
                  <a:pt x="1810" y="243"/>
                  <a:pt x="1810" y="243"/>
                </a:cubicBezTo>
                <a:cubicBezTo>
                  <a:pt x="1808" y="243"/>
                  <a:pt x="1808" y="243"/>
                  <a:pt x="1808" y="243"/>
                </a:cubicBezTo>
                <a:cubicBezTo>
                  <a:pt x="1808" y="243"/>
                  <a:pt x="1808" y="243"/>
                  <a:pt x="1808" y="243"/>
                </a:cubicBezTo>
                <a:cubicBezTo>
                  <a:pt x="1807" y="242"/>
                  <a:pt x="1807" y="242"/>
                  <a:pt x="1807" y="242"/>
                </a:cubicBezTo>
                <a:cubicBezTo>
                  <a:pt x="1807" y="242"/>
                  <a:pt x="1807" y="242"/>
                  <a:pt x="1807" y="242"/>
                </a:cubicBezTo>
                <a:cubicBezTo>
                  <a:pt x="1804" y="235"/>
                  <a:pt x="1804" y="235"/>
                  <a:pt x="1804" y="235"/>
                </a:cubicBezTo>
                <a:cubicBezTo>
                  <a:pt x="1804" y="235"/>
                  <a:pt x="1804" y="235"/>
                  <a:pt x="1804" y="235"/>
                </a:cubicBezTo>
                <a:cubicBezTo>
                  <a:pt x="1800" y="227"/>
                  <a:pt x="1800" y="227"/>
                  <a:pt x="1800" y="227"/>
                </a:cubicBezTo>
                <a:cubicBezTo>
                  <a:pt x="1800" y="227"/>
                  <a:pt x="1800" y="227"/>
                  <a:pt x="1800" y="227"/>
                </a:cubicBezTo>
                <a:cubicBezTo>
                  <a:pt x="1798" y="219"/>
                  <a:pt x="1798" y="219"/>
                  <a:pt x="1798" y="219"/>
                </a:cubicBezTo>
                <a:cubicBezTo>
                  <a:pt x="1798" y="219"/>
                  <a:pt x="1798" y="219"/>
                  <a:pt x="1798" y="219"/>
                </a:cubicBezTo>
                <a:cubicBezTo>
                  <a:pt x="1794" y="211"/>
                  <a:pt x="1794" y="211"/>
                  <a:pt x="1794" y="211"/>
                </a:cubicBezTo>
                <a:cubicBezTo>
                  <a:pt x="1794" y="211"/>
                  <a:pt x="1794" y="211"/>
                  <a:pt x="1794" y="211"/>
                </a:cubicBezTo>
                <a:cubicBezTo>
                  <a:pt x="1790" y="204"/>
                  <a:pt x="1790" y="204"/>
                  <a:pt x="1790" y="204"/>
                </a:cubicBezTo>
                <a:cubicBezTo>
                  <a:pt x="1790" y="204"/>
                  <a:pt x="1790" y="204"/>
                  <a:pt x="1790" y="204"/>
                </a:cubicBezTo>
                <a:cubicBezTo>
                  <a:pt x="1786" y="197"/>
                  <a:pt x="1786" y="197"/>
                  <a:pt x="1786" y="197"/>
                </a:cubicBezTo>
                <a:cubicBezTo>
                  <a:pt x="1786" y="197"/>
                  <a:pt x="1786" y="197"/>
                  <a:pt x="1786" y="197"/>
                </a:cubicBezTo>
                <a:cubicBezTo>
                  <a:pt x="1781" y="191"/>
                  <a:pt x="1781" y="191"/>
                  <a:pt x="1781" y="191"/>
                </a:cubicBezTo>
                <a:cubicBezTo>
                  <a:pt x="1781" y="191"/>
                  <a:pt x="1781" y="191"/>
                  <a:pt x="1781" y="191"/>
                </a:cubicBezTo>
                <a:cubicBezTo>
                  <a:pt x="1775" y="185"/>
                  <a:pt x="1775" y="185"/>
                  <a:pt x="1775" y="185"/>
                </a:cubicBezTo>
                <a:cubicBezTo>
                  <a:pt x="1775" y="185"/>
                  <a:pt x="1775" y="185"/>
                  <a:pt x="1775" y="185"/>
                </a:cubicBezTo>
                <a:cubicBezTo>
                  <a:pt x="1775" y="185"/>
                  <a:pt x="1775" y="185"/>
                  <a:pt x="1775" y="185"/>
                </a:cubicBezTo>
                <a:cubicBezTo>
                  <a:pt x="1775" y="185"/>
                  <a:pt x="1775" y="185"/>
                  <a:pt x="1775" y="185"/>
                </a:cubicBezTo>
                <a:cubicBezTo>
                  <a:pt x="1775" y="184"/>
                  <a:pt x="1775" y="184"/>
                  <a:pt x="1775" y="184"/>
                </a:cubicBezTo>
                <a:cubicBezTo>
                  <a:pt x="1775" y="184"/>
                  <a:pt x="1775" y="184"/>
                  <a:pt x="1775" y="184"/>
                </a:cubicBezTo>
                <a:cubicBezTo>
                  <a:pt x="1775" y="183"/>
                  <a:pt x="1775" y="183"/>
                  <a:pt x="1775" y="183"/>
                </a:cubicBezTo>
                <a:cubicBezTo>
                  <a:pt x="1775" y="183"/>
                  <a:pt x="1775" y="183"/>
                  <a:pt x="1775" y="183"/>
                </a:cubicBezTo>
                <a:cubicBezTo>
                  <a:pt x="1775" y="183"/>
                  <a:pt x="1775" y="183"/>
                  <a:pt x="1775" y="183"/>
                </a:cubicBezTo>
                <a:cubicBezTo>
                  <a:pt x="1775" y="183"/>
                  <a:pt x="1775" y="183"/>
                  <a:pt x="1775" y="183"/>
                </a:cubicBezTo>
                <a:cubicBezTo>
                  <a:pt x="1776" y="182"/>
                  <a:pt x="1776" y="182"/>
                  <a:pt x="1776" y="182"/>
                </a:cubicBezTo>
                <a:cubicBezTo>
                  <a:pt x="1776" y="182"/>
                  <a:pt x="1776" y="182"/>
                  <a:pt x="1776" y="182"/>
                </a:cubicBezTo>
                <a:cubicBezTo>
                  <a:pt x="1777" y="181"/>
                  <a:pt x="1777" y="181"/>
                  <a:pt x="1777" y="181"/>
                </a:cubicBezTo>
                <a:cubicBezTo>
                  <a:pt x="1777" y="181"/>
                  <a:pt x="1777" y="181"/>
                  <a:pt x="1777" y="181"/>
                </a:cubicBezTo>
                <a:cubicBezTo>
                  <a:pt x="1779" y="179"/>
                  <a:pt x="1779" y="179"/>
                  <a:pt x="1779" y="179"/>
                </a:cubicBezTo>
                <a:cubicBezTo>
                  <a:pt x="1779" y="179"/>
                  <a:pt x="1779" y="179"/>
                  <a:pt x="1779" y="179"/>
                </a:cubicBezTo>
                <a:cubicBezTo>
                  <a:pt x="1780" y="179"/>
                  <a:pt x="1780" y="179"/>
                  <a:pt x="1780" y="179"/>
                </a:cubicBezTo>
                <a:cubicBezTo>
                  <a:pt x="1780" y="179"/>
                  <a:pt x="1780" y="179"/>
                  <a:pt x="1780" y="179"/>
                </a:cubicBezTo>
                <a:cubicBezTo>
                  <a:pt x="1782" y="179"/>
                  <a:pt x="1782" y="179"/>
                  <a:pt x="1782" y="179"/>
                </a:cubicBezTo>
                <a:cubicBezTo>
                  <a:pt x="1782" y="179"/>
                  <a:pt x="1782" y="179"/>
                  <a:pt x="1782" y="179"/>
                </a:cubicBezTo>
                <a:cubicBezTo>
                  <a:pt x="1784" y="179"/>
                  <a:pt x="1784" y="179"/>
                  <a:pt x="1784" y="179"/>
                </a:cubicBezTo>
                <a:cubicBezTo>
                  <a:pt x="1784" y="179"/>
                  <a:pt x="1784" y="179"/>
                  <a:pt x="1784" y="179"/>
                </a:cubicBezTo>
                <a:cubicBezTo>
                  <a:pt x="1786" y="178"/>
                  <a:pt x="1786" y="178"/>
                  <a:pt x="1786" y="178"/>
                </a:cubicBezTo>
                <a:cubicBezTo>
                  <a:pt x="1786" y="178"/>
                  <a:pt x="1786" y="178"/>
                  <a:pt x="1786" y="178"/>
                </a:cubicBezTo>
                <a:cubicBezTo>
                  <a:pt x="1788" y="179"/>
                  <a:pt x="1788" y="179"/>
                  <a:pt x="1788" y="179"/>
                </a:cubicBezTo>
                <a:cubicBezTo>
                  <a:pt x="1788" y="179"/>
                  <a:pt x="1788" y="179"/>
                  <a:pt x="1788" y="179"/>
                </a:cubicBezTo>
                <a:cubicBezTo>
                  <a:pt x="1790" y="179"/>
                  <a:pt x="1790" y="179"/>
                  <a:pt x="1790" y="179"/>
                </a:cubicBezTo>
                <a:cubicBezTo>
                  <a:pt x="1790" y="179"/>
                  <a:pt x="1790" y="179"/>
                  <a:pt x="1790" y="179"/>
                </a:cubicBezTo>
                <a:cubicBezTo>
                  <a:pt x="1792" y="179"/>
                  <a:pt x="1792" y="179"/>
                  <a:pt x="1792" y="179"/>
                </a:cubicBezTo>
                <a:cubicBezTo>
                  <a:pt x="1792" y="179"/>
                  <a:pt x="1792" y="179"/>
                  <a:pt x="1792" y="179"/>
                </a:cubicBezTo>
                <a:cubicBezTo>
                  <a:pt x="1795" y="179"/>
                  <a:pt x="1795" y="179"/>
                  <a:pt x="1795" y="179"/>
                </a:cubicBezTo>
                <a:cubicBezTo>
                  <a:pt x="1795" y="179"/>
                  <a:pt x="1795" y="179"/>
                  <a:pt x="1795" y="179"/>
                </a:cubicBezTo>
                <a:cubicBezTo>
                  <a:pt x="1821" y="209"/>
                  <a:pt x="1821" y="209"/>
                  <a:pt x="1821" y="209"/>
                </a:cubicBezTo>
                <a:cubicBezTo>
                  <a:pt x="1821" y="209"/>
                  <a:pt x="1821" y="209"/>
                  <a:pt x="1821" y="209"/>
                </a:cubicBezTo>
                <a:cubicBezTo>
                  <a:pt x="1822" y="209"/>
                  <a:pt x="1822" y="209"/>
                  <a:pt x="1822" y="209"/>
                </a:cubicBezTo>
                <a:cubicBezTo>
                  <a:pt x="1822" y="209"/>
                  <a:pt x="1822" y="209"/>
                  <a:pt x="1822" y="209"/>
                </a:cubicBezTo>
                <a:cubicBezTo>
                  <a:pt x="1824" y="209"/>
                  <a:pt x="1824" y="209"/>
                  <a:pt x="1824" y="209"/>
                </a:cubicBezTo>
                <a:cubicBezTo>
                  <a:pt x="1824" y="209"/>
                  <a:pt x="1824" y="209"/>
                  <a:pt x="1824" y="209"/>
                </a:cubicBezTo>
                <a:cubicBezTo>
                  <a:pt x="1825" y="209"/>
                  <a:pt x="1825" y="209"/>
                  <a:pt x="1825" y="209"/>
                </a:cubicBezTo>
                <a:cubicBezTo>
                  <a:pt x="1825" y="209"/>
                  <a:pt x="1825" y="209"/>
                  <a:pt x="1825" y="209"/>
                </a:cubicBezTo>
                <a:cubicBezTo>
                  <a:pt x="1827" y="208"/>
                  <a:pt x="1827" y="208"/>
                  <a:pt x="1827" y="208"/>
                </a:cubicBezTo>
                <a:cubicBezTo>
                  <a:pt x="1827" y="208"/>
                  <a:pt x="1827" y="208"/>
                  <a:pt x="1827" y="208"/>
                </a:cubicBezTo>
                <a:cubicBezTo>
                  <a:pt x="1828" y="208"/>
                  <a:pt x="1828" y="208"/>
                  <a:pt x="1828" y="208"/>
                </a:cubicBezTo>
                <a:cubicBezTo>
                  <a:pt x="1828" y="208"/>
                  <a:pt x="1828" y="208"/>
                  <a:pt x="1828" y="208"/>
                </a:cubicBezTo>
                <a:cubicBezTo>
                  <a:pt x="1829" y="206"/>
                  <a:pt x="1829" y="206"/>
                  <a:pt x="1829" y="206"/>
                </a:cubicBezTo>
                <a:cubicBezTo>
                  <a:pt x="1829" y="206"/>
                  <a:pt x="1829" y="206"/>
                  <a:pt x="1829" y="206"/>
                </a:cubicBezTo>
                <a:cubicBezTo>
                  <a:pt x="1830" y="205"/>
                  <a:pt x="1830" y="205"/>
                  <a:pt x="1830" y="205"/>
                </a:cubicBezTo>
                <a:cubicBezTo>
                  <a:pt x="1830" y="205"/>
                  <a:pt x="1830" y="205"/>
                  <a:pt x="1830" y="205"/>
                </a:cubicBezTo>
                <a:cubicBezTo>
                  <a:pt x="1832" y="202"/>
                  <a:pt x="1832" y="202"/>
                  <a:pt x="1832" y="202"/>
                </a:cubicBezTo>
                <a:cubicBezTo>
                  <a:pt x="1832" y="202"/>
                  <a:pt x="1832" y="202"/>
                  <a:pt x="1832" y="202"/>
                </a:cubicBezTo>
                <a:cubicBezTo>
                  <a:pt x="1821" y="171"/>
                  <a:pt x="1821" y="171"/>
                  <a:pt x="1821" y="171"/>
                </a:cubicBezTo>
                <a:cubicBezTo>
                  <a:pt x="1821" y="171"/>
                  <a:pt x="1821" y="171"/>
                  <a:pt x="1821" y="171"/>
                </a:cubicBezTo>
                <a:cubicBezTo>
                  <a:pt x="1798" y="130"/>
                  <a:pt x="1798" y="130"/>
                  <a:pt x="1798" y="130"/>
                </a:cubicBezTo>
                <a:cubicBezTo>
                  <a:pt x="1798" y="130"/>
                  <a:pt x="1798" y="130"/>
                  <a:pt x="1798" y="130"/>
                </a:cubicBezTo>
                <a:cubicBezTo>
                  <a:pt x="1796" y="130"/>
                  <a:pt x="1796" y="130"/>
                  <a:pt x="1796" y="130"/>
                </a:cubicBezTo>
                <a:cubicBezTo>
                  <a:pt x="1796" y="130"/>
                  <a:pt x="1796" y="130"/>
                  <a:pt x="1796" y="130"/>
                </a:cubicBezTo>
                <a:cubicBezTo>
                  <a:pt x="1796" y="128"/>
                  <a:pt x="1796" y="128"/>
                  <a:pt x="1796" y="128"/>
                </a:cubicBezTo>
                <a:cubicBezTo>
                  <a:pt x="1796" y="128"/>
                  <a:pt x="1796" y="128"/>
                  <a:pt x="1796" y="128"/>
                </a:cubicBezTo>
                <a:cubicBezTo>
                  <a:pt x="1796" y="128"/>
                  <a:pt x="1796" y="128"/>
                  <a:pt x="1796" y="128"/>
                </a:cubicBezTo>
                <a:cubicBezTo>
                  <a:pt x="1796" y="128"/>
                  <a:pt x="1796" y="128"/>
                  <a:pt x="1796" y="128"/>
                </a:cubicBezTo>
                <a:cubicBezTo>
                  <a:pt x="1796" y="127"/>
                  <a:pt x="1796" y="127"/>
                  <a:pt x="1796" y="127"/>
                </a:cubicBezTo>
                <a:cubicBezTo>
                  <a:pt x="1796" y="127"/>
                  <a:pt x="1796" y="127"/>
                  <a:pt x="1796" y="127"/>
                </a:cubicBezTo>
                <a:cubicBezTo>
                  <a:pt x="1795" y="126"/>
                  <a:pt x="1795" y="126"/>
                  <a:pt x="1795" y="126"/>
                </a:cubicBezTo>
                <a:cubicBezTo>
                  <a:pt x="1795" y="126"/>
                  <a:pt x="1795" y="126"/>
                  <a:pt x="1795" y="126"/>
                </a:cubicBezTo>
                <a:cubicBezTo>
                  <a:pt x="1795" y="124"/>
                  <a:pt x="1795" y="124"/>
                  <a:pt x="1795" y="124"/>
                </a:cubicBezTo>
                <a:cubicBezTo>
                  <a:pt x="1795" y="124"/>
                  <a:pt x="1795" y="124"/>
                  <a:pt x="1795" y="124"/>
                </a:cubicBezTo>
                <a:cubicBezTo>
                  <a:pt x="1795" y="123"/>
                  <a:pt x="1795" y="123"/>
                  <a:pt x="1795" y="123"/>
                </a:cubicBezTo>
                <a:cubicBezTo>
                  <a:pt x="1795" y="123"/>
                  <a:pt x="1795" y="123"/>
                  <a:pt x="1795" y="123"/>
                </a:cubicBezTo>
                <a:cubicBezTo>
                  <a:pt x="1795" y="121"/>
                  <a:pt x="1795" y="121"/>
                  <a:pt x="1795" y="121"/>
                </a:cubicBezTo>
                <a:cubicBezTo>
                  <a:pt x="1795" y="121"/>
                  <a:pt x="1795" y="121"/>
                  <a:pt x="1795" y="121"/>
                </a:cubicBezTo>
                <a:cubicBezTo>
                  <a:pt x="1792" y="121"/>
                  <a:pt x="1792" y="121"/>
                  <a:pt x="1792" y="121"/>
                </a:cubicBezTo>
                <a:cubicBezTo>
                  <a:pt x="1792" y="121"/>
                  <a:pt x="1792" y="121"/>
                  <a:pt x="1792" y="121"/>
                </a:cubicBezTo>
                <a:cubicBezTo>
                  <a:pt x="1789" y="118"/>
                  <a:pt x="1789" y="118"/>
                  <a:pt x="1789" y="118"/>
                </a:cubicBezTo>
                <a:cubicBezTo>
                  <a:pt x="1789" y="118"/>
                  <a:pt x="1789" y="118"/>
                  <a:pt x="1789" y="118"/>
                </a:cubicBezTo>
                <a:cubicBezTo>
                  <a:pt x="1786" y="115"/>
                  <a:pt x="1786" y="115"/>
                  <a:pt x="1786" y="115"/>
                </a:cubicBezTo>
                <a:cubicBezTo>
                  <a:pt x="1786" y="115"/>
                  <a:pt x="1786" y="115"/>
                  <a:pt x="1786" y="115"/>
                </a:cubicBezTo>
                <a:cubicBezTo>
                  <a:pt x="1786" y="113"/>
                  <a:pt x="1786" y="113"/>
                  <a:pt x="1786" y="113"/>
                </a:cubicBezTo>
                <a:cubicBezTo>
                  <a:pt x="1786" y="113"/>
                  <a:pt x="1786" y="113"/>
                  <a:pt x="1786" y="113"/>
                </a:cubicBezTo>
                <a:cubicBezTo>
                  <a:pt x="1784" y="110"/>
                  <a:pt x="1784" y="110"/>
                  <a:pt x="1784" y="110"/>
                </a:cubicBezTo>
                <a:cubicBezTo>
                  <a:pt x="1784" y="110"/>
                  <a:pt x="1784" y="110"/>
                  <a:pt x="1784" y="110"/>
                </a:cubicBezTo>
                <a:cubicBezTo>
                  <a:pt x="1784" y="107"/>
                  <a:pt x="1784" y="107"/>
                  <a:pt x="1784" y="107"/>
                </a:cubicBezTo>
                <a:cubicBezTo>
                  <a:pt x="1784" y="107"/>
                  <a:pt x="1784" y="107"/>
                  <a:pt x="1784" y="107"/>
                </a:cubicBezTo>
                <a:cubicBezTo>
                  <a:pt x="1784" y="103"/>
                  <a:pt x="1784" y="103"/>
                  <a:pt x="1784" y="103"/>
                </a:cubicBezTo>
                <a:cubicBezTo>
                  <a:pt x="1784" y="103"/>
                  <a:pt x="1784" y="103"/>
                  <a:pt x="1784" y="103"/>
                </a:cubicBezTo>
                <a:cubicBezTo>
                  <a:pt x="1786" y="99"/>
                  <a:pt x="1786" y="99"/>
                  <a:pt x="1786" y="99"/>
                </a:cubicBezTo>
                <a:cubicBezTo>
                  <a:pt x="1786" y="99"/>
                  <a:pt x="1786" y="99"/>
                  <a:pt x="1786" y="99"/>
                </a:cubicBezTo>
                <a:cubicBezTo>
                  <a:pt x="1793" y="99"/>
                  <a:pt x="1793" y="99"/>
                  <a:pt x="1793" y="99"/>
                </a:cubicBezTo>
                <a:cubicBezTo>
                  <a:pt x="1793" y="99"/>
                  <a:pt x="1793" y="99"/>
                  <a:pt x="1793" y="99"/>
                </a:cubicBezTo>
                <a:cubicBezTo>
                  <a:pt x="1795" y="100"/>
                  <a:pt x="1795" y="100"/>
                  <a:pt x="1795" y="100"/>
                </a:cubicBezTo>
                <a:cubicBezTo>
                  <a:pt x="1795" y="100"/>
                  <a:pt x="1795" y="100"/>
                  <a:pt x="1795" y="100"/>
                </a:cubicBezTo>
                <a:cubicBezTo>
                  <a:pt x="1798" y="101"/>
                  <a:pt x="1798" y="101"/>
                  <a:pt x="1798" y="101"/>
                </a:cubicBezTo>
                <a:cubicBezTo>
                  <a:pt x="1798" y="101"/>
                  <a:pt x="1798" y="101"/>
                  <a:pt x="1798" y="101"/>
                </a:cubicBezTo>
                <a:cubicBezTo>
                  <a:pt x="1802" y="103"/>
                  <a:pt x="1802" y="103"/>
                  <a:pt x="1802" y="103"/>
                </a:cubicBezTo>
                <a:cubicBezTo>
                  <a:pt x="1802" y="103"/>
                  <a:pt x="1802" y="103"/>
                  <a:pt x="1802" y="103"/>
                </a:cubicBezTo>
                <a:cubicBezTo>
                  <a:pt x="1805" y="104"/>
                  <a:pt x="1805" y="104"/>
                  <a:pt x="1805" y="104"/>
                </a:cubicBezTo>
                <a:cubicBezTo>
                  <a:pt x="1805" y="104"/>
                  <a:pt x="1805" y="104"/>
                  <a:pt x="1805" y="104"/>
                </a:cubicBezTo>
                <a:cubicBezTo>
                  <a:pt x="1807" y="107"/>
                  <a:pt x="1807" y="107"/>
                  <a:pt x="1807" y="107"/>
                </a:cubicBezTo>
                <a:cubicBezTo>
                  <a:pt x="1807" y="107"/>
                  <a:pt x="1807" y="107"/>
                  <a:pt x="1807" y="107"/>
                </a:cubicBezTo>
                <a:cubicBezTo>
                  <a:pt x="1810" y="109"/>
                  <a:pt x="1810" y="109"/>
                  <a:pt x="1810" y="109"/>
                </a:cubicBezTo>
                <a:cubicBezTo>
                  <a:pt x="1810" y="109"/>
                  <a:pt x="1810" y="109"/>
                  <a:pt x="1810" y="109"/>
                </a:cubicBezTo>
                <a:cubicBezTo>
                  <a:pt x="1812" y="112"/>
                  <a:pt x="1812" y="112"/>
                  <a:pt x="1812" y="112"/>
                </a:cubicBezTo>
                <a:cubicBezTo>
                  <a:pt x="1812" y="112"/>
                  <a:pt x="1812" y="112"/>
                  <a:pt x="1812" y="112"/>
                </a:cubicBezTo>
                <a:cubicBezTo>
                  <a:pt x="1814" y="114"/>
                  <a:pt x="1814" y="114"/>
                  <a:pt x="1814" y="114"/>
                </a:cubicBezTo>
                <a:cubicBezTo>
                  <a:pt x="1814" y="114"/>
                  <a:pt x="1814" y="114"/>
                  <a:pt x="1814" y="114"/>
                </a:cubicBezTo>
                <a:cubicBezTo>
                  <a:pt x="1815" y="116"/>
                  <a:pt x="1815" y="116"/>
                  <a:pt x="1815" y="116"/>
                </a:cubicBezTo>
                <a:cubicBezTo>
                  <a:pt x="1815" y="116"/>
                  <a:pt x="1815" y="116"/>
                  <a:pt x="1815" y="116"/>
                </a:cubicBezTo>
                <a:cubicBezTo>
                  <a:pt x="1816" y="117"/>
                  <a:pt x="1816" y="117"/>
                  <a:pt x="1816" y="117"/>
                </a:cubicBezTo>
                <a:cubicBezTo>
                  <a:pt x="1816" y="117"/>
                  <a:pt x="1816" y="117"/>
                  <a:pt x="1816" y="117"/>
                </a:cubicBezTo>
                <a:cubicBezTo>
                  <a:pt x="1817" y="119"/>
                  <a:pt x="1817" y="119"/>
                  <a:pt x="1817" y="119"/>
                </a:cubicBezTo>
                <a:cubicBezTo>
                  <a:pt x="1817" y="119"/>
                  <a:pt x="1817" y="119"/>
                  <a:pt x="1817" y="119"/>
                </a:cubicBezTo>
                <a:cubicBezTo>
                  <a:pt x="1818" y="120"/>
                  <a:pt x="1818" y="120"/>
                  <a:pt x="1818" y="120"/>
                </a:cubicBezTo>
                <a:cubicBezTo>
                  <a:pt x="1818" y="120"/>
                  <a:pt x="1818" y="120"/>
                  <a:pt x="1818" y="120"/>
                </a:cubicBezTo>
                <a:cubicBezTo>
                  <a:pt x="1818" y="122"/>
                  <a:pt x="1818" y="122"/>
                  <a:pt x="1818" y="122"/>
                </a:cubicBezTo>
                <a:cubicBezTo>
                  <a:pt x="1818" y="122"/>
                  <a:pt x="1818" y="122"/>
                  <a:pt x="1818" y="122"/>
                </a:cubicBezTo>
                <a:cubicBezTo>
                  <a:pt x="1819" y="124"/>
                  <a:pt x="1819" y="124"/>
                  <a:pt x="1819" y="124"/>
                </a:cubicBezTo>
                <a:cubicBezTo>
                  <a:pt x="1819" y="124"/>
                  <a:pt x="1819" y="124"/>
                  <a:pt x="1819" y="124"/>
                </a:cubicBezTo>
                <a:cubicBezTo>
                  <a:pt x="1821" y="126"/>
                  <a:pt x="1821" y="126"/>
                  <a:pt x="1821" y="126"/>
                </a:cubicBezTo>
                <a:cubicBezTo>
                  <a:pt x="1821" y="126"/>
                  <a:pt x="1821" y="126"/>
                  <a:pt x="1821" y="126"/>
                </a:cubicBezTo>
                <a:cubicBezTo>
                  <a:pt x="1823" y="126"/>
                  <a:pt x="1823" y="126"/>
                  <a:pt x="1823" y="126"/>
                </a:cubicBezTo>
                <a:cubicBezTo>
                  <a:pt x="1823" y="126"/>
                  <a:pt x="1823" y="126"/>
                  <a:pt x="1823" y="126"/>
                </a:cubicBezTo>
                <a:cubicBezTo>
                  <a:pt x="1822" y="131"/>
                  <a:pt x="1822" y="131"/>
                  <a:pt x="1822" y="131"/>
                </a:cubicBezTo>
                <a:cubicBezTo>
                  <a:pt x="1822" y="131"/>
                  <a:pt x="1822" y="131"/>
                  <a:pt x="1822" y="131"/>
                </a:cubicBezTo>
                <a:cubicBezTo>
                  <a:pt x="1822" y="135"/>
                  <a:pt x="1822" y="135"/>
                  <a:pt x="1822" y="135"/>
                </a:cubicBezTo>
                <a:cubicBezTo>
                  <a:pt x="1822" y="135"/>
                  <a:pt x="1822" y="135"/>
                  <a:pt x="1822" y="135"/>
                </a:cubicBezTo>
                <a:cubicBezTo>
                  <a:pt x="1823" y="140"/>
                  <a:pt x="1823" y="140"/>
                  <a:pt x="1823" y="140"/>
                </a:cubicBezTo>
                <a:cubicBezTo>
                  <a:pt x="1823" y="140"/>
                  <a:pt x="1823" y="140"/>
                  <a:pt x="1823" y="140"/>
                </a:cubicBezTo>
                <a:cubicBezTo>
                  <a:pt x="1826" y="142"/>
                  <a:pt x="1826" y="142"/>
                  <a:pt x="1826" y="142"/>
                </a:cubicBezTo>
                <a:cubicBezTo>
                  <a:pt x="1826" y="142"/>
                  <a:pt x="1826" y="142"/>
                  <a:pt x="1826" y="142"/>
                </a:cubicBezTo>
                <a:cubicBezTo>
                  <a:pt x="1828" y="146"/>
                  <a:pt x="1828" y="146"/>
                  <a:pt x="1828" y="146"/>
                </a:cubicBezTo>
                <a:cubicBezTo>
                  <a:pt x="1828" y="146"/>
                  <a:pt x="1828" y="146"/>
                  <a:pt x="1828" y="146"/>
                </a:cubicBezTo>
                <a:cubicBezTo>
                  <a:pt x="1831" y="150"/>
                  <a:pt x="1831" y="150"/>
                  <a:pt x="1831" y="150"/>
                </a:cubicBezTo>
                <a:cubicBezTo>
                  <a:pt x="1831" y="150"/>
                  <a:pt x="1831" y="150"/>
                  <a:pt x="1831" y="150"/>
                </a:cubicBezTo>
                <a:cubicBezTo>
                  <a:pt x="1834" y="154"/>
                  <a:pt x="1834" y="154"/>
                  <a:pt x="1834" y="154"/>
                </a:cubicBezTo>
                <a:cubicBezTo>
                  <a:pt x="1834" y="154"/>
                  <a:pt x="1834" y="154"/>
                  <a:pt x="1834" y="154"/>
                </a:cubicBezTo>
                <a:cubicBezTo>
                  <a:pt x="1837" y="157"/>
                  <a:pt x="1837" y="157"/>
                  <a:pt x="1837" y="157"/>
                </a:cubicBezTo>
                <a:cubicBezTo>
                  <a:pt x="1837" y="157"/>
                  <a:pt x="1837" y="157"/>
                  <a:pt x="1837" y="157"/>
                </a:cubicBezTo>
                <a:cubicBezTo>
                  <a:pt x="1837" y="157"/>
                  <a:pt x="1837" y="157"/>
                  <a:pt x="1837" y="157"/>
                </a:cubicBezTo>
                <a:cubicBezTo>
                  <a:pt x="1837" y="157"/>
                  <a:pt x="1837" y="157"/>
                  <a:pt x="1837" y="157"/>
                </a:cubicBezTo>
                <a:cubicBezTo>
                  <a:pt x="1838" y="157"/>
                  <a:pt x="1838" y="157"/>
                  <a:pt x="1838" y="157"/>
                </a:cubicBezTo>
                <a:cubicBezTo>
                  <a:pt x="1838" y="157"/>
                  <a:pt x="1838" y="157"/>
                  <a:pt x="1838" y="157"/>
                </a:cubicBezTo>
                <a:cubicBezTo>
                  <a:pt x="1840" y="157"/>
                  <a:pt x="1840" y="157"/>
                  <a:pt x="1840" y="157"/>
                </a:cubicBezTo>
                <a:cubicBezTo>
                  <a:pt x="1840" y="157"/>
                  <a:pt x="1840" y="157"/>
                  <a:pt x="1840" y="157"/>
                </a:cubicBezTo>
                <a:cubicBezTo>
                  <a:pt x="1841" y="157"/>
                  <a:pt x="1841" y="157"/>
                  <a:pt x="1841" y="157"/>
                </a:cubicBezTo>
                <a:cubicBezTo>
                  <a:pt x="1841" y="157"/>
                  <a:pt x="1841" y="157"/>
                  <a:pt x="1841" y="157"/>
                </a:cubicBezTo>
                <a:cubicBezTo>
                  <a:pt x="1842" y="157"/>
                  <a:pt x="1842" y="157"/>
                  <a:pt x="1842" y="157"/>
                </a:cubicBezTo>
                <a:cubicBezTo>
                  <a:pt x="1842" y="157"/>
                  <a:pt x="1842" y="157"/>
                  <a:pt x="1842" y="157"/>
                </a:cubicBezTo>
                <a:cubicBezTo>
                  <a:pt x="1843" y="157"/>
                  <a:pt x="1843" y="157"/>
                  <a:pt x="1843" y="157"/>
                </a:cubicBezTo>
                <a:cubicBezTo>
                  <a:pt x="1843" y="157"/>
                  <a:pt x="1843" y="157"/>
                  <a:pt x="1843" y="157"/>
                </a:cubicBezTo>
                <a:cubicBezTo>
                  <a:pt x="1844" y="157"/>
                  <a:pt x="1844" y="157"/>
                  <a:pt x="1844" y="157"/>
                </a:cubicBezTo>
                <a:cubicBezTo>
                  <a:pt x="1844" y="157"/>
                  <a:pt x="1844" y="157"/>
                  <a:pt x="1844" y="157"/>
                </a:cubicBezTo>
                <a:cubicBezTo>
                  <a:pt x="1846" y="157"/>
                  <a:pt x="1846" y="157"/>
                  <a:pt x="1846" y="157"/>
                </a:cubicBezTo>
                <a:cubicBezTo>
                  <a:pt x="1846" y="157"/>
                  <a:pt x="1846" y="157"/>
                  <a:pt x="1846" y="157"/>
                </a:cubicBezTo>
                <a:cubicBezTo>
                  <a:pt x="1846" y="156"/>
                  <a:pt x="1846" y="156"/>
                  <a:pt x="1846" y="156"/>
                </a:cubicBezTo>
                <a:cubicBezTo>
                  <a:pt x="1846" y="156"/>
                  <a:pt x="1846" y="156"/>
                  <a:pt x="1846" y="156"/>
                </a:cubicBezTo>
                <a:cubicBezTo>
                  <a:pt x="1848" y="154"/>
                  <a:pt x="1848" y="154"/>
                  <a:pt x="1848" y="154"/>
                </a:cubicBezTo>
                <a:cubicBezTo>
                  <a:pt x="1848" y="154"/>
                  <a:pt x="1848" y="154"/>
                  <a:pt x="1848" y="154"/>
                </a:cubicBezTo>
                <a:cubicBezTo>
                  <a:pt x="1849" y="153"/>
                  <a:pt x="1849" y="153"/>
                  <a:pt x="1849" y="153"/>
                </a:cubicBezTo>
                <a:cubicBezTo>
                  <a:pt x="1849" y="153"/>
                  <a:pt x="1849" y="153"/>
                  <a:pt x="1849" y="153"/>
                </a:cubicBezTo>
                <a:cubicBezTo>
                  <a:pt x="1851" y="150"/>
                  <a:pt x="1851" y="150"/>
                  <a:pt x="1851" y="150"/>
                </a:cubicBezTo>
                <a:cubicBezTo>
                  <a:pt x="1851" y="150"/>
                  <a:pt x="1851" y="150"/>
                  <a:pt x="1851" y="150"/>
                </a:cubicBezTo>
                <a:cubicBezTo>
                  <a:pt x="1851" y="148"/>
                  <a:pt x="1851" y="148"/>
                  <a:pt x="1851" y="148"/>
                </a:cubicBezTo>
                <a:cubicBezTo>
                  <a:pt x="1851" y="148"/>
                  <a:pt x="1851" y="148"/>
                  <a:pt x="1851" y="148"/>
                </a:cubicBezTo>
                <a:cubicBezTo>
                  <a:pt x="1852" y="145"/>
                  <a:pt x="1852" y="145"/>
                  <a:pt x="1852" y="145"/>
                </a:cubicBezTo>
                <a:cubicBezTo>
                  <a:pt x="1852" y="145"/>
                  <a:pt x="1852" y="145"/>
                  <a:pt x="1852" y="145"/>
                </a:cubicBezTo>
                <a:cubicBezTo>
                  <a:pt x="1852" y="143"/>
                  <a:pt x="1852" y="143"/>
                  <a:pt x="1852" y="143"/>
                </a:cubicBezTo>
                <a:cubicBezTo>
                  <a:pt x="1852" y="143"/>
                  <a:pt x="1852" y="143"/>
                  <a:pt x="1852" y="143"/>
                </a:cubicBezTo>
                <a:cubicBezTo>
                  <a:pt x="1853" y="141"/>
                  <a:pt x="1853" y="141"/>
                  <a:pt x="1853" y="141"/>
                </a:cubicBezTo>
                <a:cubicBezTo>
                  <a:pt x="1853" y="141"/>
                  <a:pt x="1853" y="141"/>
                  <a:pt x="1853" y="141"/>
                </a:cubicBezTo>
                <a:cubicBezTo>
                  <a:pt x="1850" y="142"/>
                  <a:pt x="1850" y="142"/>
                  <a:pt x="1850" y="142"/>
                </a:cubicBezTo>
                <a:cubicBezTo>
                  <a:pt x="1850" y="142"/>
                  <a:pt x="1850" y="142"/>
                  <a:pt x="1850" y="142"/>
                </a:cubicBezTo>
                <a:cubicBezTo>
                  <a:pt x="1848" y="142"/>
                  <a:pt x="1848" y="142"/>
                  <a:pt x="1848" y="142"/>
                </a:cubicBezTo>
                <a:cubicBezTo>
                  <a:pt x="1848" y="142"/>
                  <a:pt x="1848" y="142"/>
                  <a:pt x="1848" y="142"/>
                </a:cubicBezTo>
                <a:cubicBezTo>
                  <a:pt x="1845" y="142"/>
                  <a:pt x="1845" y="142"/>
                  <a:pt x="1845" y="142"/>
                </a:cubicBezTo>
                <a:cubicBezTo>
                  <a:pt x="1845" y="142"/>
                  <a:pt x="1845" y="142"/>
                  <a:pt x="1845" y="142"/>
                </a:cubicBezTo>
                <a:cubicBezTo>
                  <a:pt x="1844" y="142"/>
                  <a:pt x="1844" y="142"/>
                  <a:pt x="1844" y="142"/>
                </a:cubicBezTo>
                <a:cubicBezTo>
                  <a:pt x="1844" y="142"/>
                  <a:pt x="1844" y="142"/>
                  <a:pt x="1844" y="142"/>
                </a:cubicBezTo>
                <a:cubicBezTo>
                  <a:pt x="1842" y="143"/>
                  <a:pt x="1842" y="143"/>
                  <a:pt x="1842" y="143"/>
                </a:cubicBezTo>
                <a:cubicBezTo>
                  <a:pt x="1842" y="143"/>
                  <a:pt x="1842" y="143"/>
                  <a:pt x="1842" y="143"/>
                </a:cubicBezTo>
                <a:cubicBezTo>
                  <a:pt x="1840" y="143"/>
                  <a:pt x="1840" y="143"/>
                  <a:pt x="1840" y="143"/>
                </a:cubicBezTo>
                <a:cubicBezTo>
                  <a:pt x="1840" y="143"/>
                  <a:pt x="1840" y="143"/>
                  <a:pt x="1840" y="143"/>
                </a:cubicBezTo>
                <a:cubicBezTo>
                  <a:pt x="1837" y="143"/>
                  <a:pt x="1837" y="143"/>
                  <a:pt x="1837" y="143"/>
                </a:cubicBezTo>
                <a:cubicBezTo>
                  <a:pt x="1837" y="143"/>
                  <a:pt x="1837" y="143"/>
                  <a:pt x="1837" y="143"/>
                </a:cubicBezTo>
                <a:cubicBezTo>
                  <a:pt x="1835" y="142"/>
                  <a:pt x="1835" y="142"/>
                  <a:pt x="1835" y="142"/>
                </a:cubicBezTo>
                <a:cubicBezTo>
                  <a:pt x="1835" y="142"/>
                  <a:pt x="1835" y="142"/>
                  <a:pt x="1835" y="142"/>
                </a:cubicBezTo>
                <a:cubicBezTo>
                  <a:pt x="1834" y="142"/>
                  <a:pt x="1834" y="142"/>
                  <a:pt x="1834" y="142"/>
                </a:cubicBezTo>
                <a:cubicBezTo>
                  <a:pt x="1834" y="142"/>
                  <a:pt x="1834" y="142"/>
                  <a:pt x="1834" y="142"/>
                </a:cubicBezTo>
                <a:cubicBezTo>
                  <a:pt x="1833" y="141"/>
                  <a:pt x="1833" y="141"/>
                  <a:pt x="1833" y="141"/>
                </a:cubicBezTo>
                <a:cubicBezTo>
                  <a:pt x="1833" y="141"/>
                  <a:pt x="1833" y="141"/>
                  <a:pt x="1833" y="141"/>
                </a:cubicBezTo>
                <a:cubicBezTo>
                  <a:pt x="1832" y="140"/>
                  <a:pt x="1832" y="140"/>
                  <a:pt x="1832" y="140"/>
                </a:cubicBezTo>
                <a:cubicBezTo>
                  <a:pt x="1832" y="140"/>
                  <a:pt x="1832" y="140"/>
                  <a:pt x="1832" y="140"/>
                </a:cubicBezTo>
                <a:cubicBezTo>
                  <a:pt x="1832" y="138"/>
                  <a:pt x="1832" y="138"/>
                  <a:pt x="1832" y="138"/>
                </a:cubicBezTo>
                <a:cubicBezTo>
                  <a:pt x="1832" y="138"/>
                  <a:pt x="1832" y="138"/>
                  <a:pt x="1832" y="138"/>
                </a:cubicBezTo>
                <a:cubicBezTo>
                  <a:pt x="1832" y="137"/>
                  <a:pt x="1832" y="137"/>
                  <a:pt x="1832" y="137"/>
                </a:cubicBezTo>
                <a:cubicBezTo>
                  <a:pt x="1832" y="137"/>
                  <a:pt x="1832" y="137"/>
                  <a:pt x="1832" y="137"/>
                </a:cubicBezTo>
                <a:cubicBezTo>
                  <a:pt x="1832" y="134"/>
                  <a:pt x="1832" y="134"/>
                  <a:pt x="1832" y="134"/>
                </a:cubicBezTo>
                <a:cubicBezTo>
                  <a:pt x="1832" y="134"/>
                  <a:pt x="1832" y="134"/>
                  <a:pt x="1832" y="134"/>
                </a:cubicBezTo>
                <a:cubicBezTo>
                  <a:pt x="1832" y="133"/>
                  <a:pt x="1832" y="133"/>
                  <a:pt x="1832" y="133"/>
                </a:cubicBezTo>
                <a:cubicBezTo>
                  <a:pt x="1832" y="133"/>
                  <a:pt x="1832" y="133"/>
                  <a:pt x="1832" y="133"/>
                </a:cubicBezTo>
                <a:cubicBezTo>
                  <a:pt x="1834" y="130"/>
                  <a:pt x="1834" y="130"/>
                  <a:pt x="1834" y="130"/>
                </a:cubicBezTo>
                <a:cubicBezTo>
                  <a:pt x="1834" y="130"/>
                  <a:pt x="1834" y="130"/>
                  <a:pt x="1834" y="130"/>
                </a:cubicBezTo>
                <a:cubicBezTo>
                  <a:pt x="1837" y="129"/>
                  <a:pt x="1837" y="129"/>
                  <a:pt x="1837" y="129"/>
                </a:cubicBezTo>
                <a:cubicBezTo>
                  <a:pt x="1837" y="129"/>
                  <a:pt x="1837" y="129"/>
                  <a:pt x="1837" y="129"/>
                </a:cubicBezTo>
                <a:cubicBezTo>
                  <a:pt x="1841" y="128"/>
                  <a:pt x="1841" y="128"/>
                  <a:pt x="1841" y="128"/>
                </a:cubicBezTo>
                <a:cubicBezTo>
                  <a:pt x="1841" y="128"/>
                  <a:pt x="1841" y="128"/>
                  <a:pt x="1841" y="128"/>
                </a:cubicBezTo>
                <a:cubicBezTo>
                  <a:pt x="1845" y="128"/>
                  <a:pt x="1845" y="128"/>
                  <a:pt x="1845" y="128"/>
                </a:cubicBezTo>
                <a:cubicBezTo>
                  <a:pt x="1845" y="128"/>
                  <a:pt x="1845" y="128"/>
                  <a:pt x="1845" y="128"/>
                </a:cubicBezTo>
                <a:cubicBezTo>
                  <a:pt x="1850" y="126"/>
                  <a:pt x="1850" y="126"/>
                  <a:pt x="1850" y="126"/>
                </a:cubicBezTo>
                <a:cubicBezTo>
                  <a:pt x="1850" y="126"/>
                  <a:pt x="1850" y="126"/>
                  <a:pt x="1850" y="126"/>
                </a:cubicBezTo>
                <a:cubicBezTo>
                  <a:pt x="1854" y="126"/>
                  <a:pt x="1854" y="126"/>
                  <a:pt x="1854" y="126"/>
                </a:cubicBezTo>
                <a:cubicBezTo>
                  <a:pt x="1854" y="126"/>
                  <a:pt x="1854" y="126"/>
                  <a:pt x="1854" y="126"/>
                </a:cubicBezTo>
                <a:cubicBezTo>
                  <a:pt x="1859" y="124"/>
                  <a:pt x="1859" y="124"/>
                  <a:pt x="1859" y="124"/>
                </a:cubicBezTo>
                <a:cubicBezTo>
                  <a:pt x="1859" y="124"/>
                  <a:pt x="1859" y="124"/>
                  <a:pt x="1859" y="124"/>
                </a:cubicBezTo>
                <a:cubicBezTo>
                  <a:pt x="1864" y="123"/>
                  <a:pt x="1864" y="123"/>
                  <a:pt x="1864" y="123"/>
                </a:cubicBezTo>
                <a:cubicBezTo>
                  <a:pt x="1864" y="123"/>
                  <a:pt x="1864" y="123"/>
                  <a:pt x="1864" y="123"/>
                </a:cubicBezTo>
                <a:cubicBezTo>
                  <a:pt x="1869" y="121"/>
                  <a:pt x="1869" y="121"/>
                  <a:pt x="1869" y="121"/>
                </a:cubicBezTo>
                <a:cubicBezTo>
                  <a:pt x="1869" y="121"/>
                  <a:pt x="1869" y="121"/>
                  <a:pt x="1869" y="121"/>
                </a:cubicBezTo>
                <a:cubicBezTo>
                  <a:pt x="1869" y="121"/>
                  <a:pt x="1869" y="121"/>
                  <a:pt x="1869" y="121"/>
                </a:cubicBezTo>
                <a:cubicBezTo>
                  <a:pt x="1869" y="121"/>
                  <a:pt x="1869" y="121"/>
                  <a:pt x="1869" y="121"/>
                </a:cubicBezTo>
                <a:cubicBezTo>
                  <a:pt x="1869" y="119"/>
                  <a:pt x="1869" y="119"/>
                  <a:pt x="1869" y="119"/>
                </a:cubicBezTo>
                <a:cubicBezTo>
                  <a:pt x="1869" y="119"/>
                  <a:pt x="1869" y="119"/>
                  <a:pt x="1869" y="119"/>
                </a:cubicBezTo>
                <a:cubicBezTo>
                  <a:pt x="1869" y="118"/>
                  <a:pt x="1869" y="118"/>
                  <a:pt x="1869" y="118"/>
                </a:cubicBezTo>
                <a:cubicBezTo>
                  <a:pt x="1869" y="118"/>
                  <a:pt x="1869" y="118"/>
                  <a:pt x="1869" y="118"/>
                </a:cubicBezTo>
                <a:cubicBezTo>
                  <a:pt x="1870" y="116"/>
                  <a:pt x="1870" y="116"/>
                  <a:pt x="1870" y="116"/>
                </a:cubicBezTo>
                <a:cubicBezTo>
                  <a:pt x="1870" y="116"/>
                  <a:pt x="1870" y="116"/>
                  <a:pt x="1870" y="116"/>
                </a:cubicBezTo>
                <a:cubicBezTo>
                  <a:pt x="1870" y="115"/>
                  <a:pt x="1870" y="115"/>
                  <a:pt x="1870" y="115"/>
                </a:cubicBezTo>
                <a:cubicBezTo>
                  <a:pt x="1870" y="115"/>
                  <a:pt x="1870" y="115"/>
                  <a:pt x="1870" y="115"/>
                </a:cubicBezTo>
                <a:cubicBezTo>
                  <a:pt x="1871" y="114"/>
                  <a:pt x="1871" y="114"/>
                  <a:pt x="1871" y="114"/>
                </a:cubicBezTo>
                <a:cubicBezTo>
                  <a:pt x="1871" y="114"/>
                  <a:pt x="1871" y="114"/>
                  <a:pt x="1871" y="114"/>
                </a:cubicBezTo>
                <a:cubicBezTo>
                  <a:pt x="1872" y="113"/>
                  <a:pt x="1872" y="113"/>
                  <a:pt x="1872" y="113"/>
                </a:cubicBezTo>
                <a:cubicBezTo>
                  <a:pt x="1872" y="113"/>
                  <a:pt x="1872" y="113"/>
                  <a:pt x="1872" y="113"/>
                </a:cubicBezTo>
                <a:cubicBezTo>
                  <a:pt x="1873" y="111"/>
                  <a:pt x="1873" y="111"/>
                  <a:pt x="1873" y="111"/>
                </a:cubicBezTo>
                <a:cubicBezTo>
                  <a:pt x="1873" y="111"/>
                  <a:pt x="1873" y="111"/>
                  <a:pt x="1873" y="111"/>
                </a:cubicBezTo>
                <a:cubicBezTo>
                  <a:pt x="1907" y="54"/>
                  <a:pt x="1907" y="54"/>
                  <a:pt x="1907" y="54"/>
                </a:cubicBezTo>
                <a:cubicBezTo>
                  <a:pt x="1907" y="54"/>
                  <a:pt x="1907" y="54"/>
                  <a:pt x="1907" y="54"/>
                </a:cubicBezTo>
                <a:cubicBezTo>
                  <a:pt x="1908" y="48"/>
                  <a:pt x="1908" y="48"/>
                  <a:pt x="1908" y="48"/>
                </a:cubicBezTo>
                <a:cubicBezTo>
                  <a:pt x="1908" y="48"/>
                  <a:pt x="1908" y="48"/>
                  <a:pt x="1908" y="48"/>
                </a:cubicBezTo>
                <a:cubicBezTo>
                  <a:pt x="1909" y="43"/>
                  <a:pt x="1909" y="43"/>
                  <a:pt x="1909" y="43"/>
                </a:cubicBezTo>
                <a:cubicBezTo>
                  <a:pt x="1909" y="43"/>
                  <a:pt x="1909" y="43"/>
                  <a:pt x="1909" y="43"/>
                </a:cubicBezTo>
                <a:cubicBezTo>
                  <a:pt x="1909" y="37"/>
                  <a:pt x="1909" y="37"/>
                  <a:pt x="1909" y="37"/>
                </a:cubicBezTo>
                <a:cubicBezTo>
                  <a:pt x="1909" y="37"/>
                  <a:pt x="1909" y="37"/>
                  <a:pt x="1909" y="37"/>
                </a:cubicBezTo>
                <a:cubicBezTo>
                  <a:pt x="1910" y="32"/>
                  <a:pt x="1910" y="32"/>
                  <a:pt x="1910" y="32"/>
                </a:cubicBezTo>
                <a:cubicBezTo>
                  <a:pt x="1910" y="32"/>
                  <a:pt x="1910" y="32"/>
                  <a:pt x="1910" y="32"/>
                </a:cubicBezTo>
                <a:cubicBezTo>
                  <a:pt x="1909" y="26"/>
                  <a:pt x="1909" y="26"/>
                  <a:pt x="1909" y="26"/>
                </a:cubicBezTo>
                <a:cubicBezTo>
                  <a:pt x="1909" y="26"/>
                  <a:pt x="1909" y="26"/>
                  <a:pt x="1909" y="26"/>
                </a:cubicBezTo>
                <a:cubicBezTo>
                  <a:pt x="1909" y="19"/>
                  <a:pt x="1909" y="19"/>
                  <a:pt x="1909" y="19"/>
                </a:cubicBezTo>
                <a:cubicBezTo>
                  <a:pt x="1909" y="19"/>
                  <a:pt x="1909" y="19"/>
                  <a:pt x="1909" y="19"/>
                </a:cubicBezTo>
                <a:cubicBezTo>
                  <a:pt x="1908" y="14"/>
                  <a:pt x="1908" y="14"/>
                  <a:pt x="1908" y="14"/>
                </a:cubicBezTo>
                <a:cubicBezTo>
                  <a:pt x="1908" y="14"/>
                  <a:pt x="1908" y="14"/>
                  <a:pt x="1908" y="14"/>
                </a:cubicBezTo>
                <a:cubicBezTo>
                  <a:pt x="1907" y="7"/>
                  <a:pt x="1907" y="7"/>
                  <a:pt x="1907" y="7"/>
                </a:cubicBezTo>
                <a:cubicBezTo>
                  <a:pt x="1907" y="7"/>
                  <a:pt x="1907" y="7"/>
                  <a:pt x="1907" y="7"/>
                </a:cubicBezTo>
                <a:cubicBezTo>
                  <a:pt x="1910" y="2"/>
                  <a:pt x="1910" y="2"/>
                  <a:pt x="1910" y="2"/>
                </a:cubicBezTo>
                <a:cubicBezTo>
                  <a:pt x="1910" y="2"/>
                  <a:pt x="1910" y="2"/>
                  <a:pt x="1910" y="2"/>
                </a:cubicBezTo>
                <a:cubicBezTo>
                  <a:pt x="1911" y="1"/>
                  <a:pt x="1911" y="1"/>
                  <a:pt x="1911" y="1"/>
                </a:cubicBezTo>
                <a:cubicBezTo>
                  <a:pt x="1911" y="1"/>
                  <a:pt x="1911" y="1"/>
                  <a:pt x="1911" y="1"/>
                </a:cubicBezTo>
                <a:cubicBezTo>
                  <a:pt x="1913" y="0"/>
                  <a:pt x="1913" y="0"/>
                  <a:pt x="1913" y="0"/>
                </a:cubicBezTo>
                <a:cubicBezTo>
                  <a:pt x="1913" y="0"/>
                  <a:pt x="1913" y="0"/>
                  <a:pt x="1913" y="0"/>
                </a:cubicBezTo>
                <a:cubicBezTo>
                  <a:pt x="1915" y="0"/>
                  <a:pt x="1915" y="0"/>
                  <a:pt x="1915" y="0"/>
                </a:cubicBezTo>
                <a:cubicBezTo>
                  <a:pt x="1915" y="0"/>
                  <a:pt x="1915" y="0"/>
                  <a:pt x="1915" y="0"/>
                </a:cubicBezTo>
                <a:cubicBezTo>
                  <a:pt x="1918" y="0"/>
                  <a:pt x="1918" y="0"/>
                  <a:pt x="1918" y="0"/>
                </a:cubicBezTo>
                <a:cubicBezTo>
                  <a:pt x="1918" y="0"/>
                  <a:pt x="1918" y="0"/>
                  <a:pt x="1918" y="0"/>
                </a:cubicBezTo>
                <a:cubicBezTo>
                  <a:pt x="1920" y="1"/>
                  <a:pt x="1920" y="1"/>
                  <a:pt x="1920" y="1"/>
                </a:cubicBezTo>
                <a:cubicBezTo>
                  <a:pt x="1920" y="1"/>
                  <a:pt x="1920" y="1"/>
                  <a:pt x="1920" y="1"/>
                </a:cubicBezTo>
                <a:cubicBezTo>
                  <a:pt x="1924" y="2"/>
                  <a:pt x="1924" y="2"/>
                  <a:pt x="1924" y="2"/>
                </a:cubicBezTo>
                <a:cubicBezTo>
                  <a:pt x="1924" y="2"/>
                  <a:pt x="1924" y="2"/>
                  <a:pt x="1924" y="2"/>
                </a:cubicBezTo>
                <a:cubicBezTo>
                  <a:pt x="1927" y="3"/>
                  <a:pt x="1927" y="3"/>
                  <a:pt x="1927" y="3"/>
                </a:cubicBezTo>
                <a:cubicBezTo>
                  <a:pt x="1927" y="3"/>
                  <a:pt x="1927" y="3"/>
                  <a:pt x="1927" y="3"/>
                </a:cubicBezTo>
                <a:cubicBezTo>
                  <a:pt x="1930" y="3"/>
                  <a:pt x="1930" y="3"/>
                  <a:pt x="1930" y="3"/>
                </a:cubicBezTo>
                <a:cubicBezTo>
                  <a:pt x="1930" y="3"/>
                  <a:pt x="1930" y="3"/>
                  <a:pt x="1930" y="3"/>
                </a:cubicBezTo>
                <a:cubicBezTo>
                  <a:pt x="1933" y="7"/>
                  <a:pt x="1933" y="7"/>
                  <a:pt x="1933" y="7"/>
                </a:cubicBezTo>
                <a:cubicBezTo>
                  <a:pt x="1933" y="7"/>
                  <a:pt x="1933" y="7"/>
                  <a:pt x="1933" y="7"/>
                </a:cubicBezTo>
                <a:cubicBezTo>
                  <a:pt x="1936" y="12"/>
                  <a:pt x="1936" y="12"/>
                  <a:pt x="1936" y="12"/>
                </a:cubicBezTo>
                <a:cubicBezTo>
                  <a:pt x="1936" y="12"/>
                  <a:pt x="1936" y="12"/>
                  <a:pt x="1936" y="12"/>
                </a:cubicBezTo>
                <a:cubicBezTo>
                  <a:pt x="1939" y="17"/>
                  <a:pt x="1939" y="17"/>
                  <a:pt x="1939" y="17"/>
                </a:cubicBezTo>
                <a:cubicBezTo>
                  <a:pt x="1939" y="17"/>
                  <a:pt x="1939" y="17"/>
                  <a:pt x="1939" y="17"/>
                </a:cubicBezTo>
                <a:cubicBezTo>
                  <a:pt x="1944" y="20"/>
                  <a:pt x="1944" y="20"/>
                  <a:pt x="1944" y="20"/>
                </a:cubicBezTo>
                <a:cubicBezTo>
                  <a:pt x="1944" y="20"/>
                  <a:pt x="1944" y="20"/>
                  <a:pt x="1944" y="20"/>
                </a:cubicBezTo>
                <a:cubicBezTo>
                  <a:pt x="1946" y="26"/>
                  <a:pt x="1946" y="26"/>
                  <a:pt x="1946" y="26"/>
                </a:cubicBezTo>
                <a:cubicBezTo>
                  <a:pt x="1946" y="26"/>
                  <a:pt x="1946" y="26"/>
                  <a:pt x="1946" y="26"/>
                </a:cubicBezTo>
                <a:cubicBezTo>
                  <a:pt x="1948" y="32"/>
                  <a:pt x="1948" y="32"/>
                  <a:pt x="1948" y="32"/>
                </a:cubicBezTo>
                <a:cubicBezTo>
                  <a:pt x="1948" y="32"/>
                  <a:pt x="1948" y="32"/>
                  <a:pt x="1948" y="32"/>
                </a:cubicBezTo>
                <a:cubicBezTo>
                  <a:pt x="1947" y="37"/>
                  <a:pt x="1947" y="37"/>
                  <a:pt x="1947" y="37"/>
                </a:cubicBezTo>
                <a:cubicBezTo>
                  <a:pt x="1947" y="37"/>
                  <a:pt x="1947" y="37"/>
                  <a:pt x="1947" y="37"/>
                </a:cubicBezTo>
                <a:cubicBezTo>
                  <a:pt x="1946" y="43"/>
                  <a:pt x="1946" y="43"/>
                  <a:pt x="1946" y="43"/>
                </a:cubicBezTo>
                <a:cubicBezTo>
                  <a:pt x="1946" y="43"/>
                  <a:pt x="1946" y="43"/>
                  <a:pt x="1946" y="43"/>
                </a:cubicBezTo>
                <a:cubicBezTo>
                  <a:pt x="1944" y="44"/>
                  <a:pt x="1944" y="44"/>
                  <a:pt x="1944" y="44"/>
                </a:cubicBezTo>
                <a:cubicBezTo>
                  <a:pt x="1944" y="44"/>
                  <a:pt x="1944" y="44"/>
                  <a:pt x="1944" y="44"/>
                </a:cubicBezTo>
                <a:cubicBezTo>
                  <a:pt x="1944" y="45"/>
                  <a:pt x="1944" y="45"/>
                  <a:pt x="1944" y="45"/>
                </a:cubicBezTo>
                <a:cubicBezTo>
                  <a:pt x="1944" y="45"/>
                  <a:pt x="1944" y="45"/>
                  <a:pt x="1944" y="45"/>
                </a:cubicBezTo>
                <a:cubicBezTo>
                  <a:pt x="1944" y="46"/>
                  <a:pt x="1944" y="46"/>
                  <a:pt x="1944" y="46"/>
                </a:cubicBezTo>
                <a:cubicBezTo>
                  <a:pt x="1944" y="46"/>
                  <a:pt x="1944" y="46"/>
                  <a:pt x="1944" y="46"/>
                </a:cubicBezTo>
                <a:cubicBezTo>
                  <a:pt x="1944" y="46"/>
                  <a:pt x="1944" y="46"/>
                  <a:pt x="1944" y="46"/>
                </a:cubicBezTo>
                <a:cubicBezTo>
                  <a:pt x="1944" y="46"/>
                  <a:pt x="1944" y="46"/>
                  <a:pt x="1944" y="46"/>
                </a:cubicBezTo>
                <a:cubicBezTo>
                  <a:pt x="1944" y="47"/>
                  <a:pt x="1944" y="47"/>
                  <a:pt x="1944" y="47"/>
                </a:cubicBezTo>
                <a:cubicBezTo>
                  <a:pt x="1944" y="47"/>
                  <a:pt x="1944" y="47"/>
                  <a:pt x="1944" y="47"/>
                </a:cubicBezTo>
                <a:cubicBezTo>
                  <a:pt x="1944" y="47"/>
                  <a:pt x="1944" y="47"/>
                  <a:pt x="1944" y="47"/>
                </a:cubicBezTo>
                <a:cubicBezTo>
                  <a:pt x="1944" y="47"/>
                  <a:pt x="1944" y="47"/>
                  <a:pt x="1944" y="47"/>
                </a:cubicBezTo>
                <a:cubicBezTo>
                  <a:pt x="1943" y="48"/>
                  <a:pt x="1943" y="48"/>
                  <a:pt x="1943" y="48"/>
                </a:cubicBezTo>
                <a:cubicBezTo>
                  <a:pt x="1943" y="48"/>
                  <a:pt x="1943" y="48"/>
                  <a:pt x="1943" y="48"/>
                </a:cubicBezTo>
                <a:cubicBezTo>
                  <a:pt x="1943" y="48"/>
                  <a:pt x="1943" y="48"/>
                  <a:pt x="1943" y="48"/>
                </a:cubicBezTo>
                <a:cubicBezTo>
                  <a:pt x="1939" y="50"/>
                  <a:pt x="1939" y="50"/>
                  <a:pt x="1939" y="50"/>
                </a:cubicBezTo>
                <a:cubicBezTo>
                  <a:pt x="1933" y="55"/>
                  <a:pt x="1933" y="55"/>
                  <a:pt x="1933" y="55"/>
                </a:cubicBezTo>
                <a:cubicBezTo>
                  <a:pt x="1933" y="55"/>
                  <a:pt x="1933" y="55"/>
                  <a:pt x="1933" y="55"/>
                </a:cubicBezTo>
                <a:cubicBezTo>
                  <a:pt x="1929" y="60"/>
                  <a:pt x="1929" y="60"/>
                  <a:pt x="1929" y="60"/>
                </a:cubicBezTo>
                <a:cubicBezTo>
                  <a:pt x="1929" y="60"/>
                  <a:pt x="1929" y="60"/>
                  <a:pt x="1929" y="60"/>
                </a:cubicBezTo>
                <a:cubicBezTo>
                  <a:pt x="1926" y="65"/>
                  <a:pt x="1926" y="65"/>
                  <a:pt x="1926" y="65"/>
                </a:cubicBezTo>
                <a:cubicBezTo>
                  <a:pt x="1926" y="65"/>
                  <a:pt x="1926" y="65"/>
                  <a:pt x="1926" y="65"/>
                </a:cubicBezTo>
                <a:cubicBezTo>
                  <a:pt x="1923" y="71"/>
                  <a:pt x="1923" y="71"/>
                  <a:pt x="1923" y="71"/>
                </a:cubicBezTo>
                <a:cubicBezTo>
                  <a:pt x="1923" y="71"/>
                  <a:pt x="1923" y="71"/>
                  <a:pt x="1923" y="71"/>
                </a:cubicBezTo>
                <a:cubicBezTo>
                  <a:pt x="1918" y="77"/>
                  <a:pt x="1918" y="77"/>
                  <a:pt x="1918" y="77"/>
                </a:cubicBezTo>
                <a:cubicBezTo>
                  <a:pt x="1918" y="77"/>
                  <a:pt x="1918" y="77"/>
                  <a:pt x="1918" y="77"/>
                </a:cubicBezTo>
                <a:cubicBezTo>
                  <a:pt x="1914" y="83"/>
                  <a:pt x="1914" y="83"/>
                  <a:pt x="1914" y="83"/>
                </a:cubicBezTo>
                <a:cubicBezTo>
                  <a:pt x="1914" y="83"/>
                  <a:pt x="1914" y="83"/>
                  <a:pt x="1914" y="83"/>
                </a:cubicBezTo>
                <a:cubicBezTo>
                  <a:pt x="1910" y="88"/>
                  <a:pt x="1910" y="88"/>
                  <a:pt x="1910" y="88"/>
                </a:cubicBezTo>
                <a:cubicBezTo>
                  <a:pt x="1910" y="88"/>
                  <a:pt x="1910" y="88"/>
                  <a:pt x="1910" y="88"/>
                </a:cubicBezTo>
                <a:cubicBezTo>
                  <a:pt x="1906" y="92"/>
                  <a:pt x="1906" y="92"/>
                  <a:pt x="1906" y="92"/>
                </a:cubicBezTo>
                <a:cubicBezTo>
                  <a:pt x="1906" y="92"/>
                  <a:pt x="1906" y="92"/>
                  <a:pt x="1906" y="92"/>
                </a:cubicBezTo>
                <a:cubicBezTo>
                  <a:pt x="1888" y="120"/>
                  <a:pt x="1888" y="120"/>
                  <a:pt x="1888" y="120"/>
                </a:cubicBezTo>
                <a:cubicBezTo>
                  <a:pt x="1888" y="120"/>
                  <a:pt x="1888" y="120"/>
                  <a:pt x="1888" y="120"/>
                </a:cubicBezTo>
                <a:cubicBezTo>
                  <a:pt x="1888" y="123"/>
                  <a:pt x="1888" y="123"/>
                  <a:pt x="1888" y="123"/>
                </a:cubicBezTo>
                <a:cubicBezTo>
                  <a:pt x="1888" y="123"/>
                  <a:pt x="1888" y="123"/>
                  <a:pt x="1888" y="123"/>
                </a:cubicBezTo>
                <a:cubicBezTo>
                  <a:pt x="1892" y="125"/>
                  <a:pt x="1892" y="125"/>
                  <a:pt x="1892" y="125"/>
                </a:cubicBezTo>
                <a:cubicBezTo>
                  <a:pt x="1892" y="125"/>
                  <a:pt x="1892" y="125"/>
                  <a:pt x="1892" y="125"/>
                </a:cubicBezTo>
                <a:cubicBezTo>
                  <a:pt x="1897" y="127"/>
                  <a:pt x="1897" y="127"/>
                  <a:pt x="1897" y="127"/>
                </a:cubicBezTo>
                <a:cubicBezTo>
                  <a:pt x="1897" y="127"/>
                  <a:pt x="1897" y="127"/>
                  <a:pt x="1897" y="127"/>
                </a:cubicBezTo>
                <a:cubicBezTo>
                  <a:pt x="1901" y="129"/>
                  <a:pt x="1901" y="129"/>
                  <a:pt x="1901" y="129"/>
                </a:cubicBezTo>
                <a:cubicBezTo>
                  <a:pt x="1901" y="129"/>
                  <a:pt x="1901" y="129"/>
                  <a:pt x="1901" y="129"/>
                </a:cubicBezTo>
                <a:cubicBezTo>
                  <a:pt x="1908" y="131"/>
                  <a:pt x="1908" y="131"/>
                  <a:pt x="1908" y="131"/>
                </a:cubicBezTo>
                <a:cubicBezTo>
                  <a:pt x="1908" y="131"/>
                  <a:pt x="1908" y="131"/>
                  <a:pt x="1908" y="131"/>
                </a:cubicBezTo>
                <a:cubicBezTo>
                  <a:pt x="1913" y="134"/>
                  <a:pt x="1913" y="134"/>
                  <a:pt x="1913" y="134"/>
                </a:cubicBezTo>
                <a:cubicBezTo>
                  <a:pt x="1913" y="134"/>
                  <a:pt x="1913" y="134"/>
                  <a:pt x="1913" y="134"/>
                </a:cubicBezTo>
                <a:cubicBezTo>
                  <a:pt x="1919" y="134"/>
                  <a:pt x="1919" y="134"/>
                  <a:pt x="1919" y="134"/>
                </a:cubicBezTo>
                <a:cubicBezTo>
                  <a:pt x="1919" y="134"/>
                  <a:pt x="1919" y="134"/>
                  <a:pt x="1919" y="134"/>
                </a:cubicBezTo>
                <a:cubicBezTo>
                  <a:pt x="1926" y="133"/>
                  <a:pt x="1926" y="133"/>
                  <a:pt x="1926" y="133"/>
                </a:cubicBezTo>
                <a:cubicBezTo>
                  <a:pt x="1926" y="133"/>
                  <a:pt x="1926" y="133"/>
                  <a:pt x="1926" y="133"/>
                </a:cubicBezTo>
                <a:cubicBezTo>
                  <a:pt x="1932" y="128"/>
                  <a:pt x="1932" y="128"/>
                  <a:pt x="1932" y="128"/>
                </a:cubicBezTo>
                <a:cubicBezTo>
                  <a:pt x="1932" y="128"/>
                  <a:pt x="1932" y="128"/>
                  <a:pt x="1932" y="128"/>
                </a:cubicBezTo>
                <a:cubicBezTo>
                  <a:pt x="1955" y="108"/>
                  <a:pt x="1955" y="108"/>
                  <a:pt x="1955" y="108"/>
                </a:cubicBezTo>
                <a:cubicBezTo>
                  <a:pt x="1955" y="108"/>
                  <a:pt x="1955" y="108"/>
                  <a:pt x="1955" y="108"/>
                </a:cubicBezTo>
                <a:cubicBezTo>
                  <a:pt x="1956" y="108"/>
                  <a:pt x="1956" y="108"/>
                  <a:pt x="1956" y="108"/>
                </a:cubicBezTo>
                <a:cubicBezTo>
                  <a:pt x="1956" y="108"/>
                  <a:pt x="1956" y="108"/>
                  <a:pt x="1956" y="108"/>
                </a:cubicBezTo>
                <a:cubicBezTo>
                  <a:pt x="1957" y="107"/>
                  <a:pt x="1957" y="107"/>
                  <a:pt x="1957" y="107"/>
                </a:cubicBezTo>
                <a:cubicBezTo>
                  <a:pt x="1957" y="107"/>
                  <a:pt x="1957" y="107"/>
                  <a:pt x="1957" y="107"/>
                </a:cubicBezTo>
                <a:cubicBezTo>
                  <a:pt x="1958" y="107"/>
                  <a:pt x="1958" y="107"/>
                  <a:pt x="1958" y="107"/>
                </a:cubicBezTo>
                <a:cubicBezTo>
                  <a:pt x="1958" y="107"/>
                  <a:pt x="1958" y="107"/>
                  <a:pt x="1958" y="107"/>
                </a:cubicBezTo>
                <a:cubicBezTo>
                  <a:pt x="1959" y="105"/>
                  <a:pt x="1959" y="105"/>
                  <a:pt x="1959" y="105"/>
                </a:cubicBezTo>
                <a:cubicBezTo>
                  <a:pt x="1959" y="105"/>
                  <a:pt x="1959" y="105"/>
                  <a:pt x="1959" y="105"/>
                </a:cubicBezTo>
                <a:cubicBezTo>
                  <a:pt x="1959" y="104"/>
                  <a:pt x="1959" y="104"/>
                  <a:pt x="1959" y="104"/>
                </a:cubicBezTo>
                <a:cubicBezTo>
                  <a:pt x="1959" y="104"/>
                  <a:pt x="1959" y="104"/>
                  <a:pt x="1959" y="104"/>
                </a:cubicBezTo>
                <a:cubicBezTo>
                  <a:pt x="1960" y="102"/>
                  <a:pt x="1960" y="102"/>
                  <a:pt x="1960" y="102"/>
                </a:cubicBezTo>
                <a:cubicBezTo>
                  <a:pt x="1960" y="102"/>
                  <a:pt x="1960" y="102"/>
                  <a:pt x="1960" y="102"/>
                </a:cubicBezTo>
                <a:cubicBezTo>
                  <a:pt x="1961" y="101"/>
                  <a:pt x="1961" y="101"/>
                  <a:pt x="1961" y="101"/>
                </a:cubicBezTo>
                <a:cubicBezTo>
                  <a:pt x="1961" y="101"/>
                  <a:pt x="1961" y="101"/>
                  <a:pt x="1961" y="101"/>
                </a:cubicBezTo>
                <a:cubicBezTo>
                  <a:pt x="1963" y="99"/>
                  <a:pt x="1963" y="99"/>
                  <a:pt x="1963" y="99"/>
                </a:cubicBezTo>
                <a:cubicBezTo>
                  <a:pt x="1963" y="99"/>
                  <a:pt x="1963" y="99"/>
                  <a:pt x="1963" y="99"/>
                </a:cubicBezTo>
                <a:cubicBezTo>
                  <a:pt x="1999" y="77"/>
                  <a:pt x="1999" y="77"/>
                  <a:pt x="1999" y="77"/>
                </a:cubicBezTo>
                <a:cubicBezTo>
                  <a:pt x="1999" y="77"/>
                  <a:pt x="1999" y="77"/>
                  <a:pt x="1999" y="77"/>
                </a:cubicBezTo>
                <a:cubicBezTo>
                  <a:pt x="2003" y="77"/>
                  <a:pt x="2003" y="77"/>
                  <a:pt x="2003" y="77"/>
                </a:cubicBezTo>
                <a:cubicBezTo>
                  <a:pt x="2003" y="77"/>
                  <a:pt x="2003" y="77"/>
                  <a:pt x="2003" y="77"/>
                </a:cubicBezTo>
                <a:cubicBezTo>
                  <a:pt x="2007" y="76"/>
                  <a:pt x="2007" y="76"/>
                  <a:pt x="2007" y="76"/>
                </a:cubicBezTo>
                <a:cubicBezTo>
                  <a:pt x="2007" y="76"/>
                  <a:pt x="2007" y="76"/>
                  <a:pt x="2007" y="76"/>
                </a:cubicBezTo>
                <a:cubicBezTo>
                  <a:pt x="2011" y="78"/>
                  <a:pt x="2011" y="78"/>
                  <a:pt x="2011" y="78"/>
                </a:cubicBezTo>
                <a:cubicBezTo>
                  <a:pt x="2011" y="78"/>
                  <a:pt x="2011" y="78"/>
                  <a:pt x="2011" y="78"/>
                </a:cubicBezTo>
                <a:cubicBezTo>
                  <a:pt x="2015" y="79"/>
                  <a:pt x="2015" y="79"/>
                  <a:pt x="2015" y="79"/>
                </a:cubicBezTo>
                <a:cubicBezTo>
                  <a:pt x="2015" y="79"/>
                  <a:pt x="2015" y="79"/>
                  <a:pt x="2015" y="79"/>
                </a:cubicBezTo>
                <a:cubicBezTo>
                  <a:pt x="2018" y="82"/>
                  <a:pt x="2018" y="82"/>
                  <a:pt x="2018" y="82"/>
                </a:cubicBezTo>
                <a:cubicBezTo>
                  <a:pt x="2018" y="82"/>
                  <a:pt x="2018" y="82"/>
                  <a:pt x="2018" y="82"/>
                </a:cubicBezTo>
                <a:cubicBezTo>
                  <a:pt x="2022" y="84"/>
                  <a:pt x="2022" y="84"/>
                  <a:pt x="2022" y="84"/>
                </a:cubicBezTo>
                <a:cubicBezTo>
                  <a:pt x="2022" y="84"/>
                  <a:pt x="2022" y="84"/>
                  <a:pt x="2022" y="84"/>
                </a:cubicBezTo>
                <a:cubicBezTo>
                  <a:pt x="2027" y="86"/>
                  <a:pt x="2027" y="86"/>
                  <a:pt x="2027" y="86"/>
                </a:cubicBezTo>
                <a:cubicBezTo>
                  <a:pt x="2027" y="86"/>
                  <a:pt x="2027" y="86"/>
                  <a:pt x="2027" y="86"/>
                </a:cubicBezTo>
                <a:cubicBezTo>
                  <a:pt x="2033" y="86"/>
                  <a:pt x="2033" y="86"/>
                  <a:pt x="2033" y="86"/>
                </a:cubicBezTo>
                <a:cubicBezTo>
                  <a:pt x="2033" y="86"/>
                  <a:pt x="2033" y="86"/>
                  <a:pt x="2033" y="86"/>
                </a:cubicBezTo>
                <a:cubicBezTo>
                  <a:pt x="2032" y="92"/>
                  <a:pt x="2032" y="92"/>
                  <a:pt x="2032" y="92"/>
                </a:cubicBezTo>
                <a:cubicBezTo>
                  <a:pt x="2032" y="92"/>
                  <a:pt x="2032" y="92"/>
                  <a:pt x="2032" y="92"/>
                </a:cubicBezTo>
                <a:cubicBezTo>
                  <a:pt x="2032" y="98"/>
                  <a:pt x="2032" y="98"/>
                  <a:pt x="2032" y="98"/>
                </a:cubicBezTo>
                <a:cubicBezTo>
                  <a:pt x="2032" y="98"/>
                  <a:pt x="2032" y="98"/>
                  <a:pt x="2032" y="98"/>
                </a:cubicBezTo>
                <a:cubicBezTo>
                  <a:pt x="2031" y="103"/>
                  <a:pt x="2031" y="103"/>
                  <a:pt x="2031" y="103"/>
                </a:cubicBezTo>
                <a:cubicBezTo>
                  <a:pt x="2031" y="103"/>
                  <a:pt x="2031" y="103"/>
                  <a:pt x="2031" y="103"/>
                </a:cubicBezTo>
                <a:cubicBezTo>
                  <a:pt x="2031" y="108"/>
                  <a:pt x="2031" y="108"/>
                  <a:pt x="2031" y="108"/>
                </a:cubicBezTo>
                <a:cubicBezTo>
                  <a:pt x="2031" y="108"/>
                  <a:pt x="2031" y="108"/>
                  <a:pt x="2031" y="108"/>
                </a:cubicBezTo>
                <a:cubicBezTo>
                  <a:pt x="2029" y="114"/>
                  <a:pt x="2029" y="114"/>
                  <a:pt x="2029" y="114"/>
                </a:cubicBezTo>
                <a:cubicBezTo>
                  <a:pt x="2029" y="114"/>
                  <a:pt x="2029" y="114"/>
                  <a:pt x="2029" y="114"/>
                </a:cubicBezTo>
                <a:cubicBezTo>
                  <a:pt x="2028" y="119"/>
                  <a:pt x="2028" y="119"/>
                  <a:pt x="2028" y="119"/>
                </a:cubicBezTo>
                <a:cubicBezTo>
                  <a:pt x="2028" y="119"/>
                  <a:pt x="2028" y="119"/>
                  <a:pt x="2028" y="119"/>
                </a:cubicBezTo>
                <a:cubicBezTo>
                  <a:pt x="2024" y="124"/>
                  <a:pt x="2024" y="124"/>
                  <a:pt x="2024" y="124"/>
                </a:cubicBezTo>
                <a:cubicBezTo>
                  <a:pt x="2024" y="124"/>
                  <a:pt x="2024" y="124"/>
                  <a:pt x="2024" y="124"/>
                </a:cubicBezTo>
                <a:cubicBezTo>
                  <a:pt x="2021" y="127"/>
                  <a:pt x="2021" y="127"/>
                  <a:pt x="2021" y="127"/>
                </a:cubicBezTo>
                <a:cubicBezTo>
                  <a:pt x="2021" y="127"/>
                  <a:pt x="2021" y="127"/>
                  <a:pt x="2021" y="127"/>
                </a:cubicBezTo>
                <a:cubicBezTo>
                  <a:pt x="2018" y="128"/>
                  <a:pt x="2018" y="128"/>
                  <a:pt x="2018" y="128"/>
                </a:cubicBezTo>
                <a:cubicBezTo>
                  <a:pt x="2018" y="128"/>
                  <a:pt x="2018" y="128"/>
                  <a:pt x="2018" y="128"/>
                </a:cubicBezTo>
                <a:cubicBezTo>
                  <a:pt x="2016" y="130"/>
                  <a:pt x="2016" y="130"/>
                  <a:pt x="2016" y="130"/>
                </a:cubicBezTo>
                <a:cubicBezTo>
                  <a:pt x="2016" y="130"/>
                  <a:pt x="2016" y="130"/>
                  <a:pt x="2016" y="130"/>
                </a:cubicBezTo>
                <a:cubicBezTo>
                  <a:pt x="2014" y="133"/>
                  <a:pt x="2014" y="133"/>
                  <a:pt x="2014" y="133"/>
                </a:cubicBezTo>
                <a:cubicBezTo>
                  <a:pt x="2014" y="133"/>
                  <a:pt x="2014" y="133"/>
                  <a:pt x="2014" y="133"/>
                </a:cubicBezTo>
                <a:cubicBezTo>
                  <a:pt x="2013" y="135"/>
                  <a:pt x="2013" y="135"/>
                  <a:pt x="2013" y="135"/>
                </a:cubicBezTo>
                <a:cubicBezTo>
                  <a:pt x="2013" y="135"/>
                  <a:pt x="2013" y="135"/>
                  <a:pt x="2013" y="135"/>
                </a:cubicBezTo>
                <a:cubicBezTo>
                  <a:pt x="2011" y="138"/>
                  <a:pt x="2011" y="138"/>
                  <a:pt x="2011" y="138"/>
                </a:cubicBezTo>
                <a:cubicBezTo>
                  <a:pt x="2011" y="138"/>
                  <a:pt x="2011" y="138"/>
                  <a:pt x="2011" y="138"/>
                </a:cubicBezTo>
                <a:cubicBezTo>
                  <a:pt x="2009" y="140"/>
                  <a:pt x="2009" y="140"/>
                  <a:pt x="2009" y="140"/>
                </a:cubicBezTo>
                <a:cubicBezTo>
                  <a:pt x="2009" y="140"/>
                  <a:pt x="2009" y="140"/>
                  <a:pt x="2009" y="140"/>
                </a:cubicBezTo>
                <a:cubicBezTo>
                  <a:pt x="2005" y="142"/>
                  <a:pt x="2005" y="142"/>
                  <a:pt x="2005" y="142"/>
                </a:cubicBezTo>
                <a:cubicBezTo>
                  <a:pt x="2005" y="142"/>
                  <a:pt x="2005" y="142"/>
                  <a:pt x="2005" y="142"/>
                </a:cubicBezTo>
                <a:cubicBezTo>
                  <a:pt x="2006" y="144"/>
                  <a:pt x="2006" y="144"/>
                  <a:pt x="2006" y="144"/>
                </a:cubicBezTo>
                <a:cubicBezTo>
                  <a:pt x="2003" y="142"/>
                  <a:pt x="2003" y="142"/>
                  <a:pt x="2003" y="142"/>
                </a:cubicBezTo>
                <a:cubicBezTo>
                  <a:pt x="1971" y="194"/>
                  <a:pt x="1971" y="194"/>
                  <a:pt x="1971" y="194"/>
                </a:cubicBezTo>
                <a:cubicBezTo>
                  <a:pt x="1967" y="195"/>
                  <a:pt x="1967" y="195"/>
                  <a:pt x="1967" y="195"/>
                </a:cubicBezTo>
                <a:cubicBezTo>
                  <a:pt x="1950" y="219"/>
                  <a:pt x="1950" y="219"/>
                  <a:pt x="1950" y="219"/>
                </a:cubicBezTo>
                <a:cubicBezTo>
                  <a:pt x="1948" y="221"/>
                  <a:pt x="1948" y="221"/>
                  <a:pt x="1948" y="221"/>
                </a:cubicBezTo>
                <a:cubicBezTo>
                  <a:pt x="1952" y="225"/>
                  <a:pt x="1952" y="225"/>
                  <a:pt x="1952" y="225"/>
                </a:cubicBezTo>
                <a:cubicBezTo>
                  <a:pt x="1952" y="225"/>
                  <a:pt x="1952" y="225"/>
                  <a:pt x="1952" y="225"/>
                </a:cubicBezTo>
                <a:cubicBezTo>
                  <a:pt x="1953" y="225"/>
                  <a:pt x="1953" y="225"/>
                  <a:pt x="1953" y="225"/>
                </a:cubicBezTo>
                <a:cubicBezTo>
                  <a:pt x="1953" y="225"/>
                  <a:pt x="1953" y="225"/>
                  <a:pt x="1953" y="225"/>
                </a:cubicBezTo>
                <a:cubicBezTo>
                  <a:pt x="1956" y="224"/>
                  <a:pt x="1956" y="224"/>
                  <a:pt x="1956" y="224"/>
                </a:cubicBezTo>
                <a:cubicBezTo>
                  <a:pt x="1956" y="224"/>
                  <a:pt x="1956" y="224"/>
                  <a:pt x="1956" y="224"/>
                </a:cubicBezTo>
                <a:cubicBezTo>
                  <a:pt x="1957" y="223"/>
                  <a:pt x="1957" y="223"/>
                  <a:pt x="1957" y="223"/>
                </a:cubicBezTo>
                <a:cubicBezTo>
                  <a:pt x="1957" y="223"/>
                  <a:pt x="1957" y="223"/>
                  <a:pt x="1957" y="223"/>
                </a:cubicBezTo>
                <a:cubicBezTo>
                  <a:pt x="1960" y="222"/>
                  <a:pt x="1960" y="222"/>
                  <a:pt x="1960" y="222"/>
                </a:cubicBezTo>
                <a:cubicBezTo>
                  <a:pt x="1960" y="222"/>
                  <a:pt x="1960" y="222"/>
                  <a:pt x="1960" y="222"/>
                </a:cubicBezTo>
                <a:cubicBezTo>
                  <a:pt x="1962" y="222"/>
                  <a:pt x="1962" y="222"/>
                  <a:pt x="1962" y="222"/>
                </a:cubicBezTo>
                <a:cubicBezTo>
                  <a:pt x="1962" y="222"/>
                  <a:pt x="1962" y="222"/>
                  <a:pt x="1962" y="222"/>
                </a:cubicBezTo>
                <a:cubicBezTo>
                  <a:pt x="1965" y="221"/>
                  <a:pt x="1965" y="221"/>
                  <a:pt x="1965" y="221"/>
                </a:cubicBezTo>
                <a:cubicBezTo>
                  <a:pt x="1965" y="221"/>
                  <a:pt x="1965" y="221"/>
                  <a:pt x="1965" y="221"/>
                </a:cubicBezTo>
                <a:cubicBezTo>
                  <a:pt x="1968" y="221"/>
                  <a:pt x="1968" y="221"/>
                  <a:pt x="1968" y="221"/>
                </a:cubicBezTo>
                <a:cubicBezTo>
                  <a:pt x="1968" y="221"/>
                  <a:pt x="1968" y="221"/>
                  <a:pt x="1968" y="221"/>
                </a:cubicBezTo>
                <a:cubicBezTo>
                  <a:pt x="1971" y="220"/>
                  <a:pt x="1971" y="220"/>
                  <a:pt x="1971" y="220"/>
                </a:cubicBezTo>
                <a:cubicBezTo>
                  <a:pt x="1971" y="220"/>
                  <a:pt x="1971" y="220"/>
                  <a:pt x="1971" y="220"/>
                </a:cubicBezTo>
                <a:cubicBezTo>
                  <a:pt x="1972" y="224"/>
                  <a:pt x="1972" y="224"/>
                  <a:pt x="1972" y="224"/>
                </a:cubicBezTo>
                <a:cubicBezTo>
                  <a:pt x="1972" y="224"/>
                  <a:pt x="1972" y="224"/>
                  <a:pt x="1972" y="224"/>
                </a:cubicBezTo>
                <a:cubicBezTo>
                  <a:pt x="1973" y="227"/>
                  <a:pt x="1973" y="227"/>
                  <a:pt x="1973" y="227"/>
                </a:cubicBezTo>
                <a:cubicBezTo>
                  <a:pt x="1973" y="227"/>
                  <a:pt x="1973" y="227"/>
                  <a:pt x="1973" y="227"/>
                </a:cubicBezTo>
                <a:cubicBezTo>
                  <a:pt x="1974" y="229"/>
                  <a:pt x="1974" y="229"/>
                  <a:pt x="1974" y="229"/>
                </a:cubicBezTo>
                <a:cubicBezTo>
                  <a:pt x="1974" y="229"/>
                  <a:pt x="1974" y="229"/>
                  <a:pt x="1974" y="229"/>
                </a:cubicBezTo>
                <a:cubicBezTo>
                  <a:pt x="1976" y="232"/>
                  <a:pt x="1976" y="232"/>
                  <a:pt x="1976" y="232"/>
                </a:cubicBezTo>
                <a:cubicBezTo>
                  <a:pt x="1976" y="232"/>
                  <a:pt x="1976" y="232"/>
                  <a:pt x="1976" y="232"/>
                </a:cubicBezTo>
                <a:cubicBezTo>
                  <a:pt x="1976" y="236"/>
                  <a:pt x="1976" y="236"/>
                  <a:pt x="1976" y="236"/>
                </a:cubicBezTo>
                <a:cubicBezTo>
                  <a:pt x="1976" y="236"/>
                  <a:pt x="1976" y="236"/>
                  <a:pt x="1976" y="236"/>
                </a:cubicBezTo>
                <a:cubicBezTo>
                  <a:pt x="1977" y="240"/>
                  <a:pt x="1977" y="240"/>
                  <a:pt x="1977" y="240"/>
                </a:cubicBezTo>
                <a:cubicBezTo>
                  <a:pt x="1977" y="240"/>
                  <a:pt x="1977" y="240"/>
                  <a:pt x="1977" y="240"/>
                </a:cubicBezTo>
                <a:cubicBezTo>
                  <a:pt x="1977" y="243"/>
                  <a:pt x="1977" y="243"/>
                  <a:pt x="1977" y="243"/>
                </a:cubicBezTo>
                <a:cubicBezTo>
                  <a:pt x="1977" y="243"/>
                  <a:pt x="1977" y="243"/>
                  <a:pt x="1977" y="243"/>
                </a:cubicBezTo>
                <a:cubicBezTo>
                  <a:pt x="1977" y="245"/>
                  <a:pt x="1977" y="245"/>
                  <a:pt x="1977" y="245"/>
                </a:cubicBezTo>
                <a:cubicBezTo>
                  <a:pt x="1977" y="245"/>
                  <a:pt x="1977" y="245"/>
                  <a:pt x="1977" y="245"/>
                </a:cubicBezTo>
                <a:cubicBezTo>
                  <a:pt x="1947" y="267"/>
                  <a:pt x="1947" y="267"/>
                  <a:pt x="1947" y="267"/>
                </a:cubicBezTo>
                <a:cubicBezTo>
                  <a:pt x="1947" y="267"/>
                  <a:pt x="1947" y="267"/>
                  <a:pt x="1947" y="267"/>
                </a:cubicBezTo>
                <a:cubicBezTo>
                  <a:pt x="1892" y="315"/>
                  <a:pt x="1892" y="315"/>
                  <a:pt x="1892" y="315"/>
                </a:cubicBezTo>
                <a:cubicBezTo>
                  <a:pt x="1892" y="315"/>
                  <a:pt x="1892" y="315"/>
                  <a:pt x="1892" y="315"/>
                </a:cubicBezTo>
                <a:cubicBezTo>
                  <a:pt x="1894" y="319"/>
                  <a:pt x="1894" y="319"/>
                  <a:pt x="1894" y="319"/>
                </a:cubicBezTo>
                <a:cubicBezTo>
                  <a:pt x="1894" y="319"/>
                  <a:pt x="1894" y="319"/>
                  <a:pt x="1894" y="319"/>
                </a:cubicBezTo>
                <a:cubicBezTo>
                  <a:pt x="1923" y="307"/>
                  <a:pt x="1923" y="307"/>
                  <a:pt x="1923" y="307"/>
                </a:cubicBezTo>
                <a:cubicBezTo>
                  <a:pt x="1923" y="307"/>
                  <a:pt x="1923" y="307"/>
                  <a:pt x="1923" y="307"/>
                </a:cubicBezTo>
                <a:cubicBezTo>
                  <a:pt x="1925" y="306"/>
                  <a:pt x="1925" y="306"/>
                  <a:pt x="1925" y="306"/>
                </a:cubicBezTo>
                <a:cubicBezTo>
                  <a:pt x="1925" y="306"/>
                  <a:pt x="1925" y="306"/>
                  <a:pt x="1925" y="306"/>
                </a:cubicBezTo>
                <a:cubicBezTo>
                  <a:pt x="1928" y="305"/>
                  <a:pt x="1928" y="305"/>
                  <a:pt x="1928" y="305"/>
                </a:cubicBezTo>
                <a:cubicBezTo>
                  <a:pt x="1928" y="305"/>
                  <a:pt x="1928" y="305"/>
                  <a:pt x="1928" y="305"/>
                </a:cubicBezTo>
                <a:cubicBezTo>
                  <a:pt x="1931" y="304"/>
                  <a:pt x="1931" y="304"/>
                  <a:pt x="1931" y="304"/>
                </a:cubicBezTo>
                <a:cubicBezTo>
                  <a:pt x="1931" y="304"/>
                  <a:pt x="1931" y="304"/>
                  <a:pt x="1931" y="304"/>
                </a:cubicBezTo>
                <a:cubicBezTo>
                  <a:pt x="1934" y="303"/>
                  <a:pt x="1934" y="303"/>
                  <a:pt x="1934" y="303"/>
                </a:cubicBezTo>
                <a:cubicBezTo>
                  <a:pt x="1934" y="303"/>
                  <a:pt x="1934" y="303"/>
                  <a:pt x="1934" y="303"/>
                </a:cubicBezTo>
                <a:cubicBezTo>
                  <a:pt x="1937" y="304"/>
                  <a:pt x="1937" y="304"/>
                  <a:pt x="1937" y="304"/>
                </a:cubicBezTo>
                <a:cubicBezTo>
                  <a:pt x="1937" y="304"/>
                  <a:pt x="1937" y="304"/>
                  <a:pt x="1937" y="304"/>
                </a:cubicBezTo>
                <a:cubicBezTo>
                  <a:pt x="1940" y="304"/>
                  <a:pt x="1940" y="304"/>
                  <a:pt x="1940" y="304"/>
                </a:cubicBezTo>
                <a:cubicBezTo>
                  <a:pt x="1940" y="304"/>
                  <a:pt x="1940" y="304"/>
                  <a:pt x="1940" y="304"/>
                </a:cubicBezTo>
                <a:cubicBezTo>
                  <a:pt x="1944" y="305"/>
                  <a:pt x="1944" y="305"/>
                  <a:pt x="1944" y="305"/>
                </a:cubicBezTo>
                <a:cubicBezTo>
                  <a:pt x="1944" y="305"/>
                  <a:pt x="1944" y="305"/>
                  <a:pt x="1944" y="305"/>
                </a:cubicBezTo>
                <a:cubicBezTo>
                  <a:pt x="1949" y="305"/>
                  <a:pt x="1949" y="305"/>
                  <a:pt x="1949" y="305"/>
                </a:cubicBezTo>
                <a:cubicBezTo>
                  <a:pt x="1949" y="305"/>
                  <a:pt x="1949" y="305"/>
                  <a:pt x="1949" y="305"/>
                </a:cubicBezTo>
                <a:cubicBezTo>
                  <a:pt x="1950" y="306"/>
                  <a:pt x="1950" y="306"/>
                  <a:pt x="1950" y="306"/>
                </a:cubicBezTo>
                <a:cubicBezTo>
                  <a:pt x="1950" y="306"/>
                  <a:pt x="1950" y="306"/>
                  <a:pt x="1950" y="306"/>
                </a:cubicBezTo>
                <a:cubicBezTo>
                  <a:pt x="1951" y="307"/>
                  <a:pt x="1951" y="307"/>
                  <a:pt x="1951" y="307"/>
                </a:cubicBezTo>
                <a:cubicBezTo>
                  <a:pt x="1951" y="307"/>
                  <a:pt x="1951" y="307"/>
                  <a:pt x="1951" y="307"/>
                </a:cubicBezTo>
                <a:cubicBezTo>
                  <a:pt x="1952" y="308"/>
                  <a:pt x="1952" y="308"/>
                  <a:pt x="1952" y="308"/>
                </a:cubicBezTo>
                <a:cubicBezTo>
                  <a:pt x="1952" y="308"/>
                  <a:pt x="1952" y="308"/>
                  <a:pt x="1952" y="308"/>
                </a:cubicBezTo>
                <a:cubicBezTo>
                  <a:pt x="1953" y="308"/>
                  <a:pt x="1953" y="308"/>
                  <a:pt x="1953" y="308"/>
                </a:cubicBezTo>
                <a:cubicBezTo>
                  <a:pt x="1953" y="308"/>
                  <a:pt x="1953" y="308"/>
                  <a:pt x="1953" y="308"/>
                </a:cubicBezTo>
                <a:cubicBezTo>
                  <a:pt x="1954" y="309"/>
                  <a:pt x="1954" y="309"/>
                  <a:pt x="1954" y="309"/>
                </a:cubicBezTo>
                <a:cubicBezTo>
                  <a:pt x="1954" y="309"/>
                  <a:pt x="1954" y="309"/>
                  <a:pt x="1954" y="309"/>
                </a:cubicBezTo>
                <a:cubicBezTo>
                  <a:pt x="1955" y="310"/>
                  <a:pt x="1955" y="310"/>
                  <a:pt x="1955" y="310"/>
                </a:cubicBezTo>
                <a:cubicBezTo>
                  <a:pt x="1955" y="310"/>
                  <a:pt x="1955" y="310"/>
                  <a:pt x="1955" y="310"/>
                </a:cubicBezTo>
                <a:cubicBezTo>
                  <a:pt x="1956" y="310"/>
                  <a:pt x="1956" y="310"/>
                  <a:pt x="1956" y="310"/>
                </a:cubicBezTo>
                <a:cubicBezTo>
                  <a:pt x="1956" y="310"/>
                  <a:pt x="1956" y="310"/>
                  <a:pt x="1956" y="310"/>
                </a:cubicBezTo>
                <a:cubicBezTo>
                  <a:pt x="1959" y="310"/>
                  <a:pt x="1959" y="310"/>
                  <a:pt x="1959" y="310"/>
                </a:cubicBezTo>
                <a:cubicBezTo>
                  <a:pt x="1959" y="310"/>
                  <a:pt x="1959" y="310"/>
                  <a:pt x="1959" y="310"/>
                </a:cubicBezTo>
                <a:cubicBezTo>
                  <a:pt x="1959" y="313"/>
                  <a:pt x="1959" y="313"/>
                  <a:pt x="1959" y="313"/>
                </a:cubicBezTo>
                <a:cubicBezTo>
                  <a:pt x="1959" y="313"/>
                  <a:pt x="1959" y="313"/>
                  <a:pt x="1959" y="313"/>
                </a:cubicBezTo>
                <a:cubicBezTo>
                  <a:pt x="1960" y="316"/>
                  <a:pt x="1960" y="316"/>
                  <a:pt x="1960" y="316"/>
                </a:cubicBezTo>
                <a:cubicBezTo>
                  <a:pt x="1960" y="316"/>
                  <a:pt x="1960" y="316"/>
                  <a:pt x="1960" y="316"/>
                </a:cubicBezTo>
                <a:cubicBezTo>
                  <a:pt x="1960" y="319"/>
                  <a:pt x="1960" y="319"/>
                  <a:pt x="1960" y="319"/>
                </a:cubicBezTo>
                <a:cubicBezTo>
                  <a:pt x="1960" y="319"/>
                  <a:pt x="1960" y="319"/>
                  <a:pt x="1960" y="319"/>
                </a:cubicBezTo>
                <a:cubicBezTo>
                  <a:pt x="1960" y="322"/>
                  <a:pt x="1960" y="322"/>
                  <a:pt x="1960" y="322"/>
                </a:cubicBezTo>
                <a:cubicBezTo>
                  <a:pt x="1960" y="322"/>
                  <a:pt x="1960" y="322"/>
                  <a:pt x="1960" y="322"/>
                </a:cubicBezTo>
                <a:cubicBezTo>
                  <a:pt x="1958" y="324"/>
                  <a:pt x="1958" y="324"/>
                  <a:pt x="1958" y="324"/>
                </a:cubicBezTo>
                <a:cubicBezTo>
                  <a:pt x="1958" y="324"/>
                  <a:pt x="1958" y="324"/>
                  <a:pt x="1958" y="324"/>
                </a:cubicBezTo>
                <a:cubicBezTo>
                  <a:pt x="1957" y="326"/>
                  <a:pt x="1957" y="326"/>
                  <a:pt x="1957" y="326"/>
                </a:cubicBezTo>
                <a:cubicBezTo>
                  <a:pt x="1957" y="326"/>
                  <a:pt x="1957" y="326"/>
                  <a:pt x="1957" y="326"/>
                </a:cubicBezTo>
                <a:cubicBezTo>
                  <a:pt x="1955" y="329"/>
                  <a:pt x="1955" y="329"/>
                  <a:pt x="1955" y="329"/>
                </a:cubicBezTo>
                <a:cubicBezTo>
                  <a:pt x="1955" y="329"/>
                  <a:pt x="1955" y="329"/>
                  <a:pt x="1955" y="329"/>
                </a:cubicBezTo>
                <a:cubicBezTo>
                  <a:pt x="1954" y="331"/>
                  <a:pt x="1954" y="331"/>
                  <a:pt x="1954" y="331"/>
                </a:cubicBezTo>
                <a:cubicBezTo>
                  <a:pt x="1954" y="331"/>
                  <a:pt x="1954" y="331"/>
                  <a:pt x="1954" y="331"/>
                </a:cubicBezTo>
                <a:cubicBezTo>
                  <a:pt x="1948" y="335"/>
                  <a:pt x="1948" y="335"/>
                  <a:pt x="1948" y="335"/>
                </a:cubicBezTo>
                <a:cubicBezTo>
                  <a:pt x="1948" y="335"/>
                  <a:pt x="1948" y="335"/>
                  <a:pt x="1948" y="335"/>
                </a:cubicBezTo>
                <a:cubicBezTo>
                  <a:pt x="1944" y="338"/>
                  <a:pt x="1944" y="338"/>
                  <a:pt x="1944" y="338"/>
                </a:cubicBezTo>
                <a:cubicBezTo>
                  <a:pt x="1944" y="338"/>
                  <a:pt x="1944" y="338"/>
                  <a:pt x="1944" y="338"/>
                </a:cubicBezTo>
                <a:cubicBezTo>
                  <a:pt x="1940" y="341"/>
                  <a:pt x="1940" y="341"/>
                  <a:pt x="1940" y="341"/>
                </a:cubicBezTo>
                <a:cubicBezTo>
                  <a:pt x="1940" y="341"/>
                  <a:pt x="1940" y="341"/>
                  <a:pt x="1940" y="341"/>
                </a:cubicBezTo>
                <a:cubicBezTo>
                  <a:pt x="1937" y="345"/>
                  <a:pt x="1937" y="345"/>
                  <a:pt x="1937" y="345"/>
                </a:cubicBezTo>
                <a:cubicBezTo>
                  <a:pt x="1937" y="345"/>
                  <a:pt x="1937" y="345"/>
                  <a:pt x="1937" y="345"/>
                </a:cubicBezTo>
                <a:cubicBezTo>
                  <a:pt x="1933" y="350"/>
                  <a:pt x="1933" y="350"/>
                  <a:pt x="1933" y="350"/>
                </a:cubicBezTo>
                <a:cubicBezTo>
                  <a:pt x="1933" y="350"/>
                  <a:pt x="1933" y="350"/>
                  <a:pt x="1933" y="350"/>
                </a:cubicBezTo>
                <a:cubicBezTo>
                  <a:pt x="1930" y="353"/>
                  <a:pt x="1930" y="353"/>
                  <a:pt x="1930" y="353"/>
                </a:cubicBezTo>
                <a:cubicBezTo>
                  <a:pt x="1930" y="353"/>
                  <a:pt x="1930" y="353"/>
                  <a:pt x="1930" y="353"/>
                </a:cubicBezTo>
                <a:cubicBezTo>
                  <a:pt x="1925" y="356"/>
                  <a:pt x="1925" y="356"/>
                  <a:pt x="1925" y="356"/>
                </a:cubicBezTo>
                <a:cubicBezTo>
                  <a:pt x="1925" y="356"/>
                  <a:pt x="1925" y="356"/>
                  <a:pt x="1925" y="356"/>
                </a:cubicBezTo>
                <a:cubicBezTo>
                  <a:pt x="1919" y="356"/>
                  <a:pt x="1919" y="356"/>
                  <a:pt x="1919" y="356"/>
                </a:cubicBezTo>
                <a:cubicBezTo>
                  <a:pt x="1919" y="356"/>
                  <a:pt x="1919" y="356"/>
                  <a:pt x="1919" y="356"/>
                </a:cubicBezTo>
                <a:cubicBezTo>
                  <a:pt x="1917" y="353"/>
                  <a:pt x="1917" y="353"/>
                  <a:pt x="1917" y="353"/>
                </a:cubicBezTo>
                <a:cubicBezTo>
                  <a:pt x="1917" y="353"/>
                  <a:pt x="1917" y="353"/>
                  <a:pt x="1917" y="353"/>
                </a:cubicBezTo>
                <a:cubicBezTo>
                  <a:pt x="1918" y="348"/>
                  <a:pt x="1918" y="348"/>
                  <a:pt x="1918" y="348"/>
                </a:cubicBezTo>
                <a:cubicBezTo>
                  <a:pt x="1918" y="348"/>
                  <a:pt x="1918" y="348"/>
                  <a:pt x="1918" y="348"/>
                </a:cubicBezTo>
                <a:cubicBezTo>
                  <a:pt x="1921" y="344"/>
                  <a:pt x="1921" y="344"/>
                  <a:pt x="1921" y="344"/>
                </a:cubicBezTo>
                <a:cubicBezTo>
                  <a:pt x="1921" y="344"/>
                  <a:pt x="1921" y="344"/>
                  <a:pt x="1921" y="344"/>
                </a:cubicBezTo>
                <a:cubicBezTo>
                  <a:pt x="1925" y="340"/>
                  <a:pt x="1925" y="340"/>
                  <a:pt x="1925" y="340"/>
                </a:cubicBezTo>
                <a:cubicBezTo>
                  <a:pt x="1925" y="340"/>
                  <a:pt x="1925" y="340"/>
                  <a:pt x="1925" y="340"/>
                </a:cubicBezTo>
                <a:cubicBezTo>
                  <a:pt x="1927" y="338"/>
                  <a:pt x="1927" y="338"/>
                  <a:pt x="1927" y="338"/>
                </a:cubicBezTo>
                <a:cubicBezTo>
                  <a:pt x="1927" y="338"/>
                  <a:pt x="1927" y="338"/>
                  <a:pt x="1927" y="338"/>
                </a:cubicBezTo>
                <a:cubicBezTo>
                  <a:pt x="1930" y="334"/>
                  <a:pt x="1930" y="334"/>
                  <a:pt x="1930" y="334"/>
                </a:cubicBezTo>
                <a:cubicBezTo>
                  <a:pt x="1930" y="334"/>
                  <a:pt x="1930" y="334"/>
                  <a:pt x="1930" y="334"/>
                </a:cubicBezTo>
                <a:cubicBezTo>
                  <a:pt x="1932" y="330"/>
                  <a:pt x="1932" y="330"/>
                  <a:pt x="1932" y="330"/>
                </a:cubicBezTo>
                <a:cubicBezTo>
                  <a:pt x="1932" y="330"/>
                  <a:pt x="1932" y="330"/>
                  <a:pt x="1932" y="330"/>
                </a:cubicBezTo>
                <a:cubicBezTo>
                  <a:pt x="1933" y="324"/>
                  <a:pt x="1933" y="324"/>
                  <a:pt x="1933" y="324"/>
                </a:cubicBezTo>
                <a:cubicBezTo>
                  <a:pt x="1933" y="324"/>
                  <a:pt x="1933" y="324"/>
                  <a:pt x="1933" y="324"/>
                </a:cubicBezTo>
                <a:cubicBezTo>
                  <a:pt x="1931" y="324"/>
                  <a:pt x="1931" y="324"/>
                  <a:pt x="1931" y="324"/>
                </a:cubicBezTo>
                <a:cubicBezTo>
                  <a:pt x="1931" y="324"/>
                  <a:pt x="1931" y="324"/>
                  <a:pt x="1931" y="324"/>
                </a:cubicBezTo>
                <a:cubicBezTo>
                  <a:pt x="1929" y="324"/>
                  <a:pt x="1929" y="324"/>
                  <a:pt x="1929" y="324"/>
                </a:cubicBezTo>
                <a:cubicBezTo>
                  <a:pt x="1929" y="324"/>
                  <a:pt x="1929" y="324"/>
                  <a:pt x="1929" y="324"/>
                </a:cubicBezTo>
                <a:cubicBezTo>
                  <a:pt x="1927" y="324"/>
                  <a:pt x="1927" y="324"/>
                  <a:pt x="1927" y="324"/>
                </a:cubicBezTo>
                <a:cubicBezTo>
                  <a:pt x="1927" y="324"/>
                  <a:pt x="1927" y="324"/>
                  <a:pt x="1927" y="324"/>
                </a:cubicBezTo>
                <a:cubicBezTo>
                  <a:pt x="1926" y="323"/>
                  <a:pt x="1926" y="323"/>
                  <a:pt x="1926" y="323"/>
                </a:cubicBezTo>
                <a:cubicBezTo>
                  <a:pt x="1926" y="323"/>
                  <a:pt x="1926" y="323"/>
                  <a:pt x="1926" y="323"/>
                </a:cubicBezTo>
                <a:cubicBezTo>
                  <a:pt x="1924" y="324"/>
                  <a:pt x="1924" y="324"/>
                  <a:pt x="1924" y="324"/>
                </a:cubicBezTo>
                <a:cubicBezTo>
                  <a:pt x="1924" y="324"/>
                  <a:pt x="1924" y="324"/>
                  <a:pt x="1924" y="324"/>
                </a:cubicBezTo>
                <a:cubicBezTo>
                  <a:pt x="1921" y="324"/>
                  <a:pt x="1921" y="324"/>
                  <a:pt x="1921" y="324"/>
                </a:cubicBezTo>
                <a:cubicBezTo>
                  <a:pt x="1921" y="324"/>
                  <a:pt x="1921" y="324"/>
                  <a:pt x="1921" y="324"/>
                </a:cubicBezTo>
                <a:cubicBezTo>
                  <a:pt x="1919" y="324"/>
                  <a:pt x="1919" y="324"/>
                  <a:pt x="1919" y="324"/>
                </a:cubicBezTo>
                <a:cubicBezTo>
                  <a:pt x="1919" y="324"/>
                  <a:pt x="1919" y="324"/>
                  <a:pt x="1919" y="324"/>
                </a:cubicBezTo>
                <a:cubicBezTo>
                  <a:pt x="1918" y="324"/>
                  <a:pt x="1918" y="324"/>
                  <a:pt x="1918" y="324"/>
                </a:cubicBezTo>
                <a:cubicBezTo>
                  <a:pt x="1918" y="324"/>
                  <a:pt x="1918" y="324"/>
                  <a:pt x="1918" y="324"/>
                </a:cubicBezTo>
                <a:cubicBezTo>
                  <a:pt x="1900" y="344"/>
                  <a:pt x="1900" y="344"/>
                  <a:pt x="1900" y="344"/>
                </a:cubicBezTo>
                <a:cubicBezTo>
                  <a:pt x="1900" y="344"/>
                  <a:pt x="1900" y="344"/>
                  <a:pt x="1900" y="344"/>
                </a:cubicBezTo>
                <a:cubicBezTo>
                  <a:pt x="1901" y="361"/>
                  <a:pt x="1901" y="361"/>
                  <a:pt x="1901" y="361"/>
                </a:cubicBezTo>
                <a:cubicBezTo>
                  <a:pt x="1901" y="361"/>
                  <a:pt x="1901" y="361"/>
                  <a:pt x="1901" y="361"/>
                </a:cubicBezTo>
                <a:cubicBezTo>
                  <a:pt x="1905" y="377"/>
                  <a:pt x="1905" y="377"/>
                  <a:pt x="1905" y="377"/>
                </a:cubicBezTo>
                <a:cubicBezTo>
                  <a:pt x="1905" y="377"/>
                  <a:pt x="1905" y="377"/>
                  <a:pt x="1905" y="377"/>
                </a:cubicBezTo>
                <a:cubicBezTo>
                  <a:pt x="1905" y="394"/>
                  <a:pt x="1905" y="394"/>
                  <a:pt x="1905" y="394"/>
                </a:cubicBezTo>
                <a:cubicBezTo>
                  <a:pt x="1905" y="394"/>
                  <a:pt x="1905" y="394"/>
                  <a:pt x="1905" y="394"/>
                </a:cubicBezTo>
                <a:cubicBezTo>
                  <a:pt x="1906" y="410"/>
                  <a:pt x="1906" y="410"/>
                  <a:pt x="1906" y="410"/>
                </a:cubicBezTo>
                <a:cubicBezTo>
                  <a:pt x="1906" y="410"/>
                  <a:pt x="1906" y="410"/>
                  <a:pt x="1906" y="410"/>
                </a:cubicBezTo>
                <a:cubicBezTo>
                  <a:pt x="1904" y="426"/>
                  <a:pt x="1904" y="426"/>
                  <a:pt x="1904" y="426"/>
                </a:cubicBezTo>
                <a:cubicBezTo>
                  <a:pt x="1904" y="426"/>
                  <a:pt x="1904" y="426"/>
                  <a:pt x="1904" y="426"/>
                </a:cubicBezTo>
                <a:cubicBezTo>
                  <a:pt x="1902" y="442"/>
                  <a:pt x="1902" y="442"/>
                  <a:pt x="1902" y="442"/>
                </a:cubicBezTo>
                <a:cubicBezTo>
                  <a:pt x="1902" y="442"/>
                  <a:pt x="1902" y="442"/>
                  <a:pt x="1902" y="442"/>
                </a:cubicBezTo>
                <a:cubicBezTo>
                  <a:pt x="1900" y="459"/>
                  <a:pt x="1900" y="459"/>
                  <a:pt x="1900" y="459"/>
                </a:cubicBezTo>
                <a:cubicBezTo>
                  <a:pt x="1900" y="459"/>
                  <a:pt x="1900" y="459"/>
                  <a:pt x="1900" y="459"/>
                </a:cubicBezTo>
                <a:cubicBezTo>
                  <a:pt x="1900" y="475"/>
                  <a:pt x="1900" y="475"/>
                  <a:pt x="1900" y="475"/>
                </a:cubicBezTo>
                <a:cubicBezTo>
                  <a:pt x="1900" y="475"/>
                  <a:pt x="1900" y="475"/>
                  <a:pt x="1900" y="475"/>
                </a:cubicBezTo>
                <a:cubicBezTo>
                  <a:pt x="1898" y="476"/>
                  <a:pt x="1898" y="476"/>
                  <a:pt x="1898" y="476"/>
                </a:cubicBezTo>
                <a:cubicBezTo>
                  <a:pt x="1898" y="476"/>
                  <a:pt x="1898" y="476"/>
                  <a:pt x="1898" y="476"/>
                </a:cubicBezTo>
                <a:cubicBezTo>
                  <a:pt x="1897" y="477"/>
                  <a:pt x="1897" y="477"/>
                  <a:pt x="1897" y="477"/>
                </a:cubicBezTo>
                <a:cubicBezTo>
                  <a:pt x="1897" y="477"/>
                  <a:pt x="1897" y="477"/>
                  <a:pt x="1897" y="477"/>
                </a:cubicBezTo>
                <a:cubicBezTo>
                  <a:pt x="1896" y="477"/>
                  <a:pt x="1896" y="477"/>
                  <a:pt x="1896" y="477"/>
                </a:cubicBezTo>
                <a:cubicBezTo>
                  <a:pt x="1896" y="477"/>
                  <a:pt x="1896" y="477"/>
                  <a:pt x="1896" y="477"/>
                </a:cubicBezTo>
                <a:cubicBezTo>
                  <a:pt x="1895" y="477"/>
                  <a:pt x="1895" y="477"/>
                  <a:pt x="1895" y="477"/>
                </a:cubicBezTo>
                <a:cubicBezTo>
                  <a:pt x="1895" y="477"/>
                  <a:pt x="1895" y="477"/>
                  <a:pt x="1895" y="477"/>
                </a:cubicBezTo>
                <a:cubicBezTo>
                  <a:pt x="1893" y="478"/>
                  <a:pt x="1893" y="478"/>
                  <a:pt x="1893" y="478"/>
                </a:cubicBezTo>
                <a:cubicBezTo>
                  <a:pt x="1893" y="478"/>
                  <a:pt x="1893" y="478"/>
                  <a:pt x="1893" y="478"/>
                </a:cubicBezTo>
                <a:cubicBezTo>
                  <a:pt x="1892" y="478"/>
                  <a:pt x="1892" y="478"/>
                  <a:pt x="1892" y="478"/>
                </a:cubicBezTo>
                <a:cubicBezTo>
                  <a:pt x="1892" y="478"/>
                  <a:pt x="1892" y="478"/>
                  <a:pt x="1892" y="478"/>
                </a:cubicBezTo>
                <a:cubicBezTo>
                  <a:pt x="1890" y="478"/>
                  <a:pt x="1890" y="478"/>
                  <a:pt x="1890" y="478"/>
                </a:cubicBezTo>
                <a:cubicBezTo>
                  <a:pt x="1890" y="478"/>
                  <a:pt x="1890" y="478"/>
                  <a:pt x="1890" y="478"/>
                </a:cubicBezTo>
                <a:cubicBezTo>
                  <a:pt x="1889" y="478"/>
                  <a:pt x="1889" y="478"/>
                  <a:pt x="1889" y="478"/>
                </a:cubicBezTo>
                <a:lnTo>
                  <a:pt x="1888" y="478"/>
                </a:lnTo>
                <a:close/>
                <a:moveTo>
                  <a:pt x="19" y="460"/>
                </a:moveTo>
                <a:cubicBezTo>
                  <a:pt x="16" y="460"/>
                  <a:pt x="16" y="460"/>
                  <a:pt x="16" y="460"/>
                </a:cubicBezTo>
                <a:cubicBezTo>
                  <a:pt x="16" y="460"/>
                  <a:pt x="16" y="460"/>
                  <a:pt x="16" y="460"/>
                </a:cubicBezTo>
                <a:cubicBezTo>
                  <a:pt x="15" y="459"/>
                  <a:pt x="15" y="459"/>
                  <a:pt x="15" y="459"/>
                </a:cubicBezTo>
                <a:cubicBezTo>
                  <a:pt x="15" y="459"/>
                  <a:pt x="15" y="459"/>
                  <a:pt x="15" y="459"/>
                </a:cubicBezTo>
                <a:cubicBezTo>
                  <a:pt x="13" y="459"/>
                  <a:pt x="13" y="459"/>
                  <a:pt x="13" y="459"/>
                </a:cubicBezTo>
                <a:cubicBezTo>
                  <a:pt x="13" y="459"/>
                  <a:pt x="13" y="459"/>
                  <a:pt x="13" y="459"/>
                </a:cubicBezTo>
                <a:cubicBezTo>
                  <a:pt x="12" y="458"/>
                  <a:pt x="12" y="458"/>
                  <a:pt x="12" y="458"/>
                </a:cubicBezTo>
                <a:cubicBezTo>
                  <a:pt x="12" y="458"/>
                  <a:pt x="12" y="458"/>
                  <a:pt x="12" y="458"/>
                </a:cubicBezTo>
                <a:cubicBezTo>
                  <a:pt x="10" y="458"/>
                  <a:pt x="10" y="458"/>
                  <a:pt x="10" y="458"/>
                </a:cubicBezTo>
                <a:cubicBezTo>
                  <a:pt x="10" y="458"/>
                  <a:pt x="10" y="458"/>
                  <a:pt x="10" y="458"/>
                </a:cubicBezTo>
                <a:cubicBezTo>
                  <a:pt x="9" y="458"/>
                  <a:pt x="9" y="458"/>
                  <a:pt x="9" y="458"/>
                </a:cubicBezTo>
                <a:cubicBezTo>
                  <a:pt x="9" y="458"/>
                  <a:pt x="9" y="458"/>
                  <a:pt x="9" y="458"/>
                </a:cubicBezTo>
                <a:cubicBezTo>
                  <a:pt x="8" y="457"/>
                  <a:pt x="8" y="457"/>
                  <a:pt x="8" y="457"/>
                </a:cubicBezTo>
                <a:cubicBezTo>
                  <a:pt x="8" y="457"/>
                  <a:pt x="8" y="457"/>
                  <a:pt x="8" y="457"/>
                </a:cubicBezTo>
                <a:cubicBezTo>
                  <a:pt x="7" y="455"/>
                  <a:pt x="7" y="455"/>
                  <a:pt x="7" y="455"/>
                </a:cubicBezTo>
                <a:cubicBezTo>
                  <a:pt x="7" y="455"/>
                  <a:pt x="7" y="455"/>
                  <a:pt x="7" y="455"/>
                </a:cubicBezTo>
                <a:cubicBezTo>
                  <a:pt x="5" y="453"/>
                  <a:pt x="5" y="453"/>
                  <a:pt x="5" y="453"/>
                </a:cubicBezTo>
                <a:cubicBezTo>
                  <a:pt x="5" y="453"/>
                  <a:pt x="5" y="453"/>
                  <a:pt x="5" y="453"/>
                </a:cubicBezTo>
                <a:cubicBezTo>
                  <a:pt x="4" y="452"/>
                  <a:pt x="4" y="452"/>
                  <a:pt x="4" y="452"/>
                </a:cubicBezTo>
                <a:cubicBezTo>
                  <a:pt x="4" y="452"/>
                  <a:pt x="4" y="452"/>
                  <a:pt x="4" y="452"/>
                </a:cubicBezTo>
                <a:cubicBezTo>
                  <a:pt x="2" y="449"/>
                  <a:pt x="2" y="449"/>
                  <a:pt x="2" y="449"/>
                </a:cubicBezTo>
                <a:cubicBezTo>
                  <a:pt x="2" y="449"/>
                  <a:pt x="2" y="449"/>
                  <a:pt x="2" y="449"/>
                </a:cubicBezTo>
                <a:cubicBezTo>
                  <a:pt x="2" y="446"/>
                  <a:pt x="2" y="446"/>
                  <a:pt x="2" y="446"/>
                </a:cubicBezTo>
                <a:cubicBezTo>
                  <a:pt x="2" y="446"/>
                  <a:pt x="2" y="446"/>
                  <a:pt x="2" y="446"/>
                </a:cubicBezTo>
                <a:cubicBezTo>
                  <a:pt x="0" y="443"/>
                  <a:pt x="0" y="443"/>
                  <a:pt x="0" y="443"/>
                </a:cubicBezTo>
                <a:cubicBezTo>
                  <a:pt x="0" y="443"/>
                  <a:pt x="0" y="443"/>
                  <a:pt x="0" y="443"/>
                </a:cubicBezTo>
                <a:cubicBezTo>
                  <a:pt x="0" y="439"/>
                  <a:pt x="0" y="439"/>
                  <a:pt x="0" y="439"/>
                </a:cubicBezTo>
                <a:cubicBezTo>
                  <a:pt x="0" y="439"/>
                  <a:pt x="0" y="439"/>
                  <a:pt x="0" y="439"/>
                </a:cubicBezTo>
                <a:cubicBezTo>
                  <a:pt x="0" y="437"/>
                  <a:pt x="0" y="437"/>
                  <a:pt x="0" y="437"/>
                </a:cubicBezTo>
                <a:cubicBezTo>
                  <a:pt x="0" y="437"/>
                  <a:pt x="0" y="437"/>
                  <a:pt x="0" y="437"/>
                </a:cubicBezTo>
                <a:cubicBezTo>
                  <a:pt x="2" y="433"/>
                  <a:pt x="2" y="433"/>
                  <a:pt x="2" y="433"/>
                </a:cubicBezTo>
                <a:cubicBezTo>
                  <a:pt x="2" y="433"/>
                  <a:pt x="2" y="433"/>
                  <a:pt x="2" y="433"/>
                </a:cubicBezTo>
                <a:cubicBezTo>
                  <a:pt x="13" y="416"/>
                  <a:pt x="13" y="416"/>
                  <a:pt x="13" y="416"/>
                </a:cubicBezTo>
                <a:cubicBezTo>
                  <a:pt x="13" y="416"/>
                  <a:pt x="13" y="416"/>
                  <a:pt x="13" y="416"/>
                </a:cubicBezTo>
                <a:cubicBezTo>
                  <a:pt x="26" y="399"/>
                  <a:pt x="26" y="399"/>
                  <a:pt x="26" y="399"/>
                </a:cubicBezTo>
                <a:cubicBezTo>
                  <a:pt x="26" y="399"/>
                  <a:pt x="26" y="399"/>
                  <a:pt x="26" y="399"/>
                </a:cubicBezTo>
                <a:cubicBezTo>
                  <a:pt x="37" y="381"/>
                  <a:pt x="37" y="381"/>
                  <a:pt x="37" y="381"/>
                </a:cubicBezTo>
                <a:cubicBezTo>
                  <a:pt x="37" y="381"/>
                  <a:pt x="37" y="381"/>
                  <a:pt x="37" y="381"/>
                </a:cubicBezTo>
                <a:cubicBezTo>
                  <a:pt x="49" y="363"/>
                  <a:pt x="49" y="363"/>
                  <a:pt x="49" y="363"/>
                </a:cubicBezTo>
                <a:cubicBezTo>
                  <a:pt x="49" y="363"/>
                  <a:pt x="49" y="363"/>
                  <a:pt x="49" y="363"/>
                </a:cubicBezTo>
                <a:cubicBezTo>
                  <a:pt x="60" y="345"/>
                  <a:pt x="60" y="345"/>
                  <a:pt x="60" y="345"/>
                </a:cubicBezTo>
                <a:cubicBezTo>
                  <a:pt x="60" y="345"/>
                  <a:pt x="60" y="345"/>
                  <a:pt x="60" y="345"/>
                </a:cubicBezTo>
                <a:cubicBezTo>
                  <a:pt x="71" y="326"/>
                  <a:pt x="71" y="326"/>
                  <a:pt x="71" y="326"/>
                </a:cubicBezTo>
                <a:cubicBezTo>
                  <a:pt x="71" y="326"/>
                  <a:pt x="71" y="326"/>
                  <a:pt x="71" y="326"/>
                </a:cubicBezTo>
                <a:cubicBezTo>
                  <a:pt x="83" y="308"/>
                  <a:pt x="83" y="308"/>
                  <a:pt x="83" y="308"/>
                </a:cubicBezTo>
                <a:cubicBezTo>
                  <a:pt x="83" y="308"/>
                  <a:pt x="83" y="308"/>
                  <a:pt x="83" y="308"/>
                </a:cubicBezTo>
                <a:cubicBezTo>
                  <a:pt x="94" y="288"/>
                  <a:pt x="94" y="288"/>
                  <a:pt x="94" y="288"/>
                </a:cubicBezTo>
                <a:cubicBezTo>
                  <a:pt x="94" y="288"/>
                  <a:pt x="94" y="288"/>
                  <a:pt x="94" y="288"/>
                </a:cubicBezTo>
                <a:cubicBezTo>
                  <a:pt x="95" y="288"/>
                  <a:pt x="95" y="288"/>
                  <a:pt x="96" y="288"/>
                </a:cubicBezTo>
                <a:cubicBezTo>
                  <a:pt x="96" y="288"/>
                  <a:pt x="96" y="288"/>
                  <a:pt x="96" y="288"/>
                </a:cubicBezTo>
                <a:cubicBezTo>
                  <a:pt x="97" y="288"/>
                  <a:pt x="98" y="287"/>
                  <a:pt x="98" y="287"/>
                </a:cubicBezTo>
                <a:cubicBezTo>
                  <a:pt x="98" y="287"/>
                  <a:pt x="98" y="287"/>
                  <a:pt x="98" y="287"/>
                </a:cubicBezTo>
                <a:cubicBezTo>
                  <a:pt x="99" y="287"/>
                  <a:pt x="99" y="286"/>
                  <a:pt x="99" y="285"/>
                </a:cubicBezTo>
                <a:cubicBezTo>
                  <a:pt x="99" y="285"/>
                  <a:pt x="99" y="285"/>
                  <a:pt x="99" y="285"/>
                </a:cubicBezTo>
                <a:cubicBezTo>
                  <a:pt x="101" y="283"/>
                  <a:pt x="103" y="282"/>
                  <a:pt x="105" y="280"/>
                </a:cubicBezTo>
                <a:cubicBezTo>
                  <a:pt x="105" y="280"/>
                  <a:pt x="105" y="280"/>
                  <a:pt x="105" y="280"/>
                </a:cubicBezTo>
                <a:cubicBezTo>
                  <a:pt x="105" y="279"/>
                  <a:pt x="105" y="279"/>
                  <a:pt x="106" y="278"/>
                </a:cubicBezTo>
                <a:cubicBezTo>
                  <a:pt x="106" y="278"/>
                  <a:pt x="106" y="278"/>
                  <a:pt x="106" y="278"/>
                </a:cubicBezTo>
                <a:cubicBezTo>
                  <a:pt x="107" y="277"/>
                  <a:pt x="108" y="276"/>
                  <a:pt x="109" y="275"/>
                </a:cubicBezTo>
                <a:cubicBezTo>
                  <a:pt x="109" y="275"/>
                  <a:pt x="109" y="275"/>
                  <a:pt x="109" y="275"/>
                </a:cubicBezTo>
                <a:cubicBezTo>
                  <a:pt x="113" y="268"/>
                  <a:pt x="117" y="261"/>
                  <a:pt x="121" y="254"/>
                </a:cubicBezTo>
                <a:cubicBezTo>
                  <a:pt x="121" y="254"/>
                  <a:pt x="121" y="254"/>
                  <a:pt x="121" y="254"/>
                </a:cubicBezTo>
                <a:cubicBezTo>
                  <a:pt x="120" y="254"/>
                  <a:pt x="120" y="254"/>
                  <a:pt x="119" y="254"/>
                </a:cubicBezTo>
                <a:cubicBezTo>
                  <a:pt x="119" y="254"/>
                  <a:pt x="119" y="254"/>
                  <a:pt x="119" y="254"/>
                </a:cubicBezTo>
                <a:cubicBezTo>
                  <a:pt x="118" y="253"/>
                  <a:pt x="118" y="253"/>
                  <a:pt x="118" y="253"/>
                </a:cubicBezTo>
                <a:cubicBezTo>
                  <a:pt x="118" y="253"/>
                  <a:pt x="118" y="253"/>
                  <a:pt x="118" y="253"/>
                </a:cubicBezTo>
                <a:cubicBezTo>
                  <a:pt x="117" y="252"/>
                  <a:pt x="117" y="252"/>
                  <a:pt x="117" y="252"/>
                </a:cubicBezTo>
                <a:cubicBezTo>
                  <a:pt x="117" y="252"/>
                  <a:pt x="117" y="252"/>
                  <a:pt x="117" y="252"/>
                </a:cubicBezTo>
                <a:cubicBezTo>
                  <a:pt x="117" y="251"/>
                  <a:pt x="117" y="251"/>
                  <a:pt x="117" y="251"/>
                </a:cubicBezTo>
                <a:cubicBezTo>
                  <a:pt x="117" y="251"/>
                  <a:pt x="117" y="251"/>
                  <a:pt x="117" y="251"/>
                </a:cubicBezTo>
                <a:cubicBezTo>
                  <a:pt x="116" y="250"/>
                  <a:pt x="116" y="250"/>
                  <a:pt x="116" y="250"/>
                </a:cubicBezTo>
                <a:cubicBezTo>
                  <a:pt x="116" y="250"/>
                  <a:pt x="116" y="250"/>
                  <a:pt x="116" y="250"/>
                </a:cubicBezTo>
                <a:cubicBezTo>
                  <a:pt x="116" y="249"/>
                  <a:pt x="116" y="249"/>
                  <a:pt x="116" y="249"/>
                </a:cubicBezTo>
                <a:cubicBezTo>
                  <a:pt x="116" y="249"/>
                  <a:pt x="116" y="249"/>
                  <a:pt x="116" y="249"/>
                </a:cubicBezTo>
                <a:cubicBezTo>
                  <a:pt x="115" y="248"/>
                  <a:pt x="115" y="248"/>
                  <a:pt x="115" y="248"/>
                </a:cubicBezTo>
                <a:cubicBezTo>
                  <a:pt x="115" y="248"/>
                  <a:pt x="115" y="248"/>
                  <a:pt x="115" y="248"/>
                </a:cubicBezTo>
                <a:cubicBezTo>
                  <a:pt x="115" y="245"/>
                  <a:pt x="115" y="245"/>
                  <a:pt x="115" y="245"/>
                </a:cubicBezTo>
                <a:cubicBezTo>
                  <a:pt x="115" y="245"/>
                  <a:pt x="115" y="245"/>
                  <a:pt x="115" y="245"/>
                </a:cubicBezTo>
                <a:cubicBezTo>
                  <a:pt x="123" y="240"/>
                  <a:pt x="123" y="240"/>
                  <a:pt x="123" y="240"/>
                </a:cubicBezTo>
                <a:cubicBezTo>
                  <a:pt x="123" y="240"/>
                  <a:pt x="123" y="240"/>
                  <a:pt x="123" y="240"/>
                </a:cubicBezTo>
                <a:cubicBezTo>
                  <a:pt x="132" y="232"/>
                  <a:pt x="132" y="232"/>
                  <a:pt x="132" y="232"/>
                </a:cubicBezTo>
                <a:cubicBezTo>
                  <a:pt x="132" y="232"/>
                  <a:pt x="132" y="232"/>
                  <a:pt x="132" y="232"/>
                </a:cubicBezTo>
                <a:cubicBezTo>
                  <a:pt x="139" y="224"/>
                  <a:pt x="139" y="224"/>
                  <a:pt x="139" y="224"/>
                </a:cubicBezTo>
                <a:cubicBezTo>
                  <a:pt x="139" y="224"/>
                  <a:pt x="139" y="224"/>
                  <a:pt x="139" y="224"/>
                </a:cubicBezTo>
                <a:cubicBezTo>
                  <a:pt x="148" y="214"/>
                  <a:pt x="148" y="214"/>
                  <a:pt x="148" y="214"/>
                </a:cubicBezTo>
                <a:cubicBezTo>
                  <a:pt x="148" y="214"/>
                  <a:pt x="148" y="214"/>
                  <a:pt x="148" y="214"/>
                </a:cubicBezTo>
                <a:cubicBezTo>
                  <a:pt x="154" y="206"/>
                  <a:pt x="154" y="206"/>
                  <a:pt x="154" y="206"/>
                </a:cubicBezTo>
                <a:cubicBezTo>
                  <a:pt x="154" y="206"/>
                  <a:pt x="154" y="206"/>
                  <a:pt x="154" y="206"/>
                </a:cubicBezTo>
                <a:cubicBezTo>
                  <a:pt x="160" y="196"/>
                  <a:pt x="160" y="196"/>
                  <a:pt x="160" y="196"/>
                </a:cubicBezTo>
                <a:cubicBezTo>
                  <a:pt x="160" y="196"/>
                  <a:pt x="160" y="196"/>
                  <a:pt x="160" y="196"/>
                </a:cubicBezTo>
                <a:cubicBezTo>
                  <a:pt x="167" y="186"/>
                  <a:pt x="167" y="186"/>
                  <a:pt x="167" y="186"/>
                </a:cubicBezTo>
                <a:cubicBezTo>
                  <a:pt x="167" y="186"/>
                  <a:pt x="167" y="186"/>
                  <a:pt x="167" y="186"/>
                </a:cubicBezTo>
                <a:cubicBezTo>
                  <a:pt x="174" y="176"/>
                  <a:pt x="174" y="176"/>
                  <a:pt x="174" y="176"/>
                </a:cubicBezTo>
                <a:cubicBezTo>
                  <a:pt x="174" y="176"/>
                  <a:pt x="174" y="176"/>
                  <a:pt x="174" y="176"/>
                </a:cubicBezTo>
                <a:cubicBezTo>
                  <a:pt x="236" y="100"/>
                  <a:pt x="236" y="100"/>
                  <a:pt x="236" y="100"/>
                </a:cubicBezTo>
                <a:cubicBezTo>
                  <a:pt x="236" y="100"/>
                  <a:pt x="236" y="100"/>
                  <a:pt x="236" y="100"/>
                </a:cubicBezTo>
                <a:cubicBezTo>
                  <a:pt x="236" y="100"/>
                  <a:pt x="236" y="100"/>
                  <a:pt x="236" y="100"/>
                </a:cubicBezTo>
                <a:cubicBezTo>
                  <a:pt x="236" y="100"/>
                  <a:pt x="236" y="100"/>
                  <a:pt x="236" y="100"/>
                </a:cubicBezTo>
                <a:cubicBezTo>
                  <a:pt x="236" y="99"/>
                  <a:pt x="236" y="99"/>
                  <a:pt x="236" y="99"/>
                </a:cubicBezTo>
                <a:cubicBezTo>
                  <a:pt x="236" y="99"/>
                  <a:pt x="236" y="99"/>
                  <a:pt x="236" y="99"/>
                </a:cubicBezTo>
                <a:cubicBezTo>
                  <a:pt x="236" y="99"/>
                  <a:pt x="236" y="99"/>
                  <a:pt x="236" y="99"/>
                </a:cubicBezTo>
                <a:cubicBezTo>
                  <a:pt x="236" y="99"/>
                  <a:pt x="236" y="99"/>
                  <a:pt x="236" y="99"/>
                </a:cubicBezTo>
                <a:cubicBezTo>
                  <a:pt x="236" y="98"/>
                  <a:pt x="236" y="98"/>
                  <a:pt x="236" y="98"/>
                </a:cubicBezTo>
                <a:cubicBezTo>
                  <a:pt x="236" y="98"/>
                  <a:pt x="236" y="98"/>
                  <a:pt x="236" y="98"/>
                </a:cubicBezTo>
                <a:cubicBezTo>
                  <a:pt x="236" y="97"/>
                  <a:pt x="236" y="97"/>
                  <a:pt x="236" y="97"/>
                </a:cubicBezTo>
                <a:cubicBezTo>
                  <a:pt x="236" y="97"/>
                  <a:pt x="236" y="97"/>
                  <a:pt x="236" y="97"/>
                </a:cubicBezTo>
                <a:cubicBezTo>
                  <a:pt x="236" y="96"/>
                  <a:pt x="236" y="96"/>
                  <a:pt x="236" y="96"/>
                </a:cubicBezTo>
                <a:cubicBezTo>
                  <a:pt x="236" y="96"/>
                  <a:pt x="236" y="96"/>
                  <a:pt x="236" y="96"/>
                </a:cubicBezTo>
                <a:cubicBezTo>
                  <a:pt x="236" y="95"/>
                  <a:pt x="236" y="95"/>
                  <a:pt x="236" y="95"/>
                </a:cubicBezTo>
                <a:cubicBezTo>
                  <a:pt x="236" y="95"/>
                  <a:pt x="236" y="95"/>
                  <a:pt x="236" y="95"/>
                </a:cubicBezTo>
                <a:cubicBezTo>
                  <a:pt x="236" y="93"/>
                  <a:pt x="236" y="93"/>
                  <a:pt x="236" y="93"/>
                </a:cubicBezTo>
                <a:cubicBezTo>
                  <a:pt x="236" y="93"/>
                  <a:pt x="236" y="93"/>
                  <a:pt x="236" y="93"/>
                </a:cubicBezTo>
                <a:cubicBezTo>
                  <a:pt x="227" y="97"/>
                  <a:pt x="227" y="97"/>
                  <a:pt x="227" y="97"/>
                </a:cubicBezTo>
                <a:cubicBezTo>
                  <a:pt x="227" y="97"/>
                  <a:pt x="227" y="97"/>
                  <a:pt x="227" y="97"/>
                </a:cubicBezTo>
                <a:cubicBezTo>
                  <a:pt x="217" y="100"/>
                  <a:pt x="217" y="100"/>
                  <a:pt x="217" y="100"/>
                </a:cubicBezTo>
                <a:cubicBezTo>
                  <a:pt x="217" y="100"/>
                  <a:pt x="217" y="100"/>
                  <a:pt x="217" y="100"/>
                </a:cubicBezTo>
                <a:cubicBezTo>
                  <a:pt x="209" y="105"/>
                  <a:pt x="209" y="105"/>
                  <a:pt x="209" y="105"/>
                </a:cubicBezTo>
                <a:cubicBezTo>
                  <a:pt x="209" y="105"/>
                  <a:pt x="209" y="105"/>
                  <a:pt x="209" y="105"/>
                </a:cubicBezTo>
                <a:cubicBezTo>
                  <a:pt x="200" y="110"/>
                  <a:pt x="200" y="110"/>
                  <a:pt x="200" y="110"/>
                </a:cubicBezTo>
                <a:cubicBezTo>
                  <a:pt x="200" y="110"/>
                  <a:pt x="200" y="110"/>
                  <a:pt x="200" y="110"/>
                </a:cubicBezTo>
                <a:cubicBezTo>
                  <a:pt x="191" y="115"/>
                  <a:pt x="191" y="115"/>
                  <a:pt x="191" y="115"/>
                </a:cubicBezTo>
                <a:cubicBezTo>
                  <a:pt x="191" y="115"/>
                  <a:pt x="191" y="115"/>
                  <a:pt x="191" y="115"/>
                </a:cubicBezTo>
                <a:cubicBezTo>
                  <a:pt x="182" y="121"/>
                  <a:pt x="182" y="121"/>
                  <a:pt x="182" y="121"/>
                </a:cubicBezTo>
                <a:cubicBezTo>
                  <a:pt x="182" y="121"/>
                  <a:pt x="182" y="121"/>
                  <a:pt x="182" y="121"/>
                </a:cubicBezTo>
                <a:cubicBezTo>
                  <a:pt x="173" y="127"/>
                  <a:pt x="173" y="127"/>
                  <a:pt x="173" y="127"/>
                </a:cubicBezTo>
                <a:cubicBezTo>
                  <a:pt x="173" y="127"/>
                  <a:pt x="173" y="127"/>
                  <a:pt x="173" y="127"/>
                </a:cubicBezTo>
                <a:cubicBezTo>
                  <a:pt x="165" y="131"/>
                  <a:pt x="165" y="131"/>
                  <a:pt x="165" y="131"/>
                </a:cubicBezTo>
                <a:cubicBezTo>
                  <a:pt x="165" y="131"/>
                  <a:pt x="165" y="131"/>
                  <a:pt x="165" y="131"/>
                </a:cubicBezTo>
                <a:cubicBezTo>
                  <a:pt x="163" y="132"/>
                  <a:pt x="163" y="132"/>
                  <a:pt x="163" y="132"/>
                </a:cubicBezTo>
                <a:cubicBezTo>
                  <a:pt x="163" y="132"/>
                  <a:pt x="163" y="132"/>
                  <a:pt x="163" y="132"/>
                </a:cubicBezTo>
                <a:cubicBezTo>
                  <a:pt x="161" y="133"/>
                  <a:pt x="161" y="133"/>
                  <a:pt x="161" y="133"/>
                </a:cubicBezTo>
                <a:cubicBezTo>
                  <a:pt x="161" y="133"/>
                  <a:pt x="161" y="133"/>
                  <a:pt x="161" y="133"/>
                </a:cubicBezTo>
                <a:cubicBezTo>
                  <a:pt x="159" y="133"/>
                  <a:pt x="159" y="133"/>
                  <a:pt x="159" y="133"/>
                </a:cubicBezTo>
                <a:cubicBezTo>
                  <a:pt x="159" y="133"/>
                  <a:pt x="159" y="133"/>
                  <a:pt x="159" y="133"/>
                </a:cubicBezTo>
                <a:cubicBezTo>
                  <a:pt x="158" y="133"/>
                  <a:pt x="158" y="133"/>
                  <a:pt x="158" y="133"/>
                </a:cubicBezTo>
                <a:cubicBezTo>
                  <a:pt x="158" y="133"/>
                  <a:pt x="158" y="133"/>
                  <a:pt x="158" y="133"/>
                </a:cubicBezTo>
                <a:cubicBezTo>
                  <a:pt x="156" y="133"/>
                  <a:pt x="156" y="133"/>
                  <a:pt x="156" y="133"/>
                </a:cubicBezTo>
                <a:cubicBezTo>
                  <a:pt x="156" y="133"/>
                  <a:pt x="156" y="133"/>
                  <a:pt x="156" y="133"/>
                </a:cubicBezTo>
                <a:cubicBezTo>
                  <a:pt x="155" y="133"/>
                  <a:pt x="155" y="133"/>
                  <a:pt x="155" y="133"/>
                </a:cubicBezTo>
                <a:cubicBezTo>
                  <a:pt x="155" y="133"/>
                  <a:pt x="155" y="133"/>
                  <a:pt x="155" y="133"/>
                </a:cubicBezTo>
                <a:cubicBezTo>
                  <a:pt x="153" y="133"/>
                  <a:pt x="153" y="133"/>
                  <a:pt x="153" y="133"/>
                </a:cubicBezTo>
                <a:cubicBezTo>
                  <a:pt x="153" y="133"/>
                  <a:pt x="153" y="133"/>
                  <a:pt x="153" y="133"/>
                </a:cubicBezTo>
                <a:cubicBezTo>
                  <a:pt x="152" y="132"/>
                  <a:pt x="152" y="132"/>
                  <a:pt x="152" y="132"/>
                </a:cubicBezTo>
                <a:cubicBezTo>
                  <a:pt x="152" y="132"/>
                  <a:pt x="152" y="132"/>
                  <a:pt x="152" y="132"/>
                </a:cubicBezTo>
                <a:cubicBezTo>
                  <a:pt x="150" y="131"/>
                  <a:pt x="150" y="131"/>
                  <a:pt x="150" y="131"/>
                </a:cubicBezTo>
                <a:cubicBezTo>
                  <a:pt x="150" y="131"/>
                  <a:pt x="150" y="131"/>
                  <a:pt x="150" y="131"/>
                </a:cubicBezTo>
                <a:cubicBezTo>
                  <a:pt x="148" y="129"/>
                  <a:pt x="148" y="129"/>
                  <a:pt x="148" y="129"/>
                </a:cubicBezTo>
                <a:cubicBezTo>
                  <a:pt x="148" y="129"/>
                  <a:pt x="148" y="129"/>
                  <a:pt x="148" y="129"/>
                </a:cubicBezTo>
                <a:cubicBezTo>
                  <a:pt x="145" y="129"/>
                  <a:pt x="145" y="129"/>
                  <a:pt x="145" y="129"/>
                </a:cubicBezTo>
                <a:cubicBezTo>
                  <a:pt x="145" y="129"/>
                  <a:pt x="145" y="129"/>
                  <a:pt x="145" y="129"/>
                </a:cubicBezTo>
                <a:cubicBezTo>
                  <a:pt x="142" y="128"/>
                  <a:pt x="142" y="128"/>
                  <a:pt x="142" y="128"/>
                </a:cubicBezTo>
                <a:cubicBezTo>
                  <a:pt x="142" y="128"/>
                  <a:pt x="142" y="128"/>
                  <a:pt x="142" y="128"/>
                </a:cubicBezTo>
                <a:cubicBezTo>
                  <a:pt x="139" y="128"/>
                  <a:pt x="139" y="128"/>
                  <a:pt x="139" y="128"/>
                </a:cubicBezTo>
                <a:cubicBezTo>
                  <a:pt x="139" y="128"/>
                  <a:pt x="139" y="128"/>
                  <a:pt x="139" y="128"/>
                </a:cubicBezTo>
                <a:cubicBezTo>
                  <a:pt x="137" y="128"/>
                  <a:pt x="137" y="128"/>
                  <a:pt x="137" y="128"/>
                </a:cubicBezTo>
                <a:cubicBezTo>
                  <a:pt x="137" y="128"/>
                  <a:pt x="137" y="128"/>
                  <a:pt x="137" y="128"/>
                </a:cubicBezTo>
                <a:cubicBezTo>
                  <a:pt x="134" y="126"/>
                  <a:pt x="134" y="126"/>
                  <a:pt x="134" y="126"/>
                </a:cubicBezTo>
                <a:cubicBezTo>
                  <a:pt x="134" y="126"/>
                  <a:pt x="134" y="126"/>
                  <a:pt x="134" y="126"/>
                </a:cubicBezTo>
                <a:cubicBezTo>
                  <a:pt x="134" y="123"/>
                  <a:pt x="134" y="123"/>
                  <a:pt x="134" y="123"/>
                </a:cubicBezTo>
                <a:cubicBezTo>
                  <a:pt x="134" y="123"/>
                  <a:pt x="134" y="123"/>
                  <a:pt x="134" y="123"/>
                </a:cubicBezTo>
                <a:cubicBezTo>
                  <a:pt x="132" y="123"/>
                  <a:pt x="132" y="123"/>
                  <a:pt x="132" y="123"/>
                </a:cubicBezTo>
                <a:cubicBezTo>
                  <a:pt x="132" y="123"/>
                  <a:pt x="132" y="123"/>
                  <a:pt x="132" y="123"/>
                </a:cubicBezTo>
                <a:cubicBezTo>
                  <a:pt x="130" y="123"/>
                  <a:pt x="130" y="123"/>
                  <a:pt x="130" y="123"/>
                </a:cubicBezTo>
                <a:cubicBezTo>
                  <a:pt x="130" y="123"/>
                  <a:pt x="130" y="123"/>
                  <a:pt x="130" y="123"/>
                </a:cubicBezTo>
                <a:cubicBezTo>
                  <a:pt x="128" y="123"/>
                  <a:pt x="128" y="123"/>
                  <a:pt x="128" y="123"/>
                </a:cubicBezTo>
                <a:cubicBezTo>
                  <a:pt x="128" y="123"/>
                  <a:pt x="128" y="123"/>
                  <a:pt x="128" y="123"/>
                </a:cubicBezTo>
                <a:cubicBezTo>
                  <a:pt x="127" y="122"/>
                  <a:pt x="127" y="122"/>
                  <a:pt x="127" y="122"/>
                </a:cubicBezTo>
                <a:cubicBezTo>
                  <a:pt x="127" y="122"/>
                  <a:pt x="127" y="122"/>
                  <a:pt x="127" y="122"/>
                </a:cubicBezTo>
                <a:cubicBezTo>
                  <a:pt x="125" y="122"/>
                  <a:pt x="125" y="122"/>
                  <a:pt x="125" y="122"/>
                </a:cubicBezTo>
                <a:cubicBezTo>
                  <a:pt x="125" y="122"/>
                  <a:pt x="125" y="122"/>
                  <a:pt x="125" y="122"/>
                </a:cubicBezTo>
                <a:cubicBezTo>
                  <a:pt x="122" y="122"/>
                  <a:pt x="122" y="122"/>
                  <a:pt x="122" y="122"/>
                </a:cubicBezTo>
                <a:cubicBezTo>
                  <a:pt x="122" y="122"/>
                  <a:pt x="122" y="122"/>
                  <a:pt x="122" y="122"/>
                </a:cubicBezTo>
                <a:cubicBezTo>
                  <a:pt x="121" y="121"/>
                  <a:pt x="121" y="121"/>
                  <a:pt x="121" y="121"/>
                </a:cubicBezTo>
                <a:cubicBezTo>
                  <a:pt x="121" y="121"/>
                  <a:pt x="121" y="121"/>
                  <a:pt x="121" y="121"/>
                </a:cubicBezTo>
                <a:cubicBezTo>
                  <a:pt x="119" y="119"/>
                  <a:pt x="119" y="119"/>
                  <a:pt x="119" y="119"/>
                </a:cubicBezTo>
                <a:cubicBezTo>
                  <a:pt x="119" y="119"/>
                  <a:pt x="119" y="119"/>
                  <a:pt x="119" y="119"/>
                </a:cubicBezTo>
                <a:cubicBezTo>
                  <a:pt x="119" y="112"/>
                  <a:pt x="119" y="112"/>
                  <a:pt x="119" y="112"/>
                </a:cubicBezTo>
                <a:cubicBezTo>
                  <a:pt x="119" y="112"/>
                  <a:pt x="119" y="112"/>
                  <a:pt x="119" y="112"/>
                </a:cubicBezTo>
                <a:cubicBezTo>
                  <a:pt x="164" y="99"/>
                  <a:pt x="164" y="99"/>
                  <a:pt x="164" y="99"/>
                </a:cubicBezTo>
                <a:cubicBezTo>
                  <a:pt x="164" y="99"/>
                  <a:pt x="164" y="99"/>
                  <a:pt x="164" y="99"/>
                </a:cubicBezTo>
                <a:cubicBezTo>
                  <a:pt x="175" y="99"/>
                  <a:pt x="175" y="99"/>
                  <a:pt x="175" y="99"/>
                </a:cubicBezTo>
                <a:cubicBezTo>
                  <a:pt x="175" y="99"/>
                  <a:pt x="175" y="99"/>
                  <a:pt x="175" y="99"/>
                </a:cubicBezTo>
                <a:cubicBezTo>
                  <a:pt x="187" y="96"/>
                  <a:pt x="187" y="96"/>
                  <a:pt x="187" y="96"/>
                </a:cubicBezTo>
                <a:cubicBezTo>
                  <a:pt x="187" y="96"/>
                  <a:pt x="187" y="96"/>
                  <a:pt x="187" y="96"/>
                </a:cubicBezTo>
                <a:cubicBezTo>
                  <a:pt x="198" y="93"/>
                  <a:pt x="198" y="93"/>
                  <a:pt x="198" y="93"/>
                </a:cubicBezTo>
                <a:cubicBezTo>
                  <a:pt x="198" y="93"/>
                  <a:pt x="198" y="93"/>
                  <a:pt x="198" y="93"/>
                </a:cubicBezTo>
                <a:cubicBezTo>
                  <a:pt x="211" y="88"/>
                  <a:pt x="211" y="88"/>
                  <a:pt x="211" y="88"/>
                </a:cubicBezTo>
                <a:cubicBezTo>
                  <a:pt x="211" y="88"/>
                  <a:pt x="211" y="88"/>
                  <a:pt x="211" y="88"/>
                </a:cubicBezTo>
                <a:cubicBezTo>
                  <a:pt x="221" y="85"/>
                  <a:pt x="221" y="85"/>
                  <a:pt x="221" y="85"/>
                </a:cubicBezTo>
                <a:cubicBezTo>
                  <a:pt x="221" y="85"/>
                  <a:pt x="221" y="85"/>
                  <a:pt x="221" y="85"/>
                </a:cubicBezTo>
                <a:cubicBezTo>
                  <a:pt x="233" y="80"/>
                  <a:pt x="233" y="80"/>
                  <a:pt x="233" y="80"/>
                </a:cubicBezTo>
                <a:cubicBezTo>
                  <a:pt x="233" y="80"/>
                  <a:pt x="233" y="80"/>
                  <a:pt x="233" y="80"/>
                </a:cubicBezTo>
                <a:cubicBezTo>
                  <a:pt x="244" y="75"/>
                  <a:pt x="244" y="75"/>
                  <a:pt x="244" y="75"/>
                </a:cubicBezTo>
                <a:cubicBezTo>
                  <a:pt x="244" y="75"/>
                  <a:pt x="244" y="75"/>
                  <a:pt x="244" y="75"/>
                </a:cubicBezTo>
                <a:cubicBezTo>
                  <a:pt x="257" y="70"/>
                  <a:pt x="257" y="70"/>
                  <a:pt x="257" y="70"/>
                </a:cubicBezTo>
                <a:cubicBezTo>
                  <a:pt x="257" y="70"/>
                  <a:pt x="257" y="70"/>
                  <a:pt x="257" y="70"/>
                </a:cubicBezTo>
                <a:cubicBezTo>
                  <a:pt x="257" y="70"/>
                  <a:pt x="257" y="70"/>
                  <a:pt x="257" y="70"/>
                </a:cubicBezTo>
                <a:cubicBezTo>
                  <a:pt x="257" y="70"/>
                  <a:pt x="257" y="70"/>
                  <a:pt x="257" y="70"/>
                </a:cubicBezTo>
                <a:cubicBezTo>
                  <a:pt x="258" y="70"/>
                  <a:pt x="258" y="70"/>
                  <a:pt x="258" y="70"/>
                </a:cubicBezTo>
                <a:cubicBezTo>
                  <a:pt x="258" y="70"/>
                  <a:pt x="258" y="70"/>
                  <a:pt x="258" y="70"/>
                </a:cubicBezTo>
                <a:cubicBezTo>
                  <a:pt x="259" y="70"/>
                  <a:pt x="259" y="70"/>
                  <a:pt x="259" y="70"/>
                </a:cubicBezTo>
                <a:cubicBezTo>
                  <a:pt x="259" y="70"/>
                  <a:pt x="259" y="70"/>
                  <a:pt x="259" y="70"/>
                </a:cubicBezTo>
                <a:cubicBezTo>
                  <a:pt x="261" y="69"/>
                  <a:pt x="261" y="69"/>
                  <a:pt x="261" y="69"/>
                </a:cubicBezTo>
                <a:cubicBezTo>
                  <a:pt x="261" y="69"/>
                  <a:pt x="261" y="69"/>
                  <a:pt x="261" y="69"/>
                </a:cubicBezTo>
                <a:cubicBezTo>
                  <a:pt x="261" y="69"/>
                  <a:pt x="261" y="69"/>
                  <a:pt x="261" y="69"/>
                </a:cubicBezTo>
                <a:cubicBezTo>
                  <a:pt x="261" y="69"/>
                  <a:pt x="261" y="69"/>
                  <a:pt x="261" y="69"/>
                </a:cubicBezTo>
                <a:cubicBezTo>
                  <a:pt x="263" y="69"/>
                  <a:pt x="263" y="69"/>
                  <a:pt x="263" y="69"/>
                </a:cubicBezTo>
                <a:cubicBezTo>
                  <a:pt x="263" y="69"/>
                  <a:pt x="263" y="69"/>
                  <a:pt x="263" y="69"/>
                </a:cubicBezTo>
                <a:cubicBezTo>
                  <a:pt x="265" y="69"/>
                  <a:pt x="265" y="69"/>
                  <a:pt x="265" y="69"/>
                </a:cubicBezTo>
                <a:cubicBezTo>
                  <a:pt x="265" y="69"/>
                  <a:pt x="265" y="69"/>
                  <a:pt x="265" y="69"/>
                </a:cubicBezTo>
                <a:cubicBezTo>
                  <a:pt x="267" y="68"/>
                  <a:pt x="267" y="68"/>
                  <a:pt x="267" y="68"/>
                </a:cubicBezTo>
                <a:cubicBezTo>
                  <a:pt x="267" y="68"/>
                  <a:pt x="267" y="68"/>
                  <a:pt x="267" y="68"/>
                </a:cubicBezTo>
                <a:cubicBezTo>
                  <a:pt x="267" y="70"/>
                  <a:pt x="267" y="70"/>
                  <a:pt x="267" y="70"/>
                </a:cubicBezTo>
                <a:cubicBezTo>
                  <a:pt x="267" y="70"/>
                  <a:pt x="267" y="70"/>
                  <a:pt x="267" y="70"/>
                </a:cubicBezTo>
                <a:cubicBezTo>
                  <a:pt x="267" y="71"/>
                  <a:pt x="267" y="71"/>
                  <a:pt x="267" y="71"/>
                </a:cubicBezTo>
                <a:cubicBezTo>
                  <a:pt x="267" y="71"/>
                  <a:pt x="267" y="71"/>
                  <a:pt x="267" y="71"/>
                </a:cubicBezTo>
                <a:cubicBezTo>
                  <a:pt x="267" y="72"/>
                  <a:pt x="267" y="72"/>
                  <a:pt x="267" y="72"/>
                </a:cubicBezTo>
                <a:cubicBezTo>
                  <a:pt x="267" y="72"/>
                  <a:pt x="267" y="72"/>
                  <a:pt x="267" y="72"/>
                </a:cubicBezTo>
                <a:cubicBezTo>
                  <a:pt x="268" y="72"/>
                  <a:pt x="268" y="72"/>
                  <a:pt x="268" y="72"/>
                </a:cubicBezTo>
                <a:cubicBezTo>
                  <a:pt x="268" y="72"/>
                  <a:pt x="268" y="72"/>
                  <a:pt x="268" y="72"/>
                </a:cubicBezTo>
                <a:cubicBezTo>
                  <a:pt x="268" y="73"/>
                  <a:pt x="268" y="73"/>
                  <a:pt x="268" y="73"/>
                </a:cubicBezTo>
                <a:cubicBezTo>
                  <a:pt x="268" y="73"/>
                  <a:pt x="268" y="73"/>
                  <a:pt x="268" y="73"/>
                </a:cubicBezTo>
                <a:cubicBezTo>
                  <a:pt x="270" y="73"/>
                  <a:pt x="270" y="73"/>
                  <a:pt x="270" y="73"/>
                </a:cubicBezTo>
                <a:cubicBezTo>
                  <a:pt x="270" y="73"/>
                  <a:pt x="270" y="73"/>
                  <a:pt x="270" y="73"/>
                </a:cubicBezTo>
                <a:cubicBezTo>
                  <a:pt x="271" y="74"/>
                  <a:pt x="271" y="74"/>
                  <a:pt x="271" y="74"/>
                </a:cubicBezTo>
                <a:cubicBezTo>
                  <a:pt x="271" y="74"/>
                  <a:pt x="271" y="74"/>
                  <a:pt x="271" y="74"/>
                </a:cubicBezTo>
                <a:cubicBezTo>
                  <a:pt x="273" y="74"/>
                  <a:pt x="273" y="74"/>
                  <a:pt x="273" y="74"/>
                </a:cubicBezTo>
                <a:cubicBezTo>
                  <a:pt x="273" y="74"/>
                  <a:pt x="273" y="74"/>
                  <a:pt x="273" y="74"/>
                </a:cubicBezTo>
                <a:cubicBezTo>
                  <a:pt x="273" y="76"/>
                  <a:pt x="273" y="76"/>
                  <a:pt x="273" y="76"/>
                </a:cubicBezTo>
                <a:cubicBezTo>
                  <a:pt x="273" y="76"/>
                  <a:pt x="273" y="76"/>
                  <a:pt x="273" y="76"/>
                </a:cubicBezTo>
                <a:cubicBezTo>
                  <a:pt x="273" y="77"/>
                  <a:pt x="273" y="77"/>
                  <a:pt x="273" y="77"/>
                </a:cubicBezTo>
                <a:cubicBezTo>
                  <a:pt x="273" y="77"/>
                  <a:pt x="273" y="77"/>
                  <a:pt x="273" y="77"/>
                </a:cubicBezTo>
                <a:cubicBezTo>
                  <a:pt x="273" y="78"/>
                  <a:pt x="273" y="78"/>
                  <a:pt x="273" y="78"/>
                </a:cubicBezTo>
                <a:cubicBezTo>
                  <a:pt x="273" y="78"/>
                  <a:pt x="273" y="78"/>
                  <a:pt x="273" y="78"/>
                </a:cubicBezTo>
                <a:cubicBezTo>
                  <a:pt x="273" y="79"/>
                  <a:pt x="273" y="79"/>
                  <a:pt x="273" y="79"/>
                </a:cubicBezTo>
                <a:cubicBezTo>
                  <a:pt x="273" y="79"/>
                  <a:pt x="273" y="79"/>
                  <a:pt x="273" y="79"/>
                </a:cubicBezTo>
                <a:cubicBezTo>
                  <a:pt x="273" y="81"/>
                  <a:pt x="273" y="81"/>
                  <a:pt x="273" y="81"/>
                </a:cubicBezTo>
                <a:cubicBezTo>
                  <a:pt x="273" y="81"/>
                  <a:pt x="273" y="81"/>
                  <a:pt x="273" y="81"/>
                </a:cubicBezTo>
                <a:cubicBezTo>
                  <a:pt x="273" y="82"/>
                  <a:pt x="273" y="82"/>
                  <a:pt x="273" y="82"/>
                </a:cubicBezTo>
                <a:cubicBezTo>
                  <a:pt x="273" y="82"/>
                  <a:pt x="273" y="82"/>
                  <a:pt x="273" y="82"/>
                </a:cubicBezTo>
                <a:cubicBezTo>
                  <a:pt x="273" y="83"/>
                  <a:pt x="273" y="83"/>
                  <a:pt x="273" y="83"/>
                </a:cubicBezTo>
                <a:cubicBezTo>
                  <a:pt x="273" y="83"/>
                  <a:pt x="273" y="83"/>
                  <a:pt x="273" y="83"/>
                </a:cubicBezTo>
                <a:cubicBezTo>
                  <a:pt x="274" y="84"/>
                  <a:pt x="274" y="84"/>
                  <a:pt x="274" y="84"/>
                </a:cubicBezTo>
                <a:cubicBezTo>
                  <a:pt x="274" y="84"/>
                  <a:pt x="274" y="84"/>
                  <a:pt x="274" y="84"/>
                </a:cubicBezTo>
                <a:cubicBezTo>
                  <a:pt x="274" y="85"/>
                  <a:pt x="274" y="85"/>
                  <a:pt x="274" y="85"/>
                </a:cubicBezTo>
                <a:cubicBezTo>
                  <a:pt x="274" y="85"/>
                  <a:pt x="274" y="85"/>
                  <a:pt x="274" y="85"/>
                </a:cubicBezTo>
                <a:cubicBezTo>
                  <a:pt x="274" y="86"/>
                  <a:pt x="274" y="86"/>
                  <a:pt x="274" y="86"/>
                </a:cubicBezTo>
                <a:cubicBezTo>
                  <a:pt x="274" y="86"/>
                  <a:pt x="274" y="86"/>
                  <a:pt x="274" y="86"/>
                </a:cubicBezTo>
                <a:cubicBezTo>
                  <a:pt x="274" y="86"/>
                  <a:pt x="274" y="86"/>
                  <a:pt x="274" y="86"/>
                </a:cubicBezTo>
                <a:cubicBezTo>
                  <a:pt x="274" y="86"/>
                  <a:pt x="274" y="86"/>
                  <a:pt x="274" y="86"/>
                </a:cubicBezTo>
                <a:cubicBezTo>
                  <a:pt x="275" y="86"/>
                  <a:pt x="275" y="86"/>
                  <a:pt x="275" y="86"/>
                </a:cubicBezTo>
                <a:cubicBezTo>
                  <a:pt x="275" y="86"/>
                  <a:pt x="275" y="86"/>
                  <a:pt x="275" y="86"/>
                </a:cubicBezTo>
                <a:cubicBezTo>
                  <a:pt x="275" y="88"/>
                  <a:pt x="275" y="88"/>
                  <a:pt x="275" y="88"/>
                </a:cubicBezTo>
                <a:cubicBezTo>
                  <a:pt x="275" y="88"/>
                  <a:pt x="275" y="88"/>
                  <a:pt x="275" y="88"/>
                </a:cubicBezTo>
                <a:cubicBezTo>
                  <a:pt x="276" y="88"/>
                  <a:pt x="276" y="88"/>
                  <a:pt x="276" y="88"/>
                </a:cubicBezTo>
                <a:cubicBezTo>
                  <a:pt x="276" y="88"/>
                  <a:pt x="276" y="88"/>
                  <a:pt x="276" y="88"/>
                </a:cubicBezTo>
                <a:cubicBezTo>
                  <a:pt x="277" y="90"/>
                  <a:pt x="277" y="90"/>
                  <a:pt x="277" y="90"/>
                </a:cubicBezTo>
                <a:cubicBezTo>
                  <a:pt x="277" y="90"/>
                  <a:pt x="277" y="90"/>
                  <a:pt x="277" y="90"/>
                </a:cubicBezTo>
                <a:cubicBezTo>
                  <a:pt x="278" y="90"/>
                  <a:pt x="278" y="90"/>
                  <a:pt x="278" y="90"/>
                </a:cubicBezTo>
                <a:cubicBezTo>
                  <a:pt x="278" y="90"/>
                  <a:pt x="278" y="90"/>
                  <a:pt x="278" y="90"/>
                </a:cubicBezTo>
                <a:cubicBezTo>
                  <a:pt x="277" y="94"/>
                  <a:pt x="277" y="94"/>
                  <a:pt x="277" y="94"/>
                </a:cubicBezTo>
                <a:cubicBezTo>
                  <a:pt x="277" y="94"/>
                  <a:pt x="277" y="94"/>
                  <a:pt x="277" y="94"/>
                </a:cubicBezTo>
                <a:cubicBezTo>
                  <a:pt x="275" y="95"/>
                  <a:pt x="275" y="95"/>
                  <a:pt x="275" y="95"/>
                </a:cubicBezTo>
                <a:cubicBezTo>
                  <a:pt x="275" y="95"/>
                  <a:pt x="275" y="95"/>
                  <a:pt x="275" y="95"/>
                </a:cubicBezTo>
                <a:cubicBezTo>
                  <a:pt x="274" y="96"/>
                  <a:pt x="274" y="96"/>
                  <a:pt x="274" y="96"/>
                </a:cubicBezTo>
                <a:cubicBezTo>
                  <a:pt x="274" y="96"/>
                  <a:pt x="274" y="96"/>
                  <a:pt x="274" y="96"/>
                </a:cubicBezTo>
                <a:cubicBezTo>
                  <a:pt x="273" y="97"/>
                  <a:pt x="273" y="97"/>
                  <a:pt x="273" y="97"/>
                </a:cubicBezTo>
                <a:cubicBezTo>
                  <a:pt x="273" y="97"/>
                  <a:pt x="273" y="97"/>
                  <a:pt x="273" y="97"/>
                </a:cubicBezTo>
                <a:cubicBezTo>
                  <a:pt x="272" y="98"/>
                  <a:pt x="272" y="98"/>
                  <a:pt x="272" y="98"/>
                </a:cubicBezTo>
                <a:cubicBezTo>
                  <a:pt x="272" y="98"/>
                  <a:pt x="272" y="98"/>
                  <a:pt x="272" y="98"/>
                </a:cubicBezTo>
                <a:cubicBezTo>
                  <a:pt x="270" y="99"/>
                  <a:pt x="270" y="99"/>
                  <a:pt x="270" y="99"/>
                </a:cubicBezTo>
                <a:cubicBezTo>
                  <a:pt x="270" y="99"/>
                  <a:pt x="270" y="99"/>
                  <a:pt x="270" y="99"/>
                </a:cubicBezTo>
                <a:cubicBezTo>
                  <a:pt x="269" y="100"/>
                  <a:pt x="269" y="100"/>
                  <a:pt x="269" y="100"/>
                </a:cubicBezTo>
                <a:cubicBezTo>
                  <a:pt x="269" y="100"/>
                  <a:pt x="269" y="100"/>
                  <a:pt x="269" y="100"/>
                </a:cubicBezTo>
                <a:cubicBezTo>
                  <a:pt x="268" y="101"/>
                  <a:pt x="268" y="101"/>
                  <a:pt x="268" y="101"/>
                </a:cubicBezTo>
                <a:cubicBezTo>
                  <a:pt x="268" y="101"/>
                  <a:pt x="268" y="101"/>
                  <a:pt x="268" y="101"/>
                </a:cubicBezTo>
                <a:cubicBezTo>
                  <a:pt x="268" y="102"/>
                  <a:pt x="268" y="102"/>
                  <a:pt x="268" y="102"/>
                </a:cubicBezTo>
                <a:cubicBezTo>
                  <a:pt x="268" y="102"/>
                  <a:pt x="268" y="102"/>
                  <a:pt x="268" y="102"/>
                </a:cubicBezTo>
                <a:cubicBezTo>
                  <a:pt x="249" y="111"/>
                  <a:pt x="249" y="111"/>
                  <a:pt x="249" y="111"/>
                </a:cubicBezTo>
                <a:cubicBezTo>
                  <a:pt x="249" y="111"/>
                  <a:pt x="249" y="111"/>
                  <a:pt x="249" y="111"/>
                </a:cubicBezTo>
                <a:cubicBezTo>
                  <a:pt x="234" y="122"/>
                  <a:pt x="234" y="122"/>
                  <a:pt x="234" y="122"/>
                </a:cubicBezTo>
                <a:cubicBezTo>
                  <a:pt x="234" y="122"/>
                  <a:pt x="234" y="122"/>
                  <a:pt x="234" y="122"/>
                </a:cubicBezTo>
                <a:cubicBezTo>
                  <a:pt x="220" y="136"/>
                  <a:pt x="220" y="136"/>
                  <a:pt x="220" y="136"/>
                </a:cubicBezTo>
                <a:cubicBezTo>
                  <a:pt x="220" y="136"/>
                  <a:pt x="220" y="136"/>
                  <a:pt x="220" y="136"/>
                </a:cubicBezTo>
                <a:cubicBezTo>
                  <a:pt x="209" y="151"/>
                  <a:pt x="209" y="151"/>
                  <a:pt x="209" y="151"/>
                </a:cubicBezTo>
                <a:cubicBezTo>
                  <a:pt x="209" y="151"/>
                  <a:pt x="209" y="151"/>
                  <a:pt x="209" y="151"/>
                </a:cubicBezTo>
                <a:cubicBezTo>
                  <a:pt x="197" y="168"/>
                  <a:pt x="197" y="168"/>
                  <a:pt x="197" y="168"/>
                </a:cubicBezTo>
                <a:cubicBezTo>
                  <a:pt x="197" y="168"/>
                  <a:pt x="197" y="168"/>
                  <a:pt x="197" y="168"/>
                </a:cubicBezTo>
                <a:cubicBezTo>
                  <a:pt x="187" y="185"/>
                  <a:pt x="187" y="185"/>
                  <a:pt x="187" y="185"/>
                </a:cubicBezTo>
                <a:cubicBezTo>
                  <a:pt x="187" y="185"/>
                  <a:pt x="187" y="185"/>
                  <a:pt x="187" y="185"/>
                </a:cubicBezTo>
                <a:cubicBezTo>
                  <a:pt x="175" y="200"/>
                  <a:pt x="175" y="200"/>
                  <a:pt x="175" y="200"/>
                </a:cubicBezTo>
                <a:cubicBezTo>
                  <a:pt x="175" y="200"/>
                  <a:pt x="175" y="200"/>
                  <a:pt x="175" y="200"/>
                </a:cubicBezTo>
                <a:cubicBezTo>
                  <a:pt x="163" y="214"/>
                  <a:pt x="163" y="214"/>
                  <a:pt x="163" y="214"/>
                </a:cubicBezTo>
                <a:cubicBezTo>
                  <a:pt x="163" y="214"/>
                  <a:pt x="163" y="214"/>
                  <a:pt x="163" y="214"/>
                </a:cubicBezTo>
                <a:cubicBezTo>
                  <a:pt x="163" y="216"/>
                  <a:pt x="163" y="216"/>
                  <a:pt x="163" y="216"/>
                </a:cubicBezTo>
                <a:cubicBezTo>
                  <a:pt x="163" y="216"/>
                  <a:pt x="163" y="216"/>
                  <a:pt x="163" y="216"/>
                </a:cubicBezTo>
                <a:cubicBezTo>
                  <a:pt x="163" y="217"/>
                  <a:pt x="163" y="217"/>
                  <a:pt x="163" y="217"/>
                </a:cubicBezTo>
                <a:cubicBezTo>
                  <a:pt x="163" y="217"/>
                  <a:pt x="163" y="217"/>
                  <a:pt x="163" y="217"/>
                </a:cubicBezTo>
                <a:cubicBezTo>
                  <a:pt x="164" y="218"/>
                  <a:pt x="164" y="218"/>
                  <a:pt x="164" y="218"/>
                </a:cubicBezTo>
                <a:cubicBezTo>
                  <a:pt x="164" y="218"/>
                  <a:pt x="164" y="218"/>
                  <a:pt x="164" y="218"/>
                </a:cubicBezTo>
                <a:cubicBezTo>
                  <a:pt x="165" y="218"/>
                  <a:pt x="165" y="218"/>
                  <a:pt x="165" y="218"/>
                </a:cubicBezTo>
                <a:cubicBezTo>
                  <a:pt x="165" y="218"/>
                  <a:pt x="165" y="218"/>
                  <a:pt x="165" y="218"/>
                </a:cubicBezTo>
                <a:cubicBezTo>
                  <a:pt x="166" y="218"/>
                  <a:pt x="166" y="218"/>
                  <a:pt x="166" y="218"/>
                </a:cubicBezTo>
                <a:cubicBezTo>
                  <a:pt x="166" y="218"/>
                  <a:pt x="166" y="218"/>
                  <a:pt x="166" y="218"/>
                </a:cubicBezTo>
                <a:cubicBezTo>
                  <a:pt x="167" y="218"/>
                  <a:pt x="167" y="218"/>
                  <a:pt x="167" y="218"/>
                </a:cubicBezTo>
                <a:cubicBezTo>
                  <a:pt x="167" y="218"/>
                  <a:pt x="167" y="218"/>
                  <a:pt x="167" y="218"/>
                </a:cubicBezTo>
                <a:cubicBezTo>
                  <a:pt x="168" y="218"/>
                  <a:pt x="168" y="218"/>
                  <a:pt x="168" y="218"/>
                </a:cubicBezTo>
                <a:cubicBezTo>
                  <a:pt x="168" y="218"/>
                  <a:pt x="168" y="218"/>
                  <a:pt x="168" y="218"/>
                </a:cubicBezTo>
                <a:cubicBezTo>
                  <a:pt x="170" y="218"/>
                  <a:pt x="170" y="218"/>
                  <a:pt x="170" y="218"/>
                </a:cubicBezTo>
                <a:cubicBezTo>
                  <a:pt x="170" y="218"/>
                  <a:pt x="170" y="218"/>
                  <a:pt x="170" y="218"/>
                </a:cubicBezTo>
                <a:cubicBezTo>
                  <a:pt x="218" y="189"/>
                  <a:pt x="218" y="189"/>
                  <a:pt x="218" y="189"/>
                </a:cubicBezTo>
                <a:cubicBezTo>
                  <a:pt x="218" y="189"/>
                  <a:pt x="218" y="189"/>
                  <a:pt x="218" y="189"/>
                </a:cubicBezTo>
                <a:cubicBezTo>
                  <a:pt x="219" y="184"/>
                  <a:pt x="219" y="184"/>
                  <a:pt x="219" y="184"/>
                </a:cubicBezTo>
                <a:cubicBezTo>
                  <a:pt x="219" y="181"/>
                  <a:pt x="219" y="181"/>
                  <a:pt x="219" y="181"/>
                </a:cubicBezTo>
                <a:cubicBezTo>
                  <a:pt x="219" y="157"/>
                  <a:pt x="219" y="157"/>
                  <a:pt x="219" y="157"/>
                </a:cubicBezTo>
                <a:cubicBezTo>
                  <a:pt x="219" y="157"/>
                  <a:pt x="219" y="157"/>
                  <a:pt x="219" y="157"/>
                </a:cubicBezTo>
                <a:cubicBezTo>
                  <a:pt x="224" y="153"/>
                  <a:pt x="224" y="153"/>
                  <a:pt x="224" y="153"/>
                </a:cubicBezTo>
                <a:cubicBezTo>
                  <a:pt x="224" y="153"/>
                  <a:pt x="224" y="153"/>
                  <a:pt x="224" y="153"/>
                </a:cubicBezTo>
                <a:cubicBezTo>
                  <a:pt x="225" y="154"/>
                  <a:pt x="225" y="154"/>
                  <a:pt x="225" y="154"/>
                </a:cubicBezTo>
                <a:cubicBezTo>
                  <a:pt x="225" y="154"/>
                  <a:pt x="225" y="154"/>
                  <a:pt x="225" y="154"/>
                </a:cubicBezTo>
                <a:cubicBezTo>
                  <a:pt x="227" y="154"/>
                  <a:pt x="227" y="154"/>
                  <a:pt x="227" y="154"/>
                </a:cubicBezTo>
                <a:cubicBezTo>
                  <a:pt x="227" y="154"/>
                  <a:pt x="227" y="154"/>
                  <a:pt x="227" y="154"/>
                </a:cubicBezTo>
                <a:cubicBezTo>
                  <a:pt x="228" y="155"/>
                  <a:pt x="228" y="155"/>
                  <a:pt x="228" y="155"/>
                </a:cubicBezTo>
                <a:cubicBezTo>
                  <a:pt x="228" y="155"/>
                  <a:pt x="228" y="155"/>
                  <a:pt x="228" y="155"/>
                </a:cubicBezTo>
                <a:cubicBezTo>
                  <a:pt x="230" y="155"/>
                  <a:pt x="230" y="155"/>
                  <a:pt x="230" y="155"/>
                </a:cubicBezTo>
                <a:cubicBezTo>
                  <a:pt x="230" y="155"/>
                  <a:pt x="230" y="155"/>
                  <a:pt x="230" y="155"/>
                </a:cubicBezTo>
                <a:cubicBezTo>
                  <a:pt x="231" y="156"/>
                  <a:pt x="231" y="156"/>
                  <a:pt x="231" y="156"/>
                </a:cubicBezTo>
                <a:cubicBezTo>
                  <a:pt x="231" y="156"/>
                  <a:pt x="231" y="156"/>
                  <a:pt x="231" y="156"/>
                </a:cubicBezTo>
                <a:cubicBezTo>
                  <a:pt x="233" y="156"/>
                  <a:pt x="233" y="156"/>
                  <a:pt x="233" y="156"/>
                </a:cubicBezTo>
                <a:cubicBezTo>
                  <a:pt x="233" y="156"/>
                  <a:pt x="233" y="156"/>
                  <a:pt x="233" y="156"/>
                </a:cubicBezTo>
                <a:cubicBezTo>
                  <a:pt x="234" y="157"/>
                  <a:pt x="234" y="157"/>
                  <a:pt x="234" y="157"/>
                </a:cubicBezTo>
                <a:cubicBezTo>
                  <a:pt x="234" y="157"/>
                  <a:pt x="234" y="157"/>
                  <a:pt x="234" y="157"/>
                </a:cubicBezTo>
                <a:cubicBezTo>
                  <a:pt x="237" y="157"/>
                  <a:pt x="237" y="157"/>
                  <a:pt x="237" y="157"/>
                </a:cubicBezTo>
                <a:cubicBezTo>
                  <a:pt x="237" y="157"/>
                  <a:pt x="237" y="157"/>
                  <a:pt x="237" y="157"/>
                </a:cubicBezTo>
                <a:cubicBezTo>
                  <a:pt x="237" y="159"/>
                  <a:pt x="237" y="159"/>
                  <a:pt x="237" y="159"/>
                </a:cubicBezTo>
                <a:cubicBezTo>
                  <a:pt x="237" y="159"/>
                  <a:pt x="237" y="159"/>
                  <a:pt x="237" y="159"/>
                </a:cubicBezTo>
                <a:cubicBezTo>
                  <a:pt x="237" y="161"/>
                  <a:pt x="237" y="161"/>
                  <a:pt x="237" y="161"/>
                </a:cubicBezTo>
                <a:cubicBezTo>
                  <a:pt x="237" y="161"/>
                  <a:pt x="237" y="161"/>
                  <a:pt x="237" y="161"/>
                </a:cubicBezTo>
                <a:cubicBezTo>
                  <a:pt x="236" y="164"/>
                  <a:pt x="236" y="164"/>
                  <a:pt x="236" y="164"/>
                </a:cubicBezTo>
                <a:cubicBezTo>
                  <a:pt x="236" y="164"/>
                  <a:pt x="236" y="164"/>
                  <a:pt x="236" y="164"/>
                </a:cubicBezTo>
                <a:cubicBezTo>
                  <a:pt x="235" y="166"/>
                  <a:pt x="235" y="166"/>
                  <a:pt x="235" y="166"/>
                </a:cubicBezTo>
                <a:cubicBezTo>
                  <a:pt x="235" y="166"/>
                  <a:pt x="235" y="166"/>
                  <a:pt x="235" y="166"/>
                </a:cubicBezTo>
                <a:cubicBezTo>
                  <a:pt x="234" y="169"/>
                  <a:pt x="234" y="169"/>
                  <a:pt x="234" y="169"/>
                </a:cubicBezTo>
                <a:cubicBezTo>
                  <a:pt x="234" y="169"/>
                  <a:pt x="234" y="169"/>
                  <a:pt x="234" y="169"/>
                </a:cubicBezTo>
                <a:cubicBezTo>
                  <a:pt x="233" y="171"/>
                  <a:pt x="233" y="171"/>
                  <a:pt x="233" y="171"/>
                </a:cubicBezTo>
                <a:cubicBezTo>
                  <a:pt x="233" y="171"/>
                  <a:pt x="233" y="171"/>
                  <a:pt x="233" y="171"/>
                </a:cubicBezTo>
                <a:cubicBezTo>
                  <a:pt x="233" y="173"/>
                  <a:pt x="233" y="173"/>
                  <a:pt x="233" y="173"/>
                </a:cubicBezTo>
                <a:cubicBezTo>
                  <a:pt x="233" y="173"/>
                  <a:pt x="233" y="173"/>
                  <a:pt x="233" y="173"/>
                </a:cubicBezTo>
                <a:cubicBezTo>
                  <a:pt x="235" y="175"/>
                  <a:pt x="235" y="175"/>
                  <a:pt x="235" y="175"/>
                </a:cubicBezTo>
                <a:cubicBezTo>
                  <a:pt x="235" y="175"/>
                  <a:pt x="235" y="175"/>
                  <a:pt x="235" y="175"/>
                </a:cubicBezTo>
                <a:cubicBezTo>
                  <a:pt x="241" y="175"/>
                  <a:pt x="241" y="175"/>
                  <a:pt x="241" y="175"/>
                </a:cubicBezTo>
                <a:cubicBezTo>
                  <a:pt x="241" y="175"/>
                  <a:pt x="241" y="175"/>
                  <a:pt x="241" y="175"/>
                </a:cubicBezTo>
                <a:cubicBezTo>
                  <a:pt x="248" y="172"/>
                  <a:pt x="248" y="172"/>
                  <a:pt x="248" y="172"/>
                </a:cubicBezTo>
                <a:cubicBezTo>
                  <a:pt x="248" y="172"/>
                  <a:pt x="248" y="172"/>
                  <a:pt x="248" y="172"/>
                </a:cubicBezTo>
                <a:cubicBezTo>
                  <a:pt x="254" y="171"/>
                  <a:pt x="254" y="171"/>
                  <a:pt x="254" y="171"/>
                </a:cubicBezTo>
                <a:cubicBezTo>
                  <a:pt x="254" y="171"/>
                  <a:pt x="254" y="171"/>
                  <a:pt x="254" y="171"/>
                </a:cubicBezTo>
                <a:cubicBezTo>
                  <a:pt x="260" y="167"/>
                  <a:pt x="260" y="167"/>
                  <a:pt x="260" y="167"/>
                </a:cubicBezTo>
                <a:cubicBezTo>
                  <a:pt x="260" y="167"/>
                  <a:pt x="260" y="167"/>
                  <a:pt x="260" y="167"/>
                </a:cubicBezTo>
                <a:cubicBezTo>
                  <a:pt x="267" y="164"/>
                  <a:pt x="267" y="164"/>
                  <a:pt x="267" y="164"/>
                </a:cubicBezTo>
                <a:cubicBezTo>
                  <a:pt x="267" y="164"/>
                  <a:pt x="267" y="164"/>
                  <a:pt x="267" y="164"/>
                </a:cubicBezTo>
                <a:cubicBezTo>
                  <a:pt x="273" y="161"/>
                  <a:pt x="273" y="161"/>
                  <a:pt x="273" y="161"/>
                </a:cubicBezTo>
                <a:cubicBezTo>
                  <a:pt x="273" y="161"/>
                  <a:pt x="273" y="161"/>
                  <a:pt x="273" y="161"/>
                </a:cubicBezTo>
                <a:cubicBezTo>
                  <a:pt x="279" y="157"/>
                  <a:pt x="279" y="157"/>
                  <a:pt x="279" y="157"/>
                </a:cubicBezTo>
                <a:cubicBezTo>
                  <a:pt x="279" y="157"/>
                  <a:pt x="279" y="157"/>
                  <a:pt x="279" y="157"/>
                </a:cubicBezTo>
                <a:cubicBezTo>
                  <a:pt x="285" y="153"/>
                  <a:pt x="285" y="153"/>
                  <a:pt x="285" y="153"/>
                </a:cubicBezTo>
                <a:cubicBezTo>
                  <a:pt x="285" y="153"/>
                  <a:pt x="285" y="153"/>
                  <a:pt x="285" y="153"/>
                </a:cubicBezTo>
                <a:cubicBezTo>
                  <a:pt x="297" y="118"/>
                  <a:pt x="297" y="118"/>
                  <a:pt x="297" y="118"/>
                </a:cubicBezTo>
                <a:cubicBezTo>
                  <a:pt x="297" y="118"/>
                  <a:pt x="297" y="118"/>
                  <a:pt x="297" y="118"/>
                </a:cubicBezTo>
                <a:cubicBezTo>
                  <a:pt x="300" y="120"/>
                  <a:pt x="300" y="120"/>
                  <a:pt x="300" y="120"/>
                </a:cubicBezTo>
                <a:cubicBezTo>
                  <a:pt x="300" y="120"/>
                  <a:pt x="300" y="120"/>
                  <a:pt x="300" y="120"/>
                </a:cubicBezTo>
                <a:cubicBezTo>
                  <a:pt x="304" y="122"/>
                  <a:pt x="304" y="122"/>
                  <a:pt x="304" y="122"/>
                </a:cubicBezTo>
                <a:cubicBezTo>
                  <a:pt x="304" y="122"/>
                  <a:pt x="304" y="122"/>
                  <a:pt x="304" y="122"/>
                </a:cubicBezTo>
                <a:cubicBezTo>
                  <a:pt x="308" y="124"/>
                  <a:pt x="308" y="124"/>
                  <a:pt x="308" y="124"/>
                </a:cubicBezTo>
                <a:cubicBezTo>
                  <a:pt x="308" y="124"/>
                  <a:pt x="308" y="124"/>
                  <a:pt x="308" y="124"/>
                </a:cubicBezTo>
                <a:cubicBezTo>
                  <a:pt x="312" y="125"/>
                  <a:pt x="312" y="125"/>
                  <a:pt x="312" y="125"/>
                </a:cubicBezTo>
                <a:cubicBezTo>
                  <a:pt x="312" y="125"/>
                  <a:pt x="312" y="125"/>
                  <a:pt x="312" y="125"/>
                </a:cubicBezTo>
                <a:cubicBezTo>
                  <a:pt x="315" y="128"/>
                  <a:pt x="315" y="128"/>
                  <a:pt x="315" y="128"/>
                </a:cubicBezTo>
                <a:cubicBezTo>
                  <a:pt x="315" y="128"/>
                  <a:pt x="315" y="128"/>
                  <a:pt x="315" y="128"/>
                </a:cubicBezTo>
                <a:cubicBezTo>
                  <a:pt x="318" y="131"/>
                  <a:pt x="318" y="131"/>
                  <a:pt x="318" y="131"/>
                </a:cubicBezTo>
                <a:cubicBezTo>
                  <a:pt x="318" y="131"/>
                  <a:pt x="318" y="131"/>
                  <a:pt x="318" y="131"/>
                </a:cubicBezTo>
                <a:cubicBezTo>
                  <a:pt x="321" y="134"/>
                  <a:pt x="321" y="134"/>
                  <a:pt x="321" y="134"/>
                </a:cubicBezTo>
                <a:cubicBezTo>
                  <a:pt x="321" y="134"/>
                  <a:pt x="321" y="134"/>
                  <a:pt x="321" y="134"/>
                </a:cubicBezTo>
                <a:cubicBezTo>
                  <a:pt x="324" y="137"/>
                  <a:pt x="324" y="137"/>
                  <a:pt x="324" y="137"/>
                </a:cubicBezTo>
                <a:cubicBezTo>
                  <a:pt x="324" y="137"/>
                  <a:pt x="324" y="137"/>
                  <a:pt x="324" y="137"/>
                </a:cubicBezTo>
                <a:cubicBezTo>
                  <a:pt x="322" y="139"/>
                  <a:pt x="322" y="139"/>
                  <a:pt x="322" y="139"/>
                </a:cubicBezTo>
                <a:cubicBezTo>
                  <a:pt x="322" y="139"/>
                  <a:pt x="322" y="139"/>
                  <a:pt x="322" y="139"/>
                </a:cubicBezTo>
                <a:cubicBezTo>
                  <a:pt x="321" y="140"/>
                  <a:pt x="321" y="140"/>
                  <a:pt x="321" y="140"/>
                </a:cubicBezTo>
                <a:cubicBezTo>
                  <a:pt x="321" y="140"/>
                  <a:pt x="321" y="140"/>
                  <a:pt x="321" y="140"/>
                </a:cubicBezTo>
                <a:cubicBezTo>
                  <a:pt x="319" y="142"/>
                  <a:pt x="319" y="142"/>
                  <a:pt x="319" y="142"/>
                </a:cubicBezTo>
                <a:cubicBezTo>
                  <a:pt x="319" y="142"/>
                  <a:pt x="319" y="142"/>
                  <a:pt x="319" y="142"/>
                </a:cubicBezTo>
                <a:cubicBezTo>
                  <a:pt x="318" y="142"/>
                  <a:pt x="318" y="142"/>
                  <a:pt x="318" y="142"/>
                </a:cubicBezTo>
                <a:cubicBezTo>
                  <a:pt x="318" y="142"/>
                  <a:pt x="318" y="142"/>
                  <a:pt x="318" y="142"/>
                </a:cubicBezTo>
                <a:cubicBezTo>
                  <a:pt x="315" y="144"/>
                  <a:pt x="315" y="144"/>
                  <a:pt x="315" y="144"/>
                </a:cubicBezTo>
                <a:cubicBezTo>
                  <a:pt x="315" y="144"/>
                  <a:pt x="315" y="144"/>
                  <a:pt x="315" y="144"/>
                </a:cubicBezTo>
                <a:cubicBezTo>
                  <a:pt x="313" y="145"/>
                  <a:pt x="313" y="145"/>
                  <a:pt x="313" y="145"/>
                </a:cubicBezTo>
                <a:cubicBezTo>
                  <a:pt x="313" y="145"/>
                  <a:pt x="313" y="145"/>
                  <a:pt x="313" y="145"/>
                </a:cubicBezTo>
                <a:cubicBezTo>
                  <a:pt x="311" y="146"/>
                  <a:pt x="311" y="146"/>
                  <a:pt x="311" y="146"/>
                </a:cubicBezTo>
                <a:cubicBezTo>
                  <a:pt x="311" y="146"/>
                  <a:pt x="311" y="146"/>
                  <a:pt x="311" y="146"/>
                </a:cubicBezTo>
                <a:cubicBezTo>
                  <a:pt x="309" y="146"/>
                  <a:pt x="309" y="146"/>
                  <a:pt x="309" y="146"/>
                </a:cubicBezTo>
                <a:cubicBezTo>
                  <a:pt x="309" y="146"/>
                  <a:pt x="309" y="146"/>
                  <a:pt x="309" y="146"/>
                </a:cubicBezTo>
                <a:cubicBezTo>
                  <a:pt x="289" y="174"/>
                  <a:pt x="289" y="174"/>
                  <a:pt x="289" y="174"/>
                </a:cubicBezTo>
                <a:cubicBezTo>
                  <a:pt x="289" y="174"/>
                  <a:pt x="289" y="174"/>
                  <a:pt x="289" y="174"/>
                </a:cubicBezTo>
                <a:cubicBezTo>
                  <a:pt x="273" y="205"/>
                  <a:pt x="273" y="205"/>
                  <a:pt x="273" y="205"/>
                </a:cubicBezTo>
                <a:cubicBezTo>
                  <a:pt x="273" y="205"/>
                  <a:pt x="273" y="205"/>
                  <a:pt x="273" y="205"/>
                </a:cubicBezTo>
                <a:cubicBezTo>
                  <a:pt x="294" y="199"/>
                  <a:pt x="294" y="199"/>
                  <a:pt x="294" y="199"/>
                </a:cubicBezTo>
                <a:cubicBezTo>
                  <a:pt x="294" y="199"/>
                  <a:pt x="294" y="199"/>
                  <a:pt x="294" y="199"/>
                </a:cubicBezTo>
                <a:cubicBezTo>
                  <a:pt x="338" y="183"/>
                  <a:pt x="338" y="183"/>
                  <a:pt x="338" y="183"/>
                </a:cubicBezTo>
                <a:cubicBezTo>
                  <a:pt x="338" y="183"/>
                  <a:pt x="338" y="183"/>
                  <a:pt x="338" y="183"/>
                </a:cubicBezTo>
                <a:cubicBezTo>
                  <a:pt x="339" y="184"/>
                  <a:pt x="339" y="184"/>
                  <a:pt x="339" y="184"/>
                </a:cubicBezTo>
                <a:cubicBezTo>
                  <a:pt x="339" y="184"/>
                  <a:pt x="339" y="184"/>
                  <a:pt x="339" y="184"/>
                </a:cubicBezTo>
                <a:cubicBezTo>
                  <a:pt x="341" y="184"/>
                  <a:pt x="341" y="184"/>
                  <a:pt x="341" y="184"/>
                </a:cubicBezTo>
                <a:cubicBezTo>
                  <a:pt x="341" y="184"/>
                  <a:pt x="341" y="184"/>
                  <a:pt x="341" y="184"/>
                </a:cubicBezTo>
                <a:cubicBezTo>
                  <a:pt x="343" y="185"/>
                  <a:pt x="343" y="185"/>
                  <a:pt x="343" y="185"/>
                </a:cubicBezTo>
                <a:cubicBezTo>
                  <a:pt x="343" y="185"/>
                  <a:pt x="343" y="185"/>
                  <a:pt x="343" y="185"/>
                </a:cubicBezTo>
                <a:cubicBezTo>
                  <a:pt x="345" y="185"/>
                  <a:pt x="345" y="185"/>
                  <a:pt x="345" y="185"/>
                </a:cubicBezTo>
                <a:cubicBezTo>
                  <a:pt x="345" y="185"/>
                  <a:pt x="345" y="185"/>
                  <a:pt x="345" y="185"/>
                </a:cubicBezTo>
                <a:cubicBezTo>
                  <a:pt x="346" y="187"/>
                  <a:pt x="346" y="187"/>
                  <a:pt x="346" y="187"/>
                </a:cubicBezTo>
                <a:cubicBezTo>
                  <a:pt x="346" y="187"/>
                  <a:pt x="346" y="187"/>
                  <a:pt x="346" y="187"/>
                </a:cubicBezTo>
                <a:cubicBezTo>
                  <a:pt x="349" y="189"/>
                  <a:pt x="349" y="189"/>
                  <a:pt x="349" y="189"/>
                </a:cubicBezTo>
                <a:cubicBezTo>
                  <a:pt x="349" y="189"/>
                  <a:pt x="349" y="189"/>
                  <a:pt x="349" y="189"/>
                </a:cubicBezTo>
                <a:cubicBezTo>
                  <a:pt x="350" y="191"/>
                  <a:pt x="350" y="191"/>
                  <a:pt x="350" y="191"/>
                </a:cubicBezTo>
                <a:cubicBezTo>
                  <a:pt x="350" y="191"/>
                  <a:pt x="350" y="191"/>
                  <a:pt x="350" y="191"/>
                </a:cubicBezTo>
                <a:cubicBezTo>
                  <a:pt x="353" y="192"/>
                  <a:pt x="353" y="192"/>
                  <a:pt x="353" y="192"/>
                </a:cubicBezTo>
                <a:cubicBezTo>
                  <a:pt x="353" y="192"/>
                  <a:pt x="353" y="192"/>
                  <a:pt x="353" y="192"/>
                </a:cubicBezTo>
                <a:cubicBezTo>
                  <a:pt x="301" y="214"/>
                  <a:pt x="301" y="214"/>
                  <a:pt x="301" y="214"/>
                </a:cubicBezTo>
                <a:cubicBezTo>
                  <a:pt x="301" y="214"/>
                  <a:pt x="301" y="214"/>
                  <a:pt x="301" y="214"/>
                </a:cubicBezTo>
                <a:cubicBezTo>
                  <a:pt x="298" y="215"/>
                  <a:pt x="298" y="215"/>
                  <a:pt x="298" y="215"/>
                </a:cubicBezTo>
                <a:cubicBezTo>
                  <a:pt x="298" y="215"/>
                  <a:pt x="298" y="215"/>
                  <a:pt x="298" y="215"/>
                </a:cubicBezTo>
                <a:cubicBezTo>
                  <a:pt x="295" y="216"/>
                  <a:pt x="295" y="216"/>
                  <a:pt x="295" y="216"/>
                </a:cubicBezTo>
                <a:cubicBezTo>
                  <a:pt x="295" y="216"/>
                  <a:pt x="295" y="216"/>
                  <a:pt x="295" y="216"/>
                </a:cubicBezTo>
                <a:cubicBezTo>
                  <a:pt x="292" y="217"/>
                  <a:pt x="292" y="217"/>
                  <a:pt x="292" y="217"/>
                </a:cubicBezTo>
                <a:cubicBezTo>
                  <a:pt x="292" y="217"/>
                  <a:pt x="292" y="217"/>
                  <a:pt x="292" y="217"/>
                </a:cubicBezTo>
                <a:cubicBezTo>
                  <a:pt x="290" y="217"/>
                  <a:pt x="290" y="217"/>
                  <a:pt x="290" y="217"/>
                </a:cubicBezTo>
                <a:cubicBezTo>
                  <a:pt x="290" y="217"/>
                  <a:pt x="290" y="217"/>
                  <a:pt x="290" y="217"/>
                </a:cubicBezTo>
                <a:cubicBezTo>
                  <a:pt x="286" y="219"/>
                  <a:pt x="286" y="219"/>
                  <a:pt x="286" y="219"/>
                </a:cubicBezTo>
                <a:cubicBezTo>
                  <a:pt x="286" y="219"/>
                  <a:pt x="286" y="219"/>
                  <a:pt x="286" y="219"/>
                </a:cubicBezTo>
                <a:cubicBezTo>
                  <a:pt x="284" y="220"/>
                  <a:pt x="284" y="220"/>
                  <a:pt x="284" y="220"/>
                </a:cubicBezTo>
                <a:cubicBezTo>
                  <a:pt x="284" y="220"/>
                  <a:pt x="284" y="220"/>
                  <a:pt x="284" y="220"/>
                </a:cubicBezTo>
                <a:cubicBezTo>
                  <a:pt x="281" y="221"/>
                  <a:pt x="281" y="221"/>
                  <a:pt x="281" y="221"/>
                </a:cubicBezTo>
                <a:cubicBezTo>
                  <a:pt x="281" y="221"/>
                  <a:pt x="281" y="221"/>
                  <a:pt x="281" y="221"/>
                </a:cubicBezTo>
                <a:cubicBezTo>
                  <a:pt x="280" y="222"/>
                  <a:pt x="280" y="222"/>
                  <a:pt x="280" y="222"/>
                </a:cubicBezTo>
                <a:cubicBezTo>
                  <a:pt x="280" y="222"/>
                  <a:pt x="280" y="222"/>
                  <a:pt x="280" y="222"/>
                </a:cubicBezTo>
                <a:cubicBezTo>
                  <a:pt x="255" y="231"/>
                  <a:pt x="255" y="231"/>
                  <a:pt x="255" y="231"/>
                </a:cubicBezTo>
                <a:cubicBezTo>
                  <a:pt x="255" y="231"/>
                  <a:pt x="255" y="231"/>
                  <a:pt x="255" y="231"/>
                </a:cubicBezTo>
                <a:cubicBezTo>
                  <a:pt x="253" y="234"/>
                  <a:pt x="253" y="234"/>
                  <a:pt x="253" y="234"/>
                </a:cubicBezTo>
                <a:cubicBezTo>
                  <a:pt x="253" y="234"/>
                  <a:pt x="253" y="234"/>
                  <a:pt x="253" y="234"/>
                </a:cubicBezTo>
                <a:cubicBezTo>
                  <a:pt x="255" y="238"/>
                  <a:pt x="255" y="238"/>
                  <a:pt x="255" y="238"/>
                </a:cubicBezTo>
                <a:cubicBezTo>
                  <a:pt x="255" y="238"/>
                  <a:pt x="255" y="238"/>
                  <a:pt x="255" y="238"/>
                </a:cubicBezTo>
                <a:cubicBezTo>
                  <a:pt x="258" y="241"/>
                  <a:pt x="258" y="241"/>
                  <a:pt x="258" y="241"/>
                </a:cubicBezTo>
                <a:cubicBezTo>
                  <a:pt x="258" y="241"/>
                  <a:pt x="258" y="241"/>
                  <a:pt x="258" y="241"/>
                </a:cubicBezTo>
                <a:cubicBezTo>
                  <a:pt x="260" y="244"/>
                  <a:pt x="260" y="244"/>
                  <a:pt x="260" y="244"/>
                </a:cubicBezTo>
                <a:cubicBezTo>
                  <a:pt x="260" y="244"/>
                  <a:pt x="260" y="244"/>
                  <a:pt x="260" y="244"/>
                </a:cubicBezTo>
                <a:cubicBezTo>
                  <a:pt x="262" y="247"/>
                  <a:pt x="262" y="247"/>
                  <a:pt x="262" y="247"/>
                </a:cubicBezTo>
                <a:cubicBezTo>
                  <a:pt x="262" y="247"/>
                  <a:pt x="262" y="247"/>
                  <a:pt x="262" y="247"/>
                </a:cubicBezTo>
                <a:cubicBezTo>
                  <a:pt x="262" y="251"/>
                  <a:pt x="262" y="251"/>
                  <a:pt x="262" y="251"/>
                </a:cubicBezTo>
                <a:cubicBezTo>
                  <a:pt x="262" y="251"/>
                  <a:pt x="262" y="251"/>
                  <a:pt x="262" y="251"/>
                </a:cubicBezTo>
                <a:cubicBezTo>
                  <a:pt x="262" y="255"/>
                  <a:pt x="262" y="255"/>
                  <a:pt x="262" y="255"/>
                </a:cubicBezTo>
                <a:cubicBezTo>
                  <a:pt x="262" y="255"/>
                  <a:pt x="262" y="255"/>
                  <a:pt x="262" y="255"/>
                </a:cubicBezTo>
                <a:cubicBezTo>
                  <a:pt x="262" y="258"/>
                  <a:pt x="262" y="258"/>
                  <a:pt x="262" y="258"/>
                </a:cubicBezTo>
                <a:cubicBezTo>
                  <a:pt x="262" y="258"/>
                  <a:pt x="262" y="258"/>
                  <a:pt x="262" y="258"/>
                </a:cubicBezTo>
                <a:cubicBezTo>
                  <a:pt x="263" y="262"/>
                  <a:pt x="263" y="262"/>
                  <a:pt x="263" y="262"/>
                </a:cubicBezTo>
                <a:cubicBezTo>
                  <a:pt x="263" y="262"/>
                  <a:pt x="263" y="262"/>
                  <a:pt x="263" y="262"/>
                </a:cubicBezTo>
                <a:cubicBezTo>
                  <a:pt x="319" y="251"/>
                  <a:pt x="319" y="251"/>
                  <a:pt x="319" y="251"/>
                </a:cubicBezTo>
                <a:cubicBezTo>
                  <a:pt x="319" y="251"/>
                  <a:pt x="319" y="251"/>
                  <a:pt x="319" y="251"/>
                </a:cubicBezTo>
                <a:cubicBezTo>
                  <a:pt x="321" y="255"/>
                  <a:pt x="321" y="255"/>
                  <a:pt x="321" y="255"/>
                </a:cubicBezTo>
                <a:cubicBezTo>
                  <a:pt x="321" y="255"/>
                  <a:pt x="321" y="255"/>
                  <a:pt x="321" y="255"/>
                </a:cubicBezTo>
                <a:cubicBezTo>
                  <a:pt x="323" y="257"/>
                  <a:pt x="323" y="257"/>
                  <a:pt x="323" y="257"/>
                </a:cubicBezTo>
                <a:cubicBezTo>
                  <a:pt x="323" y="257"/>
                  <a:pt x="323" y="257"/>
                  <a:pt x="323" y="257"/>
                </a:cubicBezTo>
                <a:cubicBezTo>
                  <a:pt x="324" y="260"/>
                  <a:pt x="324" y="260"/>
                  <a:pt x="324" y="260"/>
                </a:cubicBezTo>
                <a:cubicBezTo>
                  <a:pt x="324" y="260"/>
                  <a:pt x="324" y="260"/>
                  <a:pt x="324" y="260"/>
                </a:cubicBezTo>
                <a:cubicBezTo>
                  <a:pt x="327" y="263"/>
                  <a:pt x="327" y="263"/>
                  <a:pt x="327" y="263"/>
                </a:cubicBezTo>
                <a:cubicBezTo>
                  <a:pt x="327" y="263"/>
                  <a:pt x="327" y="263"/>
                  <a:pt x="327" y="263"/>
                </a:cubicBezTo>
                <a:cubicBezTo>
                  <a:pt x="327" y="266"/>
                  <a:pt x="327" y="266"/>
                  <a:pt x="327" y="266"/>
                </a:cubicBezTo>
                <a:cubicBezTo>
                  <a:pt x="327" y="266"/>
                  <a:pt x="327" y="266"/>
                  <a:pt x="327" y="266"/>
                </a:cubicBezTo>
                <a:cubicBezTo>
                  <a:pt x="328" y="269"/>
                  <a:pt x="328" y="269"/>
                  <a:pt x="328" y="269"/>
                </a:cubicBezTo>
                <a:cubicBezTo>
                  <a:pt x="328" y="269"/>
                  <a:pt x="328" y="269"/>
                  <a:pt x="328" y="269"/>
                </a:cubicBezTo>
                <a:cubicBezTo>
                  <a:pt x="327" y="271"/>
                  <a:pt x="327" y="271"/>
                  <a:pt x="327" y="271"/>
                </a:cubicBezTo>
                <a:cubicBezTo>
                  <a:pt x="327" y="271"/>
                  <a:pt x="327" y="271"/>
                  <a:pt x="327" y="271"/>
                </a:cubicBezTo>
                <a:cubicBezTo>
                  <a:pt x="327" y="274"/>
                  <a:pt x="327" y="274"/>
                  <a:pt x="327" y="274"/>
                </a:cubicBezTo>
                <a:cubicBezTo>
                  <a:pt x="327" y="274"/>
                  <a:pt x="327" y="274"/>
                  <a:pt x="327" y="274"/>
                </a:cubicBezTo>
                <a:cubicBezTo>
                  <a:pt x="320" y="278"/>
                  <a:pt x="320" y="278"/>
                  <a:pt x="320" y="278"/>
                </a:cubicBezTo>
                <a:cubicBezTo>
                  <a:pt x="320" y="278"/>
                  <a:pt x="320" y="278"/>
                  <a:pt x="320" y="278"/>
                </a:cubicBezTo>
                <a:cubicBezTo>
                  <a:pt x="317" y="281"/>
                  <a:pt x="317" y="281"/>
                  <a:pt x="317" y="281"/>
                </a:cubicBezTo>
                <a:cubicBezTo>
                  <a:pt x="317" y="281"/>
                  <a:pt x="317" y="281"/>
                  <a:pt x="317" y="281"/>
                </a:cubicBezTo>
                <a:cubicBezTo>
                  <a:pt x="313" y="285"/>
                  <a:pt x="313" y="285"/>
                  <a:pt x="313" y="285"/>
                </a:cubicBezTo>
                <a:cubicBezTo>
                  <a:pt x="313" y="285"/>
                  <a:pt x="313" y="285"/>
                  <a:pt x="313" y="285"/>
                </a:cubicBezTo>
                <a:cubicBezTo>
                  <a:pt x="311" y="289"/>
                  <a:pt x="311" y="289"/>
                  <a:pt x="311" y="289"/>
                </a:cubicBezTo>
                <a:cubicBezTo>
                  <a:pt x="311" y="289"/>
                  <a:pt x="311" y="289"/>
                  <a:pt x="311" y="289"/>
                </a:cubicBezTo>
                <a:cubicBezTo>
                  <a:pt x="308" y="295"/>
                  <a:pt x="308" y="295"/>
                  <a:pt x="308" y="295"/>
                </a:cubicBezTo>
                <a:cubicBezTo>
                  <a:pt x="308" y="295"/>
                  <a:pt x="308" y="295"/>
                  <a:pt x="308" y="295"/>
                </a:cubicBezTo>
                <a:cubicBezTo>
                  <a:pt x="305" y="299"/>
                  <a:pt x="305" y="299"/>
                  <a:pt x="305" y="299"/>
                </a:cubicBezTo>
                <a:cubicBezTo>
                  <a:pt x="305" y="299"/>
                  <a:pt x="305" y="299"/>
                  <a:pt x="305" y="299"/>
                </a:cubicBezTo>
                <a:cubicBezTo>
                  <a:pt x="302" y="304"/>
                  <a:pt x="302" y="304"/>
                  <a:pt x="302" y="304"/>
                </a:cubicBezTo>
                <a:cubicBezTo>
                  <a:pt x="302" y="304"/>
                  <a:pt x="302" y="304"/>
                  <a:pt x="302" y="304"/>
                </a:cubicBezTo>
                <a:cubicBezTo>
                  <a:pt x="299" y="307"/>
                  <a:pt x="299" y="307"/>
                  <a:pt x="299" y="307"/>
                </a:cubicBezTo>
                <a:cubicBezTo>
                  <a:pt x="299" y="307"/>
                  <a:pt x="299" y="307"/>
                  <a:pt x="299" y="307"/>
                </a:cubicBezTo>
                <a:cubicBezTo>
                  <a:pt x="260" y="352"/>
                  <a:pt x="260" y="352"/>
                  <a:pt x="260" y="352"/>
                </a:cubicBezTo>
                <a:cubicBezTo>
                  <a:pt x="260" y="352"/>
                  <a:pt x="260" y="352"/>
                  <a:pt x="260" y="352"/>
                </a:cubicBezTo>
                <a:cubicBezTo>
                  <a:pt x="301" y="268"/>
                  <a:pt x="301" y="268"/>
                  <a:pt x="301" y="268"/>
                </a:cubicBezTo>
                <a:cubicBezTo>
                  <a:pt x="301" y="268"/>
                  <a:pt x="301" y="268"/>
                  <a:pt x="301" y="268"/>
                </a:cubicBezTo>
                <a:cubicBezTo>
                  <a:pt x="300" y="268"/>
                  <a:pt x="300" y="268"/>
                  <a:pt x="300" y="268"/>
                </a:cubicBezTo>
                <a:cubicBezTo>
                  <a:pt x="300" y="268"/>
                  <a:pt x="300" y="268"/>
                  <a:pt x="300" y="268"/>
                </a:cubicBezTo>
                <a:cubicBezTo>
                  <a:pt x="300" y="267"/>
                  <a:pt x="300" y="267"/>
                  <a:pt x="300" y="267"/>
                </a:cubicBezTo>
                <a:cubicBezTo>
                  <a:pt x="300" y="267"/>
                  <a:pt x="300" y="267"/>
                  <a:pt x="300" y="267"/>
                </a:cubicBezTo>
                <a:cubicBezTo>
                  <a:pt x="299" y="267"/>
                  <a:pt x="299" y="267"/>
                  <a:pt x="299" y="267"/>
                </a:cubicBezTo>
                <a:cubicBezTo>
                  <a:pt x="299" y="267"/>
                  <a:pt x="299" y="267"/>
                  <a:pt x="299" y="267"/>
                </a:cubicBezTo>
                <a:cubicBezTo>
                  <a:pt x="299" y="266"/>
                  <a:pt x="299" y="266"/>
                  <a:pt x="299" y="266"/>
                </a:cubicBezTo>
                <a:cubicBezTo>
                  <a:pt x="299" y="266"/>
                  <a:pt x="299" y="266"/>
                  <a:pt x="299" y="266"/>
                </a:cubicBezTo>
                <a:cubicBezTo>
                  <a:pt x="298" y="266"/>
                  <a:pt x="298" y="266"/>
                  <a:pt x="298" y="266"/>
                </a:cubicBezTo>
                <a:cubicBezTo>
                  <a:pt x="298" y="266"/>
                  <a:pt x="298" y="266"/>
                  <a:pt x="298" y="266"/>
                </a:cubicBezTo>
                <a:cubicBezTo>
                  <a:pt x="297" y="265"/>
                  <a:pt x="297" y="265"/>
                  <a:pt x="297" y="265"/>
                </a:cubicBezTo>
                <a:cubicBezTo>
                  <a:pt x="297" y="265"/>
                  <a:pt x="297" y="265"/>
                  <a:pt x="297" y="265"/>
                </a:cubicBezTo>
                <a:cubicBezTo>
                  <a:pt x="296" y="264"/>
                  <a:pt x="296" y="264"/>
                  <a:pt x="296" y="264"/>
                </a:cubicBezTo>
                <a:cubicBezTo>
                  <a:pt x="296" y="264"/>
                  <a:pt x="296" y="264"/>
                  <a:pt x="296" y="264"/>
                </a:cubicBezTo>
                <a:cubicBezTo>
                  <a:pt x="296" y="263"/>
                  <a:pt x="296" y="263"/>
                  <a:pt x="296" y="263"/>
                </a:cubicBezTo>
                <a:cubicBezTo>
                  <a:pt x="296" y="263"/>
                  <a:pt x="296" y="263"/>
                  <a:pt x="296" y="263"/>
                </a:cubicBezTo>
                <a:cubicBezTo>
                  <a:pt x="267" y="275"/>
                  <a:pt x="267" y="275"/>
                  <a:pt x="267" y="275"/>
                </a:cubicBezTo>
                <a:cubicBezTo>
                  <a:pt x="267" y="275"/>
                  <a:pt x="267" y="275"/>
                  <a:pt x="267" y="275"/>
                </a:cubicBezTo>
                <a:cubicBezTo>
                  <a:pt x="265" y="279"/>
                  <a:pt x="265" y="279"/>
                  <a:pt x="265" y="279"/>
                </a:cubicBezTo>
                <a:cubicBezTo>
                  <a:pt x="265" y="279"/>
                  <a:pt x="265" y="279"/>
                  <a:pt x="265" y="279"/>
                </a:cubicBezTo>
                <a:cubicBezTo>
                  <a:pt x="265" y="281"/>
                  <a:pt x="265" y="281"/>
                  <a:pt x="265" y="281"/>
                </a:cubicBezTo>
                <a:cubicBezTo>
                  <a:pt x="265" y="281"/>
                  <a:pt x="265" y="281"/>
                  <a:pt x="265" y="281"/>
                </a:cubicBezTo>
                <a:cubicBezTo>
                  <a:pt x="267" y="282"/>
                  <a:pt x="267" y="282"/>
                  <a:pt x="267" y="282"/>
                </a:cubicBezTo>
                <a:cubicBezTo>
                  <a:pt x="267" y="282"/>
                  <a:pt x="267" y="282"/>
                  <a:pt x="267" y="282"/>
                </a:cubicBezTo>
                <a:cubicBezTo>
                  <a:pt x="269" y="282"/>
                  <a:pt x="269" y="282"/>
                  <a:pt x="269" y="282"/>
                </a:cubicBezTo>
                <a:cubicBezTo>
                  <a:pt x="269" y="282"/>
                  <a:pt x="269" y="282"/>
                  <a:pt x="269" y="282"/>
                </a:cubicBezTo>
                <a:cubicBezTo>
                  <a:pt x="271" y="282"/>
                  <a:pt x="271" y="282"/>
                  <a:pt x="271" y="282"/>
                </a:cubicBezTo>
                <a:cubicBezTo>
                  <a:pt x="271" y="282"/>
                  <a:pt x="271" y="282"/>
                  <a:pt x="271" y="282"/>
                </a:cubicBezTo>
                <a:cubicBezTo>
                  <a:pt x="272" y="284"/>
                  <a:pt x="272" y="284"/>
                  <a:pt x="272" y="284"/>
                </a:cubicBezTo>
                <a:cubicBezTo>
                  <a:pt x="272" y="284"/>
                  <a:pt x="272" y="284"/>
                  <a:pt x="272" y="284"/>
                </a:cubicBezTo>
                <a:cubicBezTo>
                  <a:pt x="274" y="285"/>
                  <a:pt x="274" y="285"/>
                  <a:pt x="274" y="285"/>
                </a:cubicBezTo>
                <a:cubicBezTo>
                  <a:pt x="274" y="285"/>
                  <a:pt x="274" y="285"/>
                  <a:pt x="274" y="285"/>
                </a:cubicBezTo>
                <a:cubicBezTo>
                  <a:pt x="275" y="286"/>
                  <a:pt x="275" y="286"/>
                  <a:pt x="275" y="286"/>
                </a:cubicBezTo>
                <a:cubicBezTo>
                  <a:pt x="275" y="286"/>
                  <a:pt x="275" y="286"/>
                  <a:pt x="275" y="286"/>
                </a:cubicBezTo>
                <a:cubicBezTo>
                  <a:pt x="277" y="287"/>
                  <a:pt x="277" y="287"/>
                  <a:pt x="277" y="287"/>
                </a:cubicBezTo>
                <a:cubicBezTo>
                  <a:pt x="277" y="287"/>
                  <a:pt x="277" y="287"/>
                  <a:pt x="277" y="287"/>
                </a:cubicBezTo>
                <a:cubicBezTo>
                  <a:pt x="273" y="294"/>
                  <a:pt x="273" y="294"/>
                  <a:pt x="273" y="294"/>
                </a:cubicBezTo>
                <a:cubicBezTo>
                  <a:pt x="273" y="294"/>
                  <a:pt x="273" y="294"/>
                  <a:pt x="273" y="294"/>
                </a:cubicBezTo>
                <a:cubicBezTo>
                  <a:pt x="267" y="298"/>
                  <a:pt x="267" y="298"/>
                  <a:pt x="267" y="298"/>
                </a:cubicBezTo>
                <a:cubicBezTo>
                  <a:pt x="267" y="298"/>
                  <a:pt x="267" y="298"/>
                  <a:pt x="267" y="298"/>
                </a:cubicBezTo>
                <a:cubicBezTo>
                  <a:pt x="260" y="302"/>
                  <a:pt x="260" y="302"/>
                  <a:pt x="260" y="302"/>
                </a:cubicBezTo>
                <a:cubicBezTo>
                  <a:pt x="260" y="302"/>
                  <a:pt x="260" y="302"/>
                  <a:pt x="260" y="302"/>
                </a:cubicBezTo>
                <a:cubicBezTo>
                  <a:pt x="254" y="306"/>
                  <a:pt x="254" y="306"/>
                  <a:pt x="254" y="306"/>
                </a:cubicBezTo>
                <a:cubicBezTo>
                  <a:pt x="254" y="306"/>
                  <a:pt x="254" y="306"/>
                  <a:pt x="254" y="306"/>
                </a:cubicBezTo>
                <a:cubicBezTo>
                  <a:pt x="248" y="311"/>
                  <a:pt x="248" y="311"/>
                  <a:pt x="248" y="311"/>
                </a:cubicBezTo>
                <a:cubicBezTo>
                  <a:pt x="248" y="311"/>
                  <a:pt x="248" y="311"/>
                  <a:pt x="248" y="311"/>
                </a:cubicBezTo>
                <a:cubicBezTo>
                  <a:pt x="243" y="316"/>
                  <a:pt x="243" y="316"/>
                  <a:pt x="243" y="316"/>
                </a:cubicBezTo>
                <a:cubicBezTo>
                  <a:pt x="243" y="316"/>
                  <a:pt x="243" y="316"/>
                  <a:pt x="243" y="316"/>
                </a:cubicBezTo>
                <a:cubicBezTo>
                  <a:pt x="241" y="323"/>
                  <a:pt x="241" y="323"/>
                  <a:pt x="241" y="323"/>
                </a:cubicBezTo>
                <a:cubicBezTo>
                  <a:pt x="241" y="323"/>
                  <a:pt x="241" y="323"/>
                  <a:pt x="241" y="323"/>
                </a:cubicBezTo>
                <a:cubicBezTo>
                  <a:pt x="243" y="331"/>
                  <a:pt x="243" y="331"/>
                  <a:pt x="243" y="331"/>
                </a:cubicBezTo>
                <a:cubicBezTo>
                  <a:pt x="243" y="331"/>
                  <a:pt x="243" y="331"/>
                  <a:pt x="243" y="331"/>
                </a:cubicBezTo>
                <a:cubicBezTo>
                  <a:pt x="243" y="333"/>
                  <a:pt x="243" y="333"/>
                  <a:pt x="243" y="333"/>
                </a:cubicBezTo>
                <a:cubicBezTo>
                  <a:pt x="243" y="333"/>
                  <a:pt x="243" y="333"/>
                  <a:pt x="243" y="333"/>
                </a:cubicBezTo>
                <a:cubicBezTo>
                  <a:pt x="244" y="334"/>
                  <a:pt x="244" y="334"/>
                  <a:pt x="244" y="334"/>
                </a:cubicBezTo>
                <a:cubicBezTo>
                  <a:pt x="244" y="334"/>
                  <a:pt x="244" y="334"/>
                  <a:pt x="244" y="334"/>
                </a:cubicBezTo>
                <a:cubicBezTo>
                  <a:pt x="246" y="335"/>
                  <a:pt x="246" y="335"/>
                  <a:pt x="246" y="335"/>
                </a:cubicBezTo>
                <a:cubicBezTo>
                  <a:pt x="246" y="335"/>
                  <a:pt x="246" y="335"/>
                  <a:pt x="246" y="335"/>
                </a:cubicBezTo>
                <a:cubicBezTo>
                  <a:pt x="248" y="335"/>
                  <a:pt x="248" y="335"/>
                  <a:pt x="248" y="335"/>
                </a:cubicBezTo>
                <a:cubicBezTo>
                  <a:pt x="248" y="335"/>
                  <a:pt x="248" y="335"/>
                  <a:pt x="248" y="335"/>
                </a:cubicBezTo>
                <a:cubicBezTo>
                  <a:pt x="249" y="336"/>
                  <a:pt x="249" y="336"/>
                  <a:pt x="249" y="336"/>
                </a:cubicBezTo>
                <a:cubicBezTo>
                  <a:pt x="249" y="336"/>
                  <a:pt x="249" y="336"/>
                  <a:pt x="249" y="336"/>
                </a:cubicBezTo>
                <a:cubicBezTo>
                  <a:pt x="250" y="336"/>
                  <a:pt x="250" y="336"/>
                  <a:pt x="250" y="336"/>
                </a:cubicBezTo>
                <a:cubicBezTo>
                  <a:pt x="250" y="336"/>
                  <a:pt x="250" y="336"/>
                  <a:pt x="250" y="336"/>
                </a:cubicBezTo>
                <a:cubicBezTo>
                  <a:pt x="251" y="337"/>
                  <a:pt x="251" y="337"/>
                  <a:pt x="251" y="337"/>
                </a:cubicBezTo>
                <a:cubicBezTo>
                  <a:pt x="251" y="337"/>
                  <a:pt x="251" y="337"/>
                  <a:pt x="251" y="337"/>
                </a:cubicBezTo>
                <a:cubicBezTo>
                  <a:pt x="253" y="338"/>
                  <a:pt x="253" y="338"/>
                  <a:pt x="253" y="338"/>
                </a:cubicBezTo>
                <a:cubicBezTo>
                  <a:pt x="253" y="338"/>
                  <a:pt x="253" y="338"/>
                  <a:pt x="253" y="338"/>
                </a:cubicBezTo>
                <a:cubicBezTo>
                  <a:pt x="208" y="370"/>
                  <a:pt x="208" y="370"/>
                  <a:pt x="208" y="370"/>
                </a:cubicBezTo>
                <a:cubicBezTo>
                  <a:pt x="208" y="370"/>
                  <a:pt x="208" y="370"/>
                  <a:pt x="208" y="370"/>
                </a:cubicBezTo>
                <a:cubicBezTo>
                  <a:pt x="189" y="384"/>
                  <a:pt x="189" y="384"/>
                  <a:pt x="189" y="384"/>
                </a:cubicBezTo>
                <a:cubicBezTo>
                  <a:pt x="185" y="386"/>
                  <a:pt x="185" y="386"/>
                  <a:pt x="185" y="386"/>
                </a:cubicBezTo>
                <a:cubicBezTo>
                  <a:pt x="159" y="402"/>
                  <a:pt x="159" y="402"/>
                  <a:pt x="159" y="402"/>
                </a:cubicBezTo>
                <a:cubicBezTo>
                  <a:pt x="159" y="402"/>
                  <a:pt x="159" y="402"/>
                  <a:pt x="159" y="402"/>
                </a:cubicBezTo>
                <a:cubicBezTo>
                  <a:pt x="158" y="404"/>
                  <a:pt x="158" y="404"/>
                  <a:pt x="158" y="404"/>
                </a:cubicBezTo>
                <a:cubicBezTo>
                  <a:pt x="158" y="404"/>
                  <a:pt x="158" y="404"/>
                  <a:pt x="158" y="404"/>
                </a:cubicBezTo>
                <a:cubicBezTo>
                  <a:pt x="157" y="405"/>
                  <a:pt x="157" y="405"/>
                  <a:pt x="157" y="405"/>
                </a:cubicBezTo>
                <a:cubicBezTo>
                  <a:pt x="157" y="405"/>
                  <a:pt x="157" y="405"/>
                  <a:pt x="157" y="405"/>
                </a:cubicBezTo>
                <a:cubicBezTo>
                  <a:pt x="157" y="406"/>
                  <a:pt x="157" y="406"/>
                  <a:pt x="157" y="406"/>
                </a:cubicBezTo>
                <a:cubicBezTo>
                  <a:pt x="157" y="406"/>
                  <a:pt x="157" y="406"/>
                  <a:pt x="157" y="406"/>
                </a:cubicBezTo>
                <a:cubicBezTo>
                  <a:pt x="157" y="407"/>
                  <a:pt x="157" y="407"/>
                  <a:pt x="157" y="407"/>
                </a:cubicBezTo>
                <a:cubicBezTo>
                  <a:pt x="157" y="407"/>
                  <a:pt x="157" y="407"/>
                  <a:pt x="157" y="407"/>
                </a:cubicBezTo>
                <a:cubicBezTo>
                  <a:pt x="157" y="409"/>
                  <a:pt x="157" y="409"/>
                  <a:pt x="157" y="409"/>
                </a:cubicBezTo>
                <a:cubicBezTo>
                  <a:pt x="157" y="409"/>
                  <a:pt x="157" y="409"/>
                  <a:pt x="157" y="409"/>
                </a:cubicBezTo>
                <a:cubicBezTo>
                  <a:pt x="157" y="410"/>
                  <a:pt x="157" y="410"/>
                  <a:pt x="157" y="410"/>
                </a:cubicBezTo>
                <a:cubicBezTo>
                  <a:pt x="157" y="410"/>
                  <a:pt x="157" y="410"/>
                  <a:pt x="157" y="410"/>
                </a:cubicBezTo>
                <a:cubicBezTo>
                  <a:pt x="157" y="410"/>
                  <a:pt x="157" y="410"/>
                  <a:pt x="157" y="410"/>
                </a:cubicBezTo>
                <a:cubicBezTo>
                  <a:pt x="157" y="410"/>
                  <a:pt x="157" y="410"/>
                  <a:pt x="157" y="410"/>
                </a:cubicBezTo>
                <a:cubicBezTo>
                  <a:pt x="158" y="411"/>
                  <a:pt x="158" y="411"/>
                  <a:pt x="158" y="411"/>
                </a:cubicBezTo>
                <a:cubicBezTo>
                  <a:pt x="158" y="411"/>
                  <a:pt x="158" y="411"/>
                  <a:pt x="158" y="411"/>
                </a:cubicBezTo>
                <a:cubicBezTo>
                  <a:pt x="161" y="412"/>
                  <a:pt x="161" y="412"/>
                  <a:pt x="161" y="412"/>
                </a:cubicBezTo>
                <a:cubicBezTo>
                  <a:pt x="161" y="412"/>
                  <a:pt x="161" y="412"/>
                  <a:pt x="161" y="412"/>
                </a:cubicBezTo>
                <a:cubicBezTo>
                  <a:pt x="165" y="412"/>
                  <a:pt x="165" y="412"/>
                  <a:pt x="165" y="412"/>
                </a:cubicBezTo>
                <a:cubicBezTo>
                  <a:pt x="165" y="412"/>
                  <a:pt x="165" y="412"/>
                  <a:pt x="165" y="412"/>
                </a:cubicBezTo>
                <a:cubicBezTo>
                  <a:pt x="168" y="411"/>
                  <a:pt x="168" y="411"/>
                  <a:pt x="168" y="411"/>
                </a:cubicBezTo>
                <a:cubicBezTo>
                  <a:pt x="168" y="411"/>
                  <a:pt x="168" y="411"/>
                  <a:pt x="168" y="411"/>
                </a:cubicBezTo>
                <a:cubicBezTo>
                  <a:pt x="172" y="410"/>
                  <a:pt x="172" y="410"/>
                  <a:pt x="172" y="410"/>
                </a:cubicBezTo>
                <a:cubicBezTo>
                  <a:pt x="172" y="410"/>
                  <a:pt x="172" y="410"/>
                  <a:pt x="172" y="410"/>
                </a:cubicBezTo>
                <a:cubicBezTo>
                  <a:pt x="175" y="409"/>
                  <a:pt x="175" y="409"/>
                  <a:pt x="175" y="409"/>
                </a:cubicBezTo>
                <a:cubicBezTo>
                  <a:pt x="175" y="409"/>
                  <a:pt x="175" y="409"/>
                  <a:pt x="175" y="409"/>
                </a:cubicBezTo>
                <a:cubicBezTo>
                  <a:pt x="178" y="406"/>
                  <a:pt x="178" y="406"/>
                  <a:pt x="178" y="406"/>
                </a:cubicBezTo>
                <a:cubicBezTo>
                  <a:pt x="178" y="406"/>
                  <a:pt x="178" y="406"/>
                  <a:pt x="178" y="406"/>
                </a:cubicBezTo>
                <a:cubicBezTo>
                  <a:pt x="181" y="404"/>
                  <a:pt x="181" y="404"/>
                  <a:pt x="181" y="404"/>
                </a:cubicBezTo>
                <a:cubicBezTo>
                  <a:pt x="181" y="404"/>
                  <a:pt x="181" y="404"/>
                  <a:pt x="181" y="404"/>
                </a:cubicBezTo>
                <a:cubicBezTo>
                  <a:pt x="185" y="401"/>
                  <a:pt x="185" y="401"/>
                  <a:pt x="185" y="401"/>
                </a:cubicBezTo>
                <a:cubicBezTo>
                  <a:pt x="185" y="401"/>
                  <a:pt x="185" y="401"/>
                  <a:pt x="185" y="401"/>
                </a:cubicBezTo>
                <a:cubicBezTo>
                  <a:pt x="212" y="386"/>
                  <a:pt x="212" y="386"/>
                  <a:pt x="212" y="386"/>
                </a:cubicBezTo>
                <a:cubicBezTo>
                  <a:pt x="212" y="386"/>
                  <a:pt x="212" y="386"/>
                  <a:pt x="212" y="386"/>
                </a:cubicBezTo>
                <a:cubicBezTo>
                  <a:pt x="205" y="394"/>
                  <a:pt x="205" y="394"/>
                  <a:pt x="205" y="394"/>
                </a:cubicBezTo>
                <a:cubicBezTo>
                  <a:pt x="205" y="394"/>
                  <a:pt x="205" y="394"/>
                  <a:pt x="205" y="394"/>
                </a:cubicBezTo>
                <a:cubicBezTo>
                  <a:pt x="198" y="400"/>
                  <a:pt x="198" y="400"/>
                  <a:pt x="198" y="400"/>
                </a:cubicBezTo>
                <a:cubicBezTo>
                  <a:pt x="198" y="400"/>
                  <a:pt x="198" y="400"/>
                  <a:pt x="198" y="400"/>
                </a:cubicBezTo>
                <a:cubicBezTo>
                  <a:pt x="190" y="407"/>
                  <a:pt x="190" y="407"/>
                  <a:pt x="190" y="407"/>
                </a:cubicBezTo>
                <a:cubicBezTo>
                  <a:pt x="190" y="407"/>
                  <a:pt x="190" y="407"/>
                  <a:pt x="190" y="407"/>
                </a:cubicBezTo>
                <a:cubicBezTo>
                  <a:pt x="182" y="412"/>
                  <a:pt x="182" y="412"/>
                  <a:pt x="182" y="412"/>
                </a:cubicBezTo>
                <a:cubicBezTo>
                  <a:pt x="182" y="412"/>
                  <a:pt x="182" y="412"/>
                  <a:pt x="182" y="412"/>
                </a:cubicBezTo>
                <a:cubicBezTo>
                  <a:pt x="174" y="419"/>
                  <a:pt x="174" y="419"/>
                  <a:pt x="174" y="419"/>
                </a:cubicBezTo>
                <a:cubicBezTo>
                  <a:pt x="174" y="419"/>
                  <a:pt x="174" y="419"/>
                  <a:pt x="174" y="419"/>
                </a:cubicBezTo>
                <a:cubicBezTo>
                  <a:pt x="166" y="424"/>
                  <a:pt x="166" y="424"/>
                  <a:pt x="166" y="424"/>
                </a:cubicBezTo>
                <a:cubicBezTo>
                  <a:pt x="166" y="424"/>
                  <a:pt x="166" y="424"/>
                  <a:pt x="166" y="424"/>
                </a:cubicBezTo>
                <a:cubicBezTo>
                  <a:pt x="156" y="430"/>
                  <a:pt x="156" y="430"/>
                  <a:pt x="156" y="430"/>
                </a:cubicBezTo>
                <a:cubicBezTo>
                  <a:pt x="156" y="430"/>
                  <a:pt x="156" y="430"/>
                  <a:pt x="156" y="430"/>
                </a:cubicBezTo>
                <a:cubicBezTo>
                  <a:pt x="149" y="436"/>
                  <a:pt x="149" y="436"/>
                  <a:pt x="149" y="436"/>
                </a:cubicBezTo>
                <a:cubicBezTo>
                  <a:pt x="149" y="436"/>
                  <a:pt x="149" y="436"/>
                  <a:pt x="149" y="436"/>
                </a:cubicBezTo>
                <a:cubicBezTo>
                  <a:pt x="147" y="437"/>
                  <a:pt x="147" y="437"/>
                  <a:pt x="147" y="437"/>
                </a:cubicBezTo>
                <a:cubicBezTo>
                  <a:pt x="147" y="437"/>
                  <a:pt x="147" y="437"/>
                  <a:pt x="147" y="437"/>
                </a:cubicBezTo>
                <a:cubicBezTo>
                  <a:pt x="146" y="437"/>
                  <a:pt x="146" y="437"/>
                  <a:pt x="146" y="437"/>
                </a:cubicBezTo>
                <a:cubicBezTo>
                  <a:pt x="146" y="437"/>
                  <a:pt x="146" y="437"/>
                  <a:pt x="146" y="437"/>
                </a:cubicBezTo>
                <a:cubicBezTo>
                  <a:pt x="144" y="437"/>
                  <a:pt x="144" y="437"/>
                  <a:pt x="144" y="437"/>
                </a:cubicBezTo>
                <a:cubicBezTo>
                  <a:pt x="144" y="437"/>
                  <a:pt x="144" y="437"/>
                  <a:pt x="144" y="437"/>
                </a:cubicBezTo>
                <a:cubicBezTo>
                  <a:pt x="142" y="437"/>
                  <a:pt x="142" y="437"/>
                  <a:pt x="142" y="437"/>
                </a:cubicBezTo>
                <a:cubicBezTo>
                  <a:pt x="142" y="437"/>
                  <a:pt x="142" y="437"/>
                  <a:pt x="142" y="437"/>
                </a:cubicBezTo>
                <a:cubicBezTo>
                  <a:pt x="140" y="437"/>
                  <a:pt x="140" y="437"/>
                  <a:pt x="140" y="437"/>
                </a:cubicBezTo>
                <a:cubicBezTo>
                  <a:pt x="140" y="437"/>
                  <a:pt x="140" y="437"/>
                  <a:pt x="140" y="437"/>
                </a:cubicBezTo>
                <a:cubicBezTo>
                  <a:pt x="139" y="436"/>
                  <a:pt x="139" y="436"/>
                  <a:pt x="139" y="436"/>
                </a:cubicBezTo>
                <a:cubicBezTo>
                  <a:pt x="139" y="436"/>
                  <a:pt x="139" y="436"/>
                  <a:pt x="139" y="436"/>
                </a:cubicBezTo>
                <a:cubicBezTo>
                  <a:pt x="137" y="436"/>
                  <a:pt x="137" y="436"/>
                  <a:pt x="137" y="436"/>
                </a:cubicBezTo>
                <a:cubicBezTo>
                  <a:pt x="137" y="436"/>
                  <a:pt x="137" y="436"/>
                  <a:pt x="137" y="436"/>
                </a:cubicBezTo>
                <a:cubicBezTo>
                  <a:pt x="137" y="434"/>
                  <a:pt x="137" y="434"/>
                  <a:pt x="137" y="434"/>
                </a:cubicBezTo>
                <a:cubicBezTo>
                  <a:pt x="137" y="434"/>
                  <a:pt x="137" y="434"/>
                  <a:pt x="137" y="434"/>
                </a:cubicBezTo>
                <a:cubicBezTo>
                  <a:pt x="136" y="432"/>
                  <a:pt x="136" y="432"/>
                  <a:pt x="136" y="432"/>
                </a:cubicBezTo>
                <a:cubicBezTo>
                  <a:pt x="136" y="432"/>
                  <a:pt x="136" y="432"/>
                  <a:pt x="136" y="432"/>
                </a:cubicBezTo>
                <a:cubicBezTo>
                  <a:pt x="135" y="430"/>
                  <a:pt x="135" y="430"/>
                  <a:pt x="135" y="430"/>
                </a:cubicBezTo>
                <a:cubicBezTo>
                  <a:pt x="135" y="430"/>
                  <a:pt x="135" y="430"/>
                  <a:pt x="135" y="430"/>
                </a:cubicBezTo>
                <a:cubicBezTo>
                  <a:pt x="133" y="427"/>
                  <a:pt x="133" y="427"/>
                  <a:pt x="133" y="427"/>
                </a:cubicBezTo>
                <a:cubicBezTo>
                  <a:pt x="133" y="427"/>
                  <a:pt x="133" y="427"/>
                  <a:pt x="133" y="427"/>
                </a:cubicBezTo>
                <a:cubicBezTo>
                  <a:pt x="131" y="424"/>
                  <a:pt x="131" y="424"/>
                  <a:pt x="131" y="424"/>
                </a:cubicBezTo>
                <a:cubicBezTo>
                  <a:pt x="131" y="424"/>
                  <a:pt x="131" y="424"/>
                  <a:pt x="131" y="424"/>
                </a:cubicBezTo>
                <a:cubicBezTo>
                  <a:pt x="129" y="423"/>
                  <a:pt x="129" y="423"/>
                  <a:pt x="129" y="423"/>
                </a:cubicBezTo>
                <a:cubicBezTo>
                  <a:pt x="129" y="423"/>
                  <a:pt x="129" y="423"/>
                  <a:pt x="129" y="423"/>
                </a:cubicBezTo>
                <a:cubicBezTo>
                  <a:pt x="129" y="420"/>
                  <a:pt x="129" y="420"/>
                  <a:pt x="129" y="420"/>
                </a:cubicBezTo>
                <a:cubicBezTo>
                  <a:pt x="129" y="420"/>
                  <a:pt x="129" y="420"/>
                  <a:pt x="129" y="420"/>
                </a:cubicBezTo>
                <a:cubicBezTo>
                  <a:pt x="129" y="417"/>
                  <a:pt x="129" y="417"/>
                  <a:pt x="129" y="417"/>
                </a:cubicBezTo>
                <a:cubicBezTo>
                  <a:pt x="129" y="417"/>
                  <a:pt x="129" y="417"/>
                  <a:pt x="129" y="417"/>
                </a:cubicBezTo>
                <a:cubicBezTo>
                  <a:pt x="132" y="414"/>
                  <a:pt x="132" y="414"/>
                  <a:pt x="132" y="414"/>
                </a:cubicBezTo>
                <a:cubicBezTo>
                  <a:pt x="132" y="414"/>
                  <a:pt x="132" y="414"/>
                  <a:pt x="132" y="414"/>
                </a:cubicBezTo>
                <a:cubicBezTo>
                  <a:pt x="187" y="380"/>
                  <a:pt x="187" y="380"/>
                  <a:pt x="187" y="380"/>
                </a:cubicBezTo>
                <a:cubicBezTo>
                  <a:pt x="187" y="380"/>
                  <a:pt x="187" y="380"/>
                  <a:pt x="187" y="380"/>
                </a:cubicBezTo>
                <a:cubicBezTo>
                  <a:pt x="187" y="380"/>
                  <a:pt x="187" y="380"/>
                  <a:pt x="187" y="380"/>
                </a:cubicBezTo>
                <a:cubicBezTo>
                  <a:pt x="187" y="380"/>
                  <a:pt x="187" y="380"/>
                  <a:pt x="187" y="380"/>
                </a:cubicBezTo>
                <a:cubicBezTo>
                  <a:pt x="188" y="380"/>
                  <a:pt x="188" y="380"/>
                  <a:pt x="188" y="380"/>
                </a:cubicBezTo>
                <a:cubicBezTo>
                  <a:pt x="188" y="380"/>
                  <a:pt x="188" y="380"/>
                  <a:pt x="188" y="380"/>
                </a:cubicBezTo>
                <a:cubicBezTo>
                  <a:pt x="189" y="379"/>
                  <a:pt x="189" y="379"/>
                  <a:pt x="189" y="379"/>
                </a:cubicBezTo>
                <a:cubicBezTo>
                  <a:pt x="189" y="379"/>
                  <a:pt x="189" y="379"/>
                  <a:pt x="189" y="379"/>
                </a:cubicBezTo>
                <a:cubicBezTo>
                  <a:pt x="191" y="378"/>
                  <a:pt x="191" y="378"/>
                  <a:pt x="191" y="378"/>
                </a:cubicBezTo>
                <a:cubicBezTo>
                  <a:pt x="191" y="378"/>
                  <a:pt x="191" y="378"/>
                  <a:pt x="191" y="378"/>
                </a:cubicBezTo>
                <a:cubicBezTo>
                  <a:pt x="191" y="378"/>
                  <a:pt x="191" y="378"/>
                  <a:pt x="191" y="378"/>
                </a:cubicBezTo>
                <a:cubicBezTo>
                  <a:pt x="191" y="378"/>
                  <a:pt x="191" y="378"/>
                  <a:pt x="191" y="378"/>
                </a:cubicBezTo>
                <a:cubicBezTo>
                  <a:pt x="193" y="376"/>
                  <a:pt x="193" y="376"/>
                  <a:pt x="193" y="376"/>
                </a:cubicBezTo>
                <a:cubicBezTo>
                  <a:pt x="193" y="376"/>
                  <a:pt x="193" y="376"/>
                  <a:pt x="193" y="376"/>
                </a:cubicBezTo>
                <a:cubicBezTo>
                  <a:pt x="194" y="376"/>
                  <a:pt x="194" y="376"/>
                  <a:pt x="194" y="376"/>
                </a:cubicBezTo>
                <a:cubicBezTo>
                  <a:pt x="194" y="376"/>
                  <a:pt x="194" y="376"/>
                  <a:pt x="194" y="376"/>
                </a:cubicBezTo>
                <a:cubicBezTo>
                  <a:pt x="196" y="374"/>
                  <a:pt x="196" y="374"/>
                  <a:pt x="196" y="374"/>
                </a:cubicBezTo>
                <a:cubicBezTo>
                  <a:pt x="196" y="374"/>
                  <a:pt x="196" y="374"/>
                  <a:pt x="196" y="374"/>
                </a:cubicBezTo>
                <a:cubicBezTo>
                  <a:pt x="196" y="374"/>
                  <a:pt x="196" y="374"/>
                  <a:pt x="196" y="374"/>
                </a:cubicBezTo>
                <a:cubicBezTo>
                  <a:pt x="196" y="374"/>
                  <a:pt x="196" y="374"/>
                  <a:pt x="196" y="374"/>
                </a:cubicBezTo>
                <a:cubicBezTo>
                  <a:pt x="196" y="372"/>
                  <a:pt x="196" y="372"/>
                  <a:pt x="196" y="372"/>
                </a:cubicBezTo>
                <a:cubicBezTo>
                  <a:pt x="196" y="372"/>
                  <a:pt x="196" y="372"/>
                  <a:pt x="196" y="372"/>
                </a:cubicBezTo>
                <a:cubicBezTo>
                  <a:pt x="196" y="372"/>
                  <a:pt x="196" y="372"/>
                  <a:pt x="196" y="372"/>
                </a:cubicBezTo>
                <a:cubicBezTo>
                  <a:pt x="196" y="372"/>
                  <a:pt x="196" y="372"/>
                  <a:pt x="196" y="372"/>
                </a:cubicBezTo>
                <a:cubicBezTo>
                  <a:pt x="197" y="370"/>
                  <a:pt x="197" y="370"/>
                  <a:pt x="197" y="370"/>
                </a:cubicBezTo>
                <a:cubicBezTo>
                  <a:pt x="197" y="370"/>
                  <a:pt x="197" y="370"/>
                  <a:pt x="197" y="370"/>
                </a:cubicBezTo>
                <a:cubicBezTo>
                  <a:pt x="196" y="369"/>
                  <a:pt x="196" y="369"/>
                  <a:pt x="196" y="369"/>
                </a:cubicBezTo>
                <a:cubicBezTo>
                  <a:pt x="196" y="369"/>
                  <a:pt x="196" y="369"/>
                  <a:pt x="196" y="369"/>
                </a:cubicBezTo>
                <a:cubicBezTo>
                  <a:pt x="196" y="367"/>
                  <a:pt x="196" y="367"/>
                  <a:pt x="196" y="367"/>
                </a:cubicBezTo>
                <a:cubicBezTo>
                  <a:pt x="196" y="367"/>
                  <a:pt x="196" y="367"/>
                  <a:pt x="196" y="367"/>
                </a:cubicBezTo>
                <a:cubicBezTo>
                  <a:pt x="196" y="367"/>
                  <a:pt x="196" y="367"/>
                  <a:pt x="196" y="367"/>
                </a:cubicBezTo>
                <a:cubicBezTo>
                  <a:pt x="196" y="367"/>
                  <a:pt x="196" y="367"/>
                  <a:pt x="196" y="367"/>
                </a:cubicBezTo>
                <a:cubicBezTo>
                  <a:pt x="196" y="365"/>
                  <a:pt x="196" y="365"/>
                  <a:pt x="196" y="365"/>
                </a:cubicBezTo>
                <a:cubicBezTo>
                  <a:pt x="196" y="365"/>
                  <a:pt x="196" y="365"/>
                  <a:pt x="196" y="365"/>
                </a:cubicBezTo>
                <a:cubicBezTo>
                  <a:pt x="191" y="365"/>
                  <a:pt x="191" y="365"/>
                  <a:pt x="191" y="365"/>
                </a:cubicBezTo>
                <a:cubicBezTo>
                  <a:pt x="191" y="365"/>
                  <a:pt x="191" y="365"/>
                  <a:pt x="191" y="365"/>
                </a:cubicBezTo>
                <a:cubicBezTo>
                  <a:pt x="189" y="363"/>
                  <a:pt x="189" y="363"/>
                  <a:pt x="189" y="363"/>
                </a:cubicBezTo>
                <a:cubicBezTo>
                  <a:pt x="189" y="363"/>
                  <a:pt x="189" y="363"/>
                  <a:pt x="189" y="363"/>
                </a:cubicBezTo>
                <a:cubicBezTo>
                  <a:pt x="186" y="361"/>
                  <a:pt x="186" y="361"/>
                  <a:pt x="186" y="361"/>
                </a:cubicBezTo>
                <a:cubicBezTo>
                  <a:pt x="186" y="361"/>
                  <a:pt x="186" y="361"/>
                  <a:pt x="186" y="361"/>
                </a:cubicBezTo>
                <a:cubicBezTo>
                  <a:pt x="185" y="358"/>
                  <a:pt x="185" y="358"/>
                  <a:pt x="185" y="358"/>
                </a:cubicBezTo>
                <a:cubicBezTo>
                  <a:pt x="185" y="358"/>
                  <a:pt x="185" y="358"/>
                  <a:pt x="185" y="358"/>
                </a:cubicBezTo>
                <a:cubicBezTo>
                  <a:pt x="183" y="355"/>
                  <a:pt x="183" y="355"/>
                  <a:pt x="183" y="355"/>
                </a:cubicBezTo>
                <a:cubicBezTo>
                  <a:pt x="183" y="355"/>
                  <a:pt x="183" y="355"/>
                  <a:pt x="183" y="355"/>
                </a:cubicBezTo>
                <a:cubicBezTo>
                  <a:pt x="182" y="353"/>
                  <a:pt x="182" y="353"/>
                  <a:pt x="182" y="353"/>
                </a:cubicBezTo>
                <a:cubicBezTo>
                  <a:pt x="182" y="353"/>
                  <a:pt x="182" y="353"/>
                  <a:pt x="182" y="353"/>
                </a:cubicBezTo>
                <a:cubicBezTo>
                  <a:pt x="182" y="351"/>
                  <a:pt x="182" y="350"/>
                  <a:pt x="181" y="349"/>
                </a:cubicBezTo>
                <a:cubicBezTo>
                  <a:pt x="181" y="349"/>
                  <a:pt x="181" y="349"/>
                  <a:pt x="181" y="349"/>
                </a:cubicBezTo>
                <a:cubicBezTo>
                  <a:pt x="181" y="348"/>
                  <a:pt x="181" y="346"/>
                  <a:pt x="180" y="345"/>
                </a:cubicBezTo>
                <a:cubicBezTo>
                  <a:pt x="180" y="345"/>
                  <a:pt x="180" y="345"/>
                  <a:pt x="180" y="345"/>
                </a:cubicBezTo>
                <a:cubicBezTo>
                  <a:pt x="179" y="341"/>
                  <a:pt x="178" y="338"/>
                  <a:pt x="177" y="334"/>
                </a:cubicBezTo>
                <a:cubicBezTo>
                  <a:pt x="177" y="334"/>
                  <a:pt x="177" y="334"/>
                  <a:pt x="177" y="334"/>
                </a:cubicBezTo>
                <a:cubicBezTo>
                  <a:pt x="177" y="326"/>
                  <a:pt x="178" y="319"/>
                  <a:pt x="178" y="311"/>
                </a:cubicBezTo>
                <a:cubicBezTo>
                  <a:pt x="178" y="311"/>
                  <a:pt x="178" y="311"/>
                  <a:pt x="178" y="311"/>
                </a:cubicBezTo>
                <a:cubicBezTo>
                  <a:pt x="180" y="308"/>
                  <a:pt x="181" y="304"/>
                  <a:pt x="182" y="300"/>
                </a:cubicBezTo>
                <a:cubicBezTo>
                  <a:pt x="182" y="300"/>
                  <a:pt x="182" y="300"/>
                  <a:pt x="182" y="300"/>
                </a:cubicBezTo>
                <a:cubicBezTo>
                  <a:pt x="184" y="297"/>
                  <a:pt x="185" y="293"/>
                  <a:pt x="187" y="290"/>
                </a:cubicBezTo>
                <a:cubicBezTo>
                  <a:pt x="187" y="290"/>
                  <a:pt x="187" y="290"/>
                  <a:pt x="187" y="290"/>
                </a:cubicBezTo>
                <a:cubicBezTo>
                  <a:pt x="189" y="287"/>
                  <a:pt x="191" y="283"/>
                  <a:pt x="193" y="280"/>
                </a:cubicBezTo>
                <a:cubicBezTo>
                  <a:pt x="193" y="280"/>
                  <a:pt x="193" y="280"/>
                  <a:pt x="193" y="280"/>
                </a:cubicBezTo>
                <a:cubicBezTo>
                  <a:pt x="195" y="276"/>
                  <a:pt x="197" y="273"/>
                  <a:pt x="199" y="269"/>
                </a:cubicBezTo>
                <a:cubicBezTo>
                  <a:pt x="199" y="269"/>
                  <a:pt x="199" y="269"/>
                  <a:pt x="199" y="269"/>
                </a:cubicBezTo>
                <a:cubicBezTo>
                  <a:pt x="207" y="259"/>
                  <a:pt x="207" y="259"/>
                  <a:pt x="207" y="259"/>
                </a:cubicBezTo>
                <a:cubicBezTo>
                  <a:pt x="207" y="259"/>
                  <a:pt x="207" y="259"/>
                  <a:pt x="207" y="259"/>
                </a:cubicBezTo>
                <a:cubicBezTo>
                  <a:pt x="194" y="268"/>
                  <a:pt x="181" y="276"/>
                  <a:pt x="168" y="284"/>
                </a:cubicBezTo>
                <a:cubicBezTo>
                  <a:pt x="168" y="284"/>
                  <a:pt x="168" y="284"/>
                  <a:pt x="168" y="284"/>
                </a:cubicBezTo>
                <a:cubicBezTo>
                  <a:pt x="163" y="288"/>
                  <a:pt x="160" y="289"/>
                  <a:pt x="154" y="285"/>
                </a:cubicBezTo>
                <a:cubicBezTo>
                  <a:pt x="154" y="285"/>
                  <a:pt x="154" y="285"/>
                  <a:pt x="154" y="285"/>
                </a:cubicBezTo>
                <a:cubicBezTo>
                  <a:pt x="153" y="285"/>
                  <a:pt x="152" y="285"/>
                  <a:pt x="151" y="285"/>
                </a:cubicBezTo>
                <a:cubicBezTo>
                  <a:pt x="151" y="285"/>
                  <a:pt x="151" y="285"/>
                  <a:pt x="151" y="285"/>
                </a:cubicBezTo>
                <a:cubicBezTo>
                  <a:pt x="150" y="285"/>
                  <a:pt x="150" y="284"/>
                  <a:pt x="149" y="283"/>
                </a:cubicBezTo>
                <a:cubicBezTo>
                  <a:pt x="149" y="283"/>
                  <a:pt x="149" y="283"/>
                  <a:pt x="149" y="283"/>
                </a:cubicBezTo>
                <a:cubicBezTo>
                  <a:pt x="148" y="283"/>
                  <a:pt x="147" y="282"/>
                  <a:pt x="146" y="282"/>
                </a:cubicBezTo>
                <a:cubicBezTo>
                  <a:pt x="146" y="282"/>
                  <a:pt x="146" y="282"/>
                  <a:pt x="146" y="282"/>
                </a:cubicBezTo>
                <a:cubicBezTo>
                  <a:pt x="145" y="281"/>
                  <a:pt x="145" y="280"/>
                  <a:pt x="145" y="279"/>
                </a:cubicBezTo>
                <a:cubicBezTo>
                  <a:pt x="145" y="279"/>
                  <a:pt x="145" y="279"/>
                  <a:pt x="145" y="279"/>
                </a:cubicBezTo>
                <a:cubicBezTo>
                  <a:pt x="142" y="278"/>
                  <a:pt x="140" y="276"/>
                  <a:pt x="138" y="274"/>
                </a:cubicBezTo>
                <a:cubicBezTo>
                  <a:pt x="138" y="274"/>
                  <a:pt x="138" y="274"/>
                  <a:pt x="138" y="274"/>
                </a:cubicBezTo>
                <a:cubicBezTo>
                  <a:pt x="138" y="274"/>
                  <a:pt x="137" y="273"/>
                  <a:pt x="136" y="273"/>
                </a:cubicBezTo>
                <a:cubicBezTo>
                  <a:pt x="136" y="273"/>
                  <a:pt x="136" y="273"/>
                  <a:pt x="136" y="273"/>
                </a:cubicBezTo>
                <a:cubicBezTo>
                  <a:pt x="136" y="273"/>
                  <a:pt x="135" y="273"/>
                  <a:pt x="134" y="272"/>
                </a:cubicBezTo>
                <a:cubicBezTo>
                  <a:pt x="134" y="272"/>
                  <a:pt x="134" y="272"/>
                  <a:pt x="134" y="272"/>
                </a:cubicBezTo>
                <a:cubicBezTo>
                  <a:pt x="133" y="272"/>
                  <a:pt x="133" y="272"/>
                  <a:pt x="132" y="271"/>
                </a:cubicBezTo>
                <a:cubicBezTo>
                  <a:pt x="132" y="271"/>
                  <a:pt x="132" y="271"/>
                  <a:pt x="132" y="271"/>
                </a:cubicBezTo>
                <a:cubicBezTo>
                  <a:pt x="132" y="271"/>
                  <a:pt x="131" y="270"/>
                  <a:pt x="131" y="269"/>
                </a:cubicBezTo>
                <a:cubicBezTo>
                  <a:pt x="131" y="269"/>
                  <a:pt x="131" y="269"/>
                  <a:pt x="131" y="269"/>
                </a:cubicBezTo>
                <a:cubicBezTo>
                  <a:pt x="130" y="270"/>
                  <a:pt x="129" y="270"/>
                  <a:pt x="128" y="270"/>
                </a:cubicBezTo>
                <a:cubicBezTo>
                  <a:pt x="128" y="270"/>
                  <a:pt x="128" y="270"/>
                  <a:pt x="128" y="270"/>
                </a:cubicBezTo>
                <a:cubicBezTo>
                  <a:pt x="127" y="271"/>
                  <a:pt x="126" y="271"/>
                  <a:pt x="126" y="271"/>
                </a:cubicBezTo>
                <a:cubicBezTo>
                  <a:pt x="126" y="271"/>
                  <a:pt x="126" y="271"/>
                  <a:pt x="126" y="271"/>
                </a:cubicBezTo>
                <a:cubicBezTo>
                  <a:pt x="125" y="272"/>
                  <a:pt x="125" y="273"/>
                  <a:pt x="125" y="273"/>
                </a:cubicBezTo>
                <a:cubicBezTo>
                  <a:pt x="125" y="273"/>
                  <a:pt x="125" y="273"/>
                  <a:pt x="125" y="273"/>
                </a:cubicBezTo>
                <a:cubicBezTo>
                  <a:pt x="124" y="274"/>
                  <a:pt x="124" y="274"/>
                  <a:pt x="123" y="275"/>
                </a:cubicBezTo>
                <a:cubicBezTo>
                  <a:pt x="123" y="275"/>
                  <a:pt x="123" y="275"/>
                  <a:pt x="123" y="275"/>
                </a:cubicBezTo>
                <a:cubicBezTo>
                  <a:pt x="123" y="276"/>
                  <a:pt x="123" y="277"/>
                  <a:pt x="122" y="278"/>
                </a:cubicBezTo>
                <a:cubicBezTo>
                  <a:pt x="122" y="278"/>
                  <a:pt x="122" y="278"/>
                  <a:pt x="122" y="278"/>
                </a:cubicBezTo>
                <a:cubicBezTo>
                  <a:pt x="122" y="279"/>
                  <a:pt x="122" y="279"/>
                  <a:pt x="122" y="280"/>
                </a:cubicBezTo>
                <a:cubicBezTo>
                  <a:pt x="122" y="280"/>
                  <a:pt x="122" y="280"/>
                  <a:pt x="122" y="280"/>
                </a:cubicBezTo>
                <a:cubicBezTo>
                  <a:pt x="121" y="280"/>
                  <a:pt x="120" y="280"/>
                  <a:pt x="119" y="281"/>
                </a:cubicBezTo>
                <a:cubicBezTo>
                  <a:pt x="119" y="281"/>
                  <a:pt x="119" y="281"/>
                  <a:pt x="119" y="281"/>
                </a:cubicBezTo>
                <a:cubicBezTo>
                  <a:pt x="119" y="281"/>
                  <a:pt x="119" y="281"/>
                  <a:pt x="118" y="281"/>
                </a:cubicBezTo>
                <a:cubicBezTo>
                  <a:pt x="118" y="281"/>
                  <a:pt x="118" y="281"/>
                  <a:pt x="118" y="281"/>
                </a:cubicBezTo>
                <a:cubicBezTo>
                  <a:pt x="94" y="324"/>
                  <a:pt x="94" y="324"/>
                  <a:pt x="94" y="324"/>
                </a:cubicBezTo>
                <a:cubicBezTo>
                  <a:pt x="94" y="324"/>
                  <a:pt x="94" y="324"/>
                  <a:pt x="94" y="324"/>
                </a:cubicBezTo>
                <a:cubicBezTo>
                  <a:pt x="63" y="378"/>
                  <a:pt x="63" y="378"/>
                  <a:pt x="63" y="378"/>
                </a:cubicBezTo>
                <a:cubicBezTo>
                  <a:pt x="63" y="378"/>
                  <a:pt x="63" y="378"/>
                  <a:pt x="63" y="378"/>
                </a:cubicBezTo>
                <a:cubicBezTo>
                  <a:pt x="20" y="459"/>
                  <a:pt x="20" y="459"/>
                  <a:pt x="20" y="459"/>
                </a:cubicBezTo>
                <a:lnTo>
                  <a:pt x="19" y="460"/>
                </a:lnTo>
                <a:close/>
                <a:moveTo>
                  <a:pt x="1093" y="454"/>
                </a:moveTo>
                <a:cubicBezTo>
                  <a:pt x="1090" y="452"/>
                  <a:pt x="1090" y="452"/>
                  <a:pt x="1090" y="452"/>
                </a:cubicBezTo>
                <a:cubicBezTo>
                  <a:pt x="1090" y="452"/>
                  <a:pt x="1090" y="452"/>
                  <a:pt x="1090" y="452"/>
                </a:cubicBezTo>
                <a:cubicBezTo>
                  <a:pt x="1088" y="450"/>
                  <a:pt x="1088" y="450"/>
                  <a:pt x="1088" y="450"/>
                </a:cubicBezTo>
                <a:cubicBezTo>
                  <a:pt x="1088" y="450"/>
                  <a:pt x="1088" y="450"/>
                  <a:pt x="1088" y="450"/>
                </a:cubicBezTo>
                <a:cubicBezTo>
                  <a:pt x="1086" y="447"/>
                  <a:pt x="1086" y="447"/>
                  <a:pt x="1086" y="447"/>
                </a:cubicBezTo>
                <a:cubicBezTo>
                  <a:pt x="1086" y="447"/>
                  <a:pt x="1086" y="447"/>
                  <a:pt x="1086" y="447"/>
                </a:cubicBezTo>
                <a:cubicBezTo>
                  <a:pt x="1086" y="443"/>
                  <a:pt x="1086" y="443"/>
                  <a:pt x="1086" y="443"/>
                </a:cubicBezTo>
                <a:cubicBezTo>
                  <a:pt x="1086" y="443"/>
                  <a:pt x="1086" y="443"/>
                  <a:pt x="1086" y="443"/>
                </a:cubicBezTo>
                <a:cubicBezTo>
                  <a:pt x="1086" y="440"/>
                  <a:pt x="1086" y="440"/>
                  <a:pt x="1086" y="440"/>
                </a:cubicBezTo>
                <a:cubicBezTo>
                  <a:pt x="1086" y="440"/>
                  <a:pt x="1086" y="440"/>
                  <a:pt x="1086" y="440"/>
                </a:cubicBezTo>
                <a:cubicBezTo>
                  <a:pt x="1086" y="436"/>
                  <a:pt x="1086" y="436"/>
                  <a:pt x="1086" y="436"/>
                </a:cubicBezTo>
                <a:cubicBezTo>
                  <a:pt x="1086" y="436"/>
                  <a:pt x="1086" y="436"/>
                  <a:pt x="1086" y="436"/>
                </a:cubicBezTo>
                <a:cubicBezTo>
                  <a:pt x="1086" y="433"/>
                  <a:pt x="1086" y="433"/>
                  <a:pt x="1086" y="433"/>
                </a:cubicBezTo>
                <a:cubicBezTo>
                  <a:pt x="1086" y="433"/>
                  <a:pt x="1086" y="433"/>
                  <a:pt x="1086" y="433"/>
                </a:cubicBezTo>
                <a:cubicBezTo>
                  <a:pt x="1089" y="428"/>
                  <a:pt x="1089" y="428"/>
                  <a:pt x="1089" y="428"/>
                </a:cubicBezTo>
                <a:cubicBezTo>
                  <a:pt x="1089" y="428"/>
                  <a:pt x="1089" y="428"/>
                  <a:pt x="1089" y="428"/>
                </a:cubicBezTo>
                <a:cubicBezTo>
                  <a:pt x="1095" y="425"/>
                  <a:pt x="1095" y="425"/>
                  <a:pt x="1095" y="425"/>
                </a:cubicBezTo>
                <a:cubicBezTo>
                  <a:pt x="1095" y="425"/>
                  <a:pt x="1095" y="425"/>
                  <a:pt x="1095" y="425"/>
                </a:cubicBezTo>
                <a:cubicBezTo>
                  <a:pt x="1102" y="421"/>
                  <a:pt x="1102" y="421"/>
                  <a:pt x="1102" y="421"/>
                </a:cubicBezTo>
                <a:cubicBezTo>
                  <a:pt x="1102" y="421"/>
                  <a:pt x="1102" y="421"/>
                  <a:pt x="1102" y="421"/>
                </a:cubicBezTo>
                <a:cubicBezTo>
                  <a:pt x="1109" y="417"/>
                  <a:pt x="1109" y="417"/>
                  <a:pt x="1109" y="417"/>
                </a:cubicBezTo>
                <a:cubicBezTo>
                  <a:pt x="1109" y="417"/>
                  <a:pt x="1109" y="417"/>
                  <a:pt x="1109" y="417"/>
                </a:cubicBezTo>
                <a:cubicBezTo>
                  <a:pt x="1115" y="411"/>
                  <a:pt x="1115" y="411"/>
                  <a:pt x="1115" y="411"/>
                </a:cubicBezTo>
                <a:cubicBezTo>
                  <a:pt x="1115" y="411"/>
                  <a:pt x="1115" y="411"/>
                  <a:pt x="1115" y="411"/>
                </a:cubicBezTo>
                <a:cubicBezTo>
                  <a:pt x="1121" y="407"/>
                  <a:pt x="1121" y="407"/>
                  <a:pt x="1121" y="407"/>
                </a:cubicBezTo>
                <a:cubicBezTo>
                  <a:pt x="1121" y="407"/>
                  <a:pt x="1121" y="407"/>
                  <a:pt x="1121" y="407"/>
                </a:cubicBezTo>
                <a:cubicBezTo>
                  <a:pt x="1128" y="402"/>
                  <a:pt x="1128" y="402"/>
                  <a:pt x="1128" y="402"/>
                </a:cubicBezTo>
                <a:cubicBezTo>
                  <a:pt x="1128" y="402"/>
                  <a:pt x="1128" y="402"/>
                  <a:pt x="1128" y="402"/>
                </a:cubicBezTo>
                <a:cubicBezTo>
                  <a:pt x="1134" y="398"/>
                  <a:pt x="1134" y="398"/>
                  <a:pt x="1134" y="398"/>
                </a:cubicBezTo>
                <a:cubicBezTo>
                  <a:pt x="1134" y="398"/>
                  <a:pt x="1134" y="398"/>
                  <a:pt x="1134" y="398"/>
                </a:cubicBezTo>
                <a:cubicBezTo>
                  <a:pt x="1142" y="394"/>
                  <a:pt x="1142" y="394"/>
                  <a:pt x="1142" y="394"/>
                </a:cubicBezTo>
                <a:cubicBezTo>
                  <a:pt x="1142" y="394"/>
                  <a:pt x="1142" y="394"/>
                  <a:pt x="1142" y="394"/>
                </a:cubicBezTo>
                <a:cubicBezTo>
                  <a:pt x="1169" y="374"/>
                  <a:pt x="1169" y="374"/>
                  <a:pt x="1169" y="374"/>
                </a:cubicBezTo>
                <a:cubicBezTo>
                  <a:pt x="1169" y="374"/>
                  <a:pt x="1169" y="374"/>
                  <a:pt x="1169" y="374"/>
                </a:cubicBezTo>
                <a:cubicBezTo>
                  <a:pt x="1171" y="371"/>
                  <a:pt x="1171" y="371"/>
                  <a:pt x="1171" y="371"/>
                </a:cubicBezTo>
                <a:cubicBezTo>
                  <a:pt x="1171" y="371"/>
                  <a:pt x="1171" y="371"/>
                  <a:pt x="1171" y="371"/>
                </a:cubicBezTo>
                <a:cubicBezTo>
                  <a:pt x="1174" y="367"/>
                  <a:pt x="1174" y="367"/>
                  <a:pt x="1174" y="367"/>
                </a:cubicBezTo>
                <a:cubicBezTo>
                  <a:pt x="1174" y="367"/>
                  <a:pt x="1174" y="367"/>
                  <a:pt x="1174" y="367"/>
                </a:cubicBezTo>
                <a:cubicBezTo>
                  <a:pt x="1177" y="364"/>
                  <a:pt x="1177" y="364"/>
                  <a:pt x="1177" y="364"/>
                </a:cubicBezTo>
                <a:cubicBezTo>
                  <a:pt x="1177" y="364"/>
                  <a:pt x="1177" y="364"/>
                  <a:pt x="1177" y="364"/>
                </a:cubicBezTo>
                <a:cubicBezTo>
                  <a:pt x="1180" y="358"/>
                  <a:pt x="1180" y="358"/>
                  <a:pt x="1180" y="358"/>
                </a:cubicBezTo>
                <a:cubicBezTo>
                  <a:pt x="1180" y="358"/>
                  <a:pt x="1180" y="358"/>
                  <a:pt x="1180" y="358"/>
                </a:cubicBezTo>
                <a:cubicBezTo>
                  <a:pt x="1182" y="354"/>
                  <a:pt x="1182" y="354"/>
                  <a:pt x="1182" y="354"/>
                </a:cubicBezTo>
                <a:cubicBezTo>
                  <a:pt x="1182" y="354"/>
                  <a:pt x="1182" y="354"/>
                  <a:pt x="1182" y="354"/>
                </a:cubicBezTo>
                <a:cubicBezTo>
                  <a:pt x="1184" y="349"/>
                  <a:pt x="1184" y="349"/>
                  <a:pt x="1184" y="349"/>
                </a:cubicBezTo>
                <a:cubicBezTo>
                  <a:pt x="1184" y="349"/>
                  <a:pt x="1184" y="349"/>
                  <a:pt x="1184" y="349"/>
                </a:cubicBezTo>
                <a:cubicBezTo>
                  <a:pt x="1183" y="344"/>
                  <a:pt x="1183" y="344"/>
                  <a:pt x="1183" y="344"/>
                </a:cubicBezTo>
                <a:cubicBezTo>
                  <a:pt x="1183" y="344"/>
                  <a:pt x="1183" y="344"/>
                  <a:pt x="1183" y="344"/>
                </a:cubicBezTo>
                <a:cubicBezTo>
                  <a:pt x="1183" y="338"/>
                  <a:pt x="1183" y="338"/>
                  <a:pt x="1183" y="338"/>
                </a:cubicBezTo>
                <a:cubicBezTo>
                  <a:pt x="1183" y="338"/>
                  <a:pt x="1183" y="338"/>
                  <a:pt x="1183" y="338"/>
                </a:cubicBezTo>
                <a:cubicBezTo>
                  <a:pt x="1177" y="338"/>
                  <a:pt x="1177" y="338"/>
                  <a:pt x="1177" y="338"/>
                </a:cubicBezTo>
                <a:cubicBezTo>
                  <a:pt x="1177" y="338"/>
                  <a:pt x="1177" y="338"/>
                  <a:pt x="1177" y="338"/>
                </a:cubicBezTo>
                <a:cubicBezTo>
                  <a:pt x="1175" y="340"/>
                  <a:pt x="1175" y="340"/>
                  <a:pt x="1175" y="340"/>
                </a:cubicBezTo>
                <a:cubicBezTo>
                  <a:pt x="1175" y="340"/>
                  <a:pt x="1175" y="340"/>
                  <a:pt x="1175" y="340"/>
                </a:cubicBezTo>
                <a:cubicBezTo>
                  <a:pt x="1174" y="343"/>
                  <a:pt x="1174" y="343"/>
                  <a:pt x="1174" y="343"/>
                </a:cubicBezTo>
                <a:cubicBezTo>
                  <a:pt x="1174" y="343"/>
                  <a:pt x="1174" y="343"/>
                  <a:pt x="1174" y="343"/>
                </a:cubicBezTo>
                <a:cubicBezTo>
                  <a:pt x="1172" y="345"/>
                  <a:pt x="1172" y="345"/>
                  <a:pt x="1172" y="345"/>
                </a:cubicBezTo>
                <a:cubicBezTo>
                  <a:pt x="1172" y="345"/>
                  <a:pt x="1172" y="345"/>
                  <a:pt x="1172" y="345"/>
                </a:cubicBezTo>
                <a:cubicBezTo>
                  <a:pt x="1171" y="347"/>
                  <a:pt x="1171" y="347"/>
                  <a:pt x="1171" y="347"/>
                </a:cubicBezTo>
                <a:cubicBezTo>
                  <a:pt x="1171" y="347"/>
                  <a:pt x="1171" y="347"/>
                  <a:pt x="1171" y="347"/>
                </a:cubicBezTo>
                <a:cubicBezTo>
                  <a:pt x="1168" y="349"/>
                  <a:pt x="1168" y="349"/>
                  <a:pt x="1168" y="349"/>
                </a:cubicBezTo>
                <a:cubicBezTo>
                  <a:pt x="1168" y="349"/>
                  <a:pt x="1168" y="349"/>
                  <a:pt x="1168" y="349"/>
                </a:cubicBezTo>
                <a:cubicBezTo>
                  <a:pt x="1166" y="350"/>
                  <a:pt x="1166" y="350"/>
                  <a:pt x="1166" y="350"/>
                </a:cubicBezTo>
                <a:cubicBezTo>
                  <a:pt x="1166" y="350"/>
                  <a:pt x="1166" y="350"/>
                  <a:pt x="1166" y="350"/>
                </a:cubicBezTo>
                <a:cubicBezTo>
                  <a:pt x="1162" y="352"/>
                  <a:pt x="1162" y="352"/>
                  <a:pt x="1162" y="352"/>
                </a:cubicBezTo>
                <a:cubicBezTo>
                  <a:pt x="1162" y="352"/>
                  <a:pt x="1162" y="352"/>
                  <a:pt x="1162" y="352"/>
                </a:cubicBezTo>
                <a:cubicBezTo>
                  <a:pt x="1160" y="353"/>
                  <a:pt x="1160" y="353"/>
                  <a:pt x="1160" y="353"/>
                </a:cubicBezTo>
                <a:cubicBezTo>
                  <a:pt x="1160" y="353"/>
                  <a:pt x="1160" y="353"/>
                  <a:pt x="1160" y="353"/>
                </a:cubicBezTo>
                <a:cubicBezTo>
                  <a:pt x="1158" y="353"/>
                  <a:pt x="1158" y="353"/>
                  <a:pt x="1158" y="353"/>
                </a:cubicBezTo>
                <a:cubicBezTo>
                  <a:pt x="1158" y="353"/>
                  <a:pt x="1158" y="353"/>
                  <a:pt x="1158" y="353"/>
                </a:cubicBezTo>
                <a:cubicBezTo>
                  <a:pt x="1156" y="353"/>
                  <a:pt x="1156" y="353"/>
                  <a:pt x="1156" y="353"/>
                </a:cubicBezTo>
                <a:cubicBezTo>
                  <a:pt x="1156" y="353"/>
                  <a:pt x="1156" y="353"/>
                  <a:pt x="1156" y="353"/>
                </a:cubicBezTo>
                <a:cubicBezTo>
                  <a:pt x="1154" y="353"/>
                  <a:pt x="1154" y="353"/>
                  <a:pt x="1154" y="353"/>
                </a:cubicBezTo>
                <a:cubicBezTo>
                  <a:pt x="1154" y="353"/>
                  <a:pt x="1154" y="353"/>
                  <a:pt x="1154" y="353"/>
                </a:cubicBezTo>
                <a:cubicBezTo>
                  <a:pt x="1153" y="353"/>
                  <a:pt x="1153" y="353"/>
                  <a:pt x="1153" y="353"/>
                </a:cubicBezTo>
                <a:cubicBezTo>
                  <a:pt x="1153" y="353"/>
                  <a:pt x="1153" y="353"/>
                  <a:pt x="1153" y="353"/>
                </a:cubicBezTo>
                <a:cubicBezTo>
                  <a:pt x="1151" y="353"/>
                  <a:pt x="1151" y="353"/>
                  <a:pt x="1151" y="353"/>
                </a:cubicBezTo>
                <a:cubicBezTo>
                  <a:pt x="1151" y="353"/>
                  <a:pt x="1151" y="353"/>
                  <a:pt x="1151" y="353"/>
                </a:cubicBezTo>
                <a:cubicBezTo>
                  <a:pt x="1149" y="353"/>
                  <a:pt x="1149" y="353"/>
                  <a:pt x="1149" y="353"/>
                </a:cubicBezTo>
                <a:cubicBezTo>
                  <a:pt x="1149" y="353"/>
                  <a:pt x="1149" y="353"/>
                  <a:pt x="1149" y="353"/>
                </a:cubicBezTo>
                <a:cubicBezTo>
                  <a:pt x="1147" y="353"/>
                  <a:pt x="1147" y="353"/>
                  <a:pt x="1147" y="353"/>
                </a:cubicBezTo>
                <a:cubicBezTo>
                  <a:pt x="1147" y="353"/>
                  <a:pt x="1147" y="353"/>
                  <a:pt x="1147" y="353"/>
                </a:cubicBezTo>
                <a:cubicBezTo>
                  <a:pt x="1146" y="352"/>
                  <a:pt x="1146" y="352"/>
                  <a:pt x="1146" y="352"/>
                </a:cubicBezTo>
                <a:cubicBezTo>
                  <a:pt x="1146" y="352"/>
                  <a:pt x="1146" y="352"/>
                  <a:pt x="1146" y="352"/>
                </a:cubicBezTo>
                <a:cubicBezTo>
                  <a:pt x="1145" y="352"/>
                  <a:pt x="1145" y="352"/>
                  <a:pt x="1145" y="352"/>
                </a:cubicBezTo>
                <a:cubicBezTo>
                  <a:pt x="1145" y="352"/>
                  <a:pt x="1145" y="352"/>
                  <a:pt x="1145" y="352"/>
                </a:cubicBezTo>
                <a:cubicBezTo>
                  <a:pt x="1143" y="351"/>
                  <a:pt x="1143" y="351"/>
                  <a:pt x="1143" y="351"/>
                </a:cubicBezTo>
                <a:cubicBezTo>
                  <a:pt x="1143" y="351"/>
                  <a:pt x="1143" y="351"/>
                  <a:pt x="1143" y="351"/>
                </a:cubicBezTo>
                <a:cubicBezTo>
                  <a:pt x="1142" y="350"/>
                  <a:pt x="1142" y="350"/>
                  <a:pt x="1142" y="350"/>
                </a:cubicBezTo>
                <a:cubicBezTo>
                  <a:pt x="1142" y="350"/>
                  <a:pt x="1142" y="350"/>
                  <a:pt x="1142" y="350"/>
                </a:cubicBezTo>
                <a:cubicBezTo>
                  <a:pt x="1142" y="348"/>
                  <a:pt x="1142" y="348"/>
                  <a:pt x="1142" y="348"/>
                </a:cubicBezTo>
                <a:cubicBezTo>
                  <a:pt x="1142" y="348"/>
                  <a:pt x="1142" y="348"/>
                  <a:pt x="1142" y="348"/>
                </a:cubicBezTo>
                <a:cubicBezTo>
                  <a:pt x="1142" y="347"/>
                  <a:pt x="1142" y="347"/>
                  <a:pt x="1142" y="347"/>
                </a:cubicBezTo>
                <a:cubicBezTo>
                  <a:pt x="1142" y="347"/>
                  <a:pt x="1142" y="347"/>
                  <a:pt x="1142" y="347"/>
                </a:cubicBezTo>
                <a:cubicBezTo>
                  <a:pt x="1142" y="345"/>
                  <a:pt x="1142" y="345"/>
                  <a:pt x="1142" y="345"/>
                </a:cubicBezTo>
                <a:cubicBezTo>
                  <a:pt x="1142" y="345"/>
                  <a:pt x="1142" y="345"/>
                  <a:pt x="1142" y="345"/>
                </a:cubicBezTo>
                <a:cubicBezTo>
                  <a:pt x="1142" y="343"/>
                  <a:pt x="1142" y="343"/>
                  <a:pt x="1142" y="343"/>
                </a:cubicBezTo>
                <a:cubicBezTo>
                  <a:pt x="1142" y="343"/>
                  <a:pt x="1142" y="343"/>
                  <a:pt x="1142" y="343"/>
                </a:cubicBezTo>
                <a:cubicBezTo>
                  <a:pt x="1142" y="341"/>
                  <a:pt x="1142" y="341"/>
                  <a:pt x="1142" y="341"/>
                </a:cubicBezTo>
                <a:cubicBezTo>
                  <a:pt x="1142" y="341"/>
                  <a:pt x="1142" y="341"/>
                  <a:pt x="1142" y="341"/>
                </a:cubicBezTo>
                <a:cubicBezTo>
                  <a:pt x="1170" y="322"/>
                  <a:pt x="1170" y="322"/>
                  <a:pt x="1170" y="322"/>
                </a:cubicBezTo>
                <a:cubicBezTo>
                  <a:pt x="1170" y="322"/>
                  <a:pt x="1170" y="322"/>
                  <a:pt x="1170" y="322"/>
                </a:cubicBezTo>
                <a:cubicBezTo>
                  <a:pt x="1169" y="322"/>
                  <a:pt x="1169" y="322"/>
                  <a:pt x="1169" y="322"/>
                </a:cubicBezTo>
                <a:cubicBezTo>
                  <a:pt x="1169" y="322"/>
                  <a:pt x="1169" y="322"/>
                  <a:pt x="1169" y="322"/>
                </a:cubicBezTo>
                <a:cubicBezTo>
                  <a:pt x="1168" y="320"/>
                  <a:pt x="1168" y="320"/>
                  <a:pt x="1168" y="320"/>
                </a:cubicBezTo>
                <a:cubicBezTo>
                  <a:pt x="1168" y="320"/>
                  <a:pt x="1168" y="320"/>
                  <a:pt x="1168" y="320"/>
                </a:cubicBezTo>
                <a:cubicBezTo>
                  <a:pt x="1168" y="319"/>
                  <a:pt x="1168" y="319"/>
                  <a:pt x="1168" y="319"/>
                </a:cubicBezTo>
                <a:cubicBezTo>
                  <a:pt x="1168" y="319"/>
                  <a:pt x="1168" y="319"/>
                  <a:pt x="1168" y="319"/>
                </a:cubicBezTo>
                <a:cubicBezTo>
                  <a:pt x="1168" y="317"/>
                  <a:pt x="1168" y="317"/>
                  <a:pt x="1168" y="317"/>
                </a:cubicBezTo>
                <a:cubicBezTo>
                  <a:pt x="1168" y="317"/>
                  <a:pt x="1168" y="317"/>
                  <a:pt x="1168" y="317"/>
                </a:cubicBezTo>
                <a:cubicBezTo>
                  <a:pt x="1168" y="316"/>
                  <a:pt x="1168" y="316"/>
                  <a:pt x="1168" y="316"/>
                </a:cubicBezTo>
                <a:cubicBezTo>
                  <a:pt x="1168" y="316"/>
                  <a:pt x="1168" y="316"/>
                  <a:pt x="1168" y="316"/>
                </a:cubicBezTo>
                <a:cubicBezTo>
                  <a:pt x="1168" y="314"/>
                  <a:pt x="1168" y="314"/>
                  <a:pt x="1168" y="314"/>
                </a:cubicBezTo>
                <a:cubicBezTo>
                  <a:pt x="1168" y="314"/>
                  <a:pt x="1168" y="314"/>
                  <a:pt x="1168" y="314"/>
                </a:cubicBezTo>
                <a:cubicBezTo>
                  <a:pt x="1168" y="312"/>
                  <a:pt x="1168" y="312"/>
                  <a:pt x="1168" y="312"/>
                </a:cubicBezTo>
                <a:cubicBezTo>
                  <a:pt x="1168" y="312"/>
                  <a:pt x="1168" y="312"/>
                  <a:pt x="1168" y="312"/>
                </a:cubicBezTo>
                <a:cubicBezTo>
                  <a:pt x="1170" y="310"/>
                  <a:pt x="1170" y="310"/>
                  <a:pt x="1170" y="310"/>
                </a:cubicBezTo>
                <a:cubicBezTo>
                  <a:pt x="1170" y="310"/>
                  <a:pt x="1170" y="310"/>
                  <a:pt x="1170" y="310"/>
                </a:cubicBezTo>
                <a:cubicBezTo>
                  <a:pt x="1171" y="310"/>
                  <a:pt x="1171" y="310"/>
                  <a:pt x="1171" y="310"/>
                </a:cubicBezTo>
                <a:cubicBezTo>
                  <a:pt x="1171" y="310"/>
                  <a:pt x="1171" y="310"/>
                  <a:pt x="1171" y="310"/>
                </a:cubicBezTo>
                <a:cubicBezTo>
                  <a:pt x="1172" y="308"/>
                  <a:pt x="1172" y="308"/>
                  <a:pt x="1172" y="308"/>
                </a:cubicBezTo>
                <a:cubicBezTo>
                  <a:pt x="1172" y="308"/>
                  <a:pt x="1172" y="308"/>
                  <a:pt x="1172" y="308"/>
                </a:cubicBezTo>
                <a:cubicBezTo>
                  <a:pt x="1173" y="306"/>
                  <a:pt x="1173" y="306"/>
                  <a:pt x="1173" y="306"/>
                </a:cubicBezTo>
                <a:cubicBezTo>
                  <a:pt x="1173" y="306"/>
                  <a:pt x="1173" y="306"/>
                  <a:pt x="1173" y="306"/>
                </a:cubicBezTo>
                <a:cubicBezTo>
                  <a:pt x="1175" y="303"/>
                  <a:pt x="1175" y="303"/>
                  <a:pt x="1175" y="303"/>
                </a:cubicBezTo>
                <a:cubicBezTo>
                  <a:pt x="1175" y="303"/>
                  <a:pt x="1175" y="303"/>
                  <a:pt x="1175" y="303"/>
                </a:cubicBezTo>
                <a:cubicBezTo>
                  <a:pt x="1174" y="301"/>
                  <a:pt x="1174" y="301"/>
                  <a:pt x="1174" y="301"/>
                </a:cubicBezTo>
                <a:cubicBezTo>
                  <a:pt x="1174" y="301"/>
                  <a:pt x="1174" y="301"/>
                  <a:pt x="1174" y="301"/>
                </a:cubicBezTo>
                <a:cubicBezTo>
                  <a:pt x="1174" y="298"/>
                  <a:pt x="1174" y="298"/>
                  <a:pt x="1174" y="298"/>
                </a:cubicBezTo>
                <a:cubicBezTo>
                  <a:pt x="1174" y="298"/>
                  <a:pt x="1174" y="298"/>
                  <a:pt x="1174" y="298"/>
                </a:cubicBezTo>
                <a:cubicBezTo>
                  <a:pt x="1174" y="296"/>
                  <a:pt x="1174" y="296"/>
                  <a:pt x="1174" y="296"/>
                </a:cubicBezTo>
                <a:cubicBezTo>
                  <a:pt x="1174" y="296"/>
                  <a:pt x="1174" y="296"/>
                  <a:pt x="1174" y="296"/>
                </a:cubicBezTo>
                <a:cubicBezTo>
                  <a:pt x="1174" y="294"/>
                  <a:pt x="1174" y="294"/>
                  <a:pt x="1174" y="294"/>
                </a:cubicBezTo>
                <a:cubicBezTo>
                  <a:pt x="1174" y="294"/>
                  <a:pt x="1174" y="294"/>
                  <a:pt x="1174" y="294"/>
                </a:cubicBezTo>
                <a:cubicBezTo>
                  <a:pt x="1172" y="294"/>
                  <a:pt x="1172" y="294"/>
                  <a:pt x="1172" y="294"/>
                </a:cubicBezTo>
                <a:cubicBezTo>
                  <a:pt x="1172" y="294"/>
                  <a:pt x="1172" y="294"/>
                  <a:pt x="1172" y="294"/>
                </a:cubicBezTo>
                <a:cubicBezTo>
                  <a:pt x="1170" y="294"/>
                  <a:pt x="1170" y="294"/>
                  <a:pt x="1170" y="294"/>
                </a:cubicBezTo>
                <a:cubicBezTo>
                  <a:pt x="1170" y="294"/>
                  <a:pt x="1170" y="294"/>
                  <a:pt x="1170" y="294"/>
                </a:cubicBezTo>
                <a:cubicBezTo>
                  <a:pt x="1168" y="294"/>
                  <a:pt x="1168" y="294"/>
                  <a:pt x="1168" y="294"/>
                </a:cubicBezTo>
                <a:cubicBezTo>
                  <a:pt x="1168" y="294"/>
                  <a:pt x="1168" y="294"/>
                  <a:pt x="1168" y="294"/>
                </a:cubicBezTo>
                <a:cubicBezTo>
                  <a:pt x="1166" y="294"/>
                  <a:pt x="1166" y="294"/>
                  <a:pt x="1166" y="294"/>
                </a:cubicBezTo>
                <a:cubicBezTo>
                  <a:pt x="1166" y="294"/>
                  <a:pt x="1166" y="294"/>
                  <a:pt x="1166" y="294"/>
                </a:cubicBezTo>
                <a:cubicBezTo>
                  <a:pt x="1165" y="294"/>
                  <a:pt x="1165" y="294"/>
                  <a:pt x="1165" y="294"/>
                </a:cubicBezTo>
                <a:cubicBezTo>
                  <a:pt x="1165" y="294"/>
                  <a:pt x="1165" y="294"/>
                  <a:pt x="1165" y="294"/>
                </a:cubicBezTo>
                <a:cubicBezTo>
                  <a:pt x="1162" y="294"/>
                  <a:pt x="1162" y="294"/>
                  <a:pt x="1162" y="294"/>
                </a:cubicBezTo>
                <a:cubicBezTo>
                  <a:pt x="1162" y="294"/>
                  <a:pt x="1162" y="294"/>
                  <a:pt x="1162" y="294"/>
                </a:cubicBezTo>
                <a:cubicBezTo>
                  <a:pt x="1160" y="294"/>
                  <a:pt x="1160" y="294"/>
                  <a:pt x="1160" y="294"/>
                </a:cubicBezTo>
                <a:cubicBezTo>
                  <a:pt x="1160" y="294"/>
                  <a:pt x="1160" y="294"/>
                  <a:pt x="1160" y="294"/>
                </a:cubicBezTo>
                <a:cubicBezTo>
                  <a:pt x="1159" y="293"/>
                  <a:pt x="1159" y="293"/>
                  <a:pt x="1159" y="293"/>
                </a:cubicBezTo>
                <a:cubicBezTo>
                  <a:pt x="1159" y="293"/>
                  <a:pt x="1159" y="293"/>
                  <a:pt x="1159" y="293"/>
                </a:cubicBezTo>
                <a:cubicBezTo>
                  <a:pt x="1157" y="295"/>
                  <a:pt x="1157" y="295"/>
                  <a:pt x="1157" y="295"/>
                </a:cubicBezTo>
                <a:cubicBezTo>
                  <a:pt x="1157" y="295"/>
                  <a:pt x="1157" y="295"/>
                  <a:pt x="1157" y="295"/>
                </a:cubicBezTo>
                <a:cubicBezTo>
                  <a:pt x="1156" y="295"/>
                  <a:pt x="1156" y="295"/>
                  <a:pt x="1156" y="295"/>
                </a:cubicBezTo>
                <a:cubicBezTo>
                  <a:pt x="1156" y="295"/>
                  <a:pt x="1156" y="295"/>
                  <a:pt x="1156" y="295"/>
                </a:cubicBezTo>
                <a:cubicBezTo>
                  <a:pt x="1155" y="296"/>
                  <a:pt x="1155" y="296"/>
                  <a:pt x="1155" y="296"/>
                </a:cubicBezTo>
                <a:cubicBezTo>
                  <a:pt x="1155" y="296"/>
                  <a:pt x="1155" y="296"/>
                  <a:pt x="1155" y="296"/>
                </a:cubicBezTo>
                <a:cubicBezTo>
                  <a:pt x="1155" y="296"/>
                  <a:pt x="1155" y="296"/>
                  <a:pt x="1155" y="296"/>
                </a:cubicBezTo>
                <a:cubicBezTo>
                  <a:pt x="1155" y="296"/>
                  <a:pt x="1155" y="296"/>
                  <a:pt x="1155" y="296"/>
                </a:cubicBezTo>
                <a:cubicBezTo>
                  <a:pt x="1153" y="298"/>
                  <a:pt x="1153" y="298"/>
                  <a:pt x="1153" y="298"/>
                </a:cubicBezTo>
                <a:cubicBezTo>
                  <a:pt x="1153" y="298"/>
                  <a:pt x="1153" y="298"/>
                  <a:pt x="1153" y="298"/>
                </a:cubicBezTo>
                <a:cubicBezTo>
                  <a:pt x="1152" y="299"/>
                  <a:pt x="1152" y="299"/>
                  <a:pt x="1152" y="299"/>
                </a:cubicBezTo>
                <a:cubicBezTo>
                  <a:pt x="1152" y="299"/>
                  <a:pt x="1152" y="299"/>
                  <a:pt x="1152" y="299"/>
                </a:cubicBezTo>
                <a:cubicBezTo>
                  <a:pt x="1151" y="299"/>
                  <a:pt x="1151" y="299"/>
                  <a:pt x="1151" y="299"/>
                </a:cubicBezTo>
                <a:cubicBezTo>
                  <a:pt x="1151" y="299"/>
                  <a:pt x="1151" y="299"/>
                  <a:pt x="1151" y="299"/>
                </a:cubicBezTo>
                <a:cubicBezTo>
                  <a:pt x="1150" y="299"/>
                  <a:pt x="1150" y="299"/>
                  <a:pt x="1150" y="299"/>
                </a:cubicBezTo>
                <a:cubicBezTo>
                  <a:pt x="1150" y="299"/>
                  <a:pt x="1150" y="299"/>
                  <a:pt x="1150" y="299"/>
                </a:cubicBezTo>
                <a:cubicBezTo>
                  <a:pt x="1153" y="295"/>
                  <a:pt x="1153" y="295"/>
                  <a:pt x="1153" y="295"/>
                </a:cubicBezTo>
                <a:cubicBezTo>
                  <a:pt x="1153" y="295"/>
                  <a:pt x="1153" y="295"/>
                  <a:pt x="1153" y="295"/>
                </a:cubicBezTo>
                <a:cubicBezTo>
                  <a:pt x="1158" y="289"/>
                  <a:pt x="1158" y="289"/>
                  <a:pt x="1158" y="289"/>
                </a:cubicBezTo>
                <a:cubicBezTo>
                  <a:pt x="1158" y="289"/>
                  <a:pt x="1158" y="289"/>
                  <a:pt x="1158" y="289"/>
                </a:cubicBezTo>
                <a:cubicBezTo>
                  <a:pt x="1165" y="284"/>
                  <a:pt x="1165" y="284"/>
                  <a:pt x="1165" y="284"/>
                </a:cubicBezTo>
                <a:cubicBezTo>
                  <a:pt x="1165" y="284"/>
                  <a:pt x="1165" y="284"/>
                  <a:pt x="1165" y="284"/>
                </a:cubicBezTo>
                <a:cubicBezTo>
                  <a:pt x="1172" y="280"/>
                  <a:pt x="1172" y="280"/>
                  <a:pt x="1172" y="280"/>
                </a:cubicBezTo>
                <a:cubicBezTo>
                  <a:pt x="1172" y="280"/>
                  <a:pt x="1172" y="280"/>
                  <a:pt x="1172" y="280"/>
                </a:cubicBezTo>
                <a:cubicBezTo>
                  <a:pt x="1178" y="276"/>
                  <a:pt x="1178" y="276"/>
                  <a:pt x="1178" y="276"/>
                </a:cubicBezTo>
                <a:cubicBezTo>
                  <a:pt x="1178" y="276"/>
                  <a:pt x="1178" y="276"/>
                  <a:pt x="1178" y="276"/>
                </a:cubicBezTo>
                <a:cubicBezTo>
                  <a:pt x="1185" y="272"/>
                  <a:pt x="1185" y="272"/>
                  <a:pt x="1185" y="272"/>
                </a:cubicBezTo>
                <a:cubicBezTo>
                  <a:pt x="1185" y="272"/>
                  <a:pt x="1185" y="272"/>
                  <a:pt x="1185" y="272"/>
                </a:cubicBezTo>
                <a:cubicBezTo>
                  <a:pt x="1192" y="268"/>
                  <a:pt x="1192" y="268"/>
                  <a:pt x="1192" y="268"/>
                </a:cubicBezTo>
                <a:cubicBezTo>
                  <a:pt x="1192" y="268"/>
                  <a:pt x="1192" y="268"/>
                  <a:pt x="1192" y="268"/>
                </a:cubicBezTo>
                <a:cubicBezTo>
                  <a:pt x="1199" y="262"/>
                  <a:pt x="1199" y="262"/>
                  <a:pt x="1199" y="262"/>
                </a:cubicBezTo>
                <a:cubicBezTo>
                  <a:pt x="1199" y="262"/>
                  <a:pt x="1199" y="262"/>
                  <a:pt x="1199" y="262"/>
                </a:cubicBezTo>
                <a:cubicBezTo>
                  <a:pt x="1203" y="259"/>
                  <a:pt x="1203" y="259"/>
                  <a:pt x="1203" y="259"/>
                </a:cubicBezTo>
                <a:cubicBezTo>
                  <a:pt x="1203" y="259"/>
                  <a:pt x="1203" y="259"/>
                  <a:pt x="1203" y="259"/>
                </a:cubicBezTo>
                <a:cubicBezTo>
                  <a:pt x="1208" y="256"/>
                  <a:pt x="1208" y="256"/>
                  <a:pt x="1208" y="256"/>
                </a:cubicBezTo>
                <a:cubicBezTo>
                  <a:pt x="1208" y="256"/>
                  <a:pt x="1208" y="256"/>
                  <a:pt x="1208" y="256"/>
                </a:cubicBezTo>
                <a:cubicBezTo>
                  <a:pt x="1212" y="254"/>
                  <a:pt x="1212" y="254"/>
                  <a:pt x="1212" y="254"/>
                </a:cubicBezTo>
                <a:cubicBezTo>
                  <a:pt x="1212" y="254"/>
                  <a:pt x="1212" y="254"/>
                  <a:pt x="1212" y="254"/>
                </a:cubicBezTo>
                <a:cubicBezTo>
                  <a:pt x="1217" y="249"/>
                  <a:pt x="1217" y="249"/>
                  <a:pt x="1217" y="249"/>
                </a:cubicBezTo>
                <a:cubicBezTo>
                  <a:pt x="1217" y="249"/>
                  <a:pt x="1217" y="249"/>
                  <a:pt x="1217" y="249"/>
                </a:cubicBezTo>
                <a:cubicBezTo>
                  <a:pt x="1220" y="245"/>
                  <a:pt x="1220" y="245"/>
                  <a:pt x="1220" y="245"/>
                </a:cubicBezTo>
                <a:cubicBezTo>
                  <a:pt x="1220" y="245"/>
                  <a:pt x="1220" y="245"/>
                  <a:pt x="1220" y="245"/>
                </a:cubicBezTo>
                <a:cubicBezTo>
                  <a:pt x="1223" y="240"/>
                  <a:pt x="1223" y="240"/>
                  <a:pt x="1223" y="240"/>
                </a:cubicBezTo>
                <a:cubicBezTo>
                  <a:pt x="1223" y="240"/>
                  <a:pt x="1223" y="240"/>
                  <a:pt x="1223" y="240"/>
                </a:cubicBezTo>
                <a:cubicBezTo>
                  <a:pt x="1225" y="234"/>
                  <a:pt x="1225" y="234"/>
                  <a:pt x="1225" y="234"/>
                </a:cubicBezTo>
                <a:cubicBezTo>
                  <a:pt x="1225" y="234"/>
                  <a:pt x="1225" y="234"/>
                  <a:pt x="1225" y="234"/>
                </a:cubicBezTo>
                <a:cubicBezTo>
                  <a:pt x="1226" y="228"/>
                  <a:pt x="1226" y="228"/>
                  <a:pt x="1226" y="228"/>
                </a:cubicBezTo>
                <a:cubicBezTo>
                  <a:pt x="1226" y="228"/>
                  <a:pt x="1226" y="228"/>
                  <a:pt x="1226" y="228"/>
                </a:cubicBezTo>
                <a:cubicBezTo>
                  <a:pt x="1225" y="228"/>
                  <a:pt x="1225" y="228"/>
                  <a:pt x="1225" y="228"/>
                </a:cubicBezTo>
                <a:cubicBezTo>
                  <a:pt x="1225" y="228"/>
                  <a:pt x="1225" y="228"/>
                  <a:pt x="1225" y="228"/>
                </a:cubicBezTo>
                <a:cubicBezTo>
                  <a:pt x="1225" y="226"/>
                  <a:pt x="1225" y="226"/>
                  <a:pt x="1225" y="226"/>
                </a:cubicBezTo>
                <a:cubicBezTo>
                  <a:pt x="1225" y="226"/>
                  <a:pt x="1225" y="226"/>
                  <a:pt x="1225" y="226"/>
                </a:cubicBezTo>
                <a:cubicBezTo>
                  <a:pt x="1222" y="223"/>
                  <a:pt x="1221" y="222"/>
                  <a:pt x="1218" y="220"/>
                </a:cubicBezTo>
                <a:cubicBezTo>
                  <a:pt x="1218" y="220"/>
                  <a:pt x="1218" y="220"/>
                  <a:pt x="1218" y="220"/>
                </a:cubicBezTo>
                <a:cubicBezTo>
                  <a:pt x="1217" y="218"/>
                  <a:pt x="1217" y="218"/>
                  <a:pt x="1217" y="218"/>
                </a:cubicBezTo>
                <a:cubicBezTo>
                  <a:pt x="1217" y="218"/>
                  <a:pt x="1217" y="218"/>
                  <a:pt x="1217" y="218"/>
                </a:cubicBezTo>
                <a:cubicBezTo>
                  <a:pt x="1213" y="218"/>
                  <a:pt x="1213" y="218"/>
                  <a:pt x="1213" y="218"/>
                </a:cubicBezTo>
                <a:cubicBezTo>
                  <a:pt x="1213" y="218"/>
                  <a:pt x="1213" y="218"/>
                  <a:pt x="1213" y="218"/>
                </a:cubicBezTo>
                <a:cubicBezTo>
                  <a:pt x="1206" y="224"/>
                  <a:pt x="1206" y="224"/>
                  <a:pt x="1206" y="224"/>
                </a:cubicBezTo>
                <a:cubicBezTo>
                  <a:pt x="1206" y="224"/>
                  <a:pt x="1206" y="224"/>
                  <a:pt x="1206" y="224"/>
                </a:cubicBezTo>
                <a:cubicBezTo>
                  <a:pt x="1200" y="229"/>
                  <a:pt x="1200" y="229"/>
                  <a:pt x="1200" y="229"/>
                </a:cubicBezTo>
                <a:cubicBezTo>
                  <a:pt x="1200" y="229"/>
                  <a:pt x="1200" y="229"/>
                  <a:pt x="1200" y="229"/>
                </a:cubicBezTo>
                <a:cubicBezTo>
                  <a:pt x="1194" y="237"/>
                  <a:pt x="1194" y="237"/>
                  <a:pt x="1194" y="237"/>
                </a:cubicBezTo>
                <a:cubicBezTo>
                  <a:pt x="1194" y="237"/>
                  <a:pt x="1194" y="237"/>
                  <a:pt x="1194" y="237"/>
                </a:cubicBezTo>
                <a:cubicBezTo>
                  <a:pt x="1189" y="243"/>
                  <a:pt x="1189" y="243"/>
                  <a:pt x="1189" y="243"/>
                </a:cubicBezTo>
                <a:cubicBezTo>
                  <a:pt x="1189" y="243"/>
                  <a:pt x="1189" y="243"/>
                  <a:pt x="1189" y="243"/>
                </a:cubicBezTo>
                <a:cubicBezTo>
                  <a:pt x="1181" y="248"/>
                  <a:pt x="1181" y="248"/>
                  <a:pt x="1181" y="248"/>
                </a:cubicBezTo>
                <a:cubicBezTo>
                  <a:pt x="1181" y="248"/>
                  <a:pt x="1181" y="248"/>
                  <a:pt x="1181" y="248"/>
                </a:cubicBezTo>
                <a:cubicBezTo>
                  <a:pt x="1175" y="252"/>
                  <a:pt x="1175" y="252"/>
                  <a:pt x="1175" y="252"/>
                </a:cubicBezTo>
                <a:cubicBezTo>
                  <a:pt x="1175" y="252"/>
                  <a:pt x="1175" y="252"/>
                  <a:pt x="1175" y="252"/>
                </a:cubicBezTo>
                <a:cubicBezTo>
                  <a:pt x="1168" y="253"/>
                  <a:pt x="1168" y="253"/>
                  <a:pt x="1168" y="253"/>
                </a:cubicBezTo>
                <a:cubicBezTo>
                  <a:pt x="1168" y="253"/>
                  <a:pt x="1168" y="253"/>
                  <a:pt x="1168" y="253"/>
                </a:cubicBezTo>
                <a:cubicBezTo>
                  <a:pt x="1159" y="250"/>
                  <a:pt x="1159" y="250"/>
                  <a:pt x="1159" y="250"/>
                </a:cubicBezTo>
                <a:cubicBezTo>
                  <a:pt x="1159" y="250"/>
                  <a:pt x="1159" y="250"/>
                  <a:pt x="1159" y="250"/>
                </a:cubicBezTo>
                <a:cubicBezTo>
                  <a:pt x="1159" y="247"/>
                  <a:pt x="1159" y="247"/>
                  <a:pt x="1159" y="247"/>
                </a:cubicBezTo>
                <a:cubicBezTo>
                  <a:pt x="1159" y="247"/>
                  <a:pt x="1159" y="247"/>
                  <a:pt x="1159" y="247"/>
                </a:cubicBezTo>
                <a:cubicBezTo>
                  <a:pt x="1160" y="244"/>
                  <a:pt x="1160" y="244"/>
                  <a:pt x="1160" y="244"/>
                </a:cubicBezTo>
                <a:cubicBezTo>
                  <a:pt x="1160" y="244"/>
                  <a:pt x="1160" y="244"/>
                  <a:pt x="1160" y="244"/>
                </a:cubicBezTo>
                <a:cubicBezTo>
                  <a:pt x="1160" y="241"/>
                  <a:pt x="1160" y="241"/>
                  <a:pt x="1160" y="241"/>
                </a:cubicBezTo>
                <a:cubicBezTo>
                  <a:pt x="1160" y="241"/>
                  <a:pt x="1160" y="241"/>
                  <a:pt x="1160" y="241"/>
                </a:cubicBezTo>
                <a:cubicBezTo>
                  <a:pt x="1162" y="237"/>
                  <a:pt x="1162" y="237"/>
                  <a:pt x="1162" y="237"/>
                </a:cubicBezTo>
                <a:cubicBezTo>
                  <a:pt x="1162" y="237"/>
                  <a:pt x="1162" y="237"/>
                  <a:pt x="1162" y="237"/>
                </a:cubicBezTo>
                <a:cubicBezTo>
                  <a:pt x="1162" y="234"/>
                  <a:pt x="1162" y="234"/>
                  <a:pt x="1162" y="234"/>
                </a:cubicBezTo>
                <a:cubicBezTo>
                  <a:pt x="1162" y="234"/>
                  <a:pt x="1162" y="234"/>
                  <a:pt x="1162" y="234"/>
                </a:cubicBezTo>
                <a:cubicBezTo>
                  <a:pt x="1164" y="230"/>
                  <a:pt x="1164" y="230"/>
                  <a:pt x="1164" y="230"/>
                </a:cubicBezTo>
                <a:cubicBezTo>
                  <a:pt x="1164" y="230"/>
                  <a:pt x="1164" y="230"/>
                  <a:pt x="1164" y="230"/>
                </a:cubicBezTo>
                <a:cubicBezTo>
                  <a:pt x="1162" y="227"/>
                  <a:pt x="1162" y="227"/>
                  <a:pt x="1162" y="227"/>
                </a:cubicBezTo>
                <a:cubicBezTo>
                  <a:pt x="1162" y="227"/>
                  <a:pt x="1162" y="227"/>
                  <a:pt x="1162" y="227"/>
                </a:cubicBezTo>
                <a:cubicBezTo>
                  <a:pt x="1162" y="223"/>
                  <a:pt x="1162" y="223"/>
                  <a:pt x="1162" y="223"/>
                </a:cubicBezTo>
                <a:cubicBezTo>
                  <a:pt x="1162" y="223"/>
                  <a:pt x="1162" y="223"/>
                  <a:pt x="1162" y="223"/>
                </a:cubicBezTo>
                <a:cubicBezTo>
                  <a:pt x="1137" y="232"/>
                  <a:pt x="1137" y="232"/>
                  <a:pt x="1137" y="232"/>
                </a:cubicBezTo>
                <a:cubicBezTo>
                  <a:pt x="1137" y="232"/>
                  <a:pt x="1137" y="232"/>
                  <a:pt x="1137" y="232"/>
                </a:cubicBezTo>
                <a:cubicBezTo>
                  <a:pt x="1106" y="254"/>
                  <a:pt x="1106" y="254"/>
                  <a:pt x="1106" y="254"/>
                </a:cubicBezTo>
                <a:cubicBezTo>
                  <a:pt x="1106" y="254"/>
                  <a:pt x="1106" y="254"/>
                  <a:pt x="1106" y="254"/>
                </a:cubicBezTo>
                <a:cubicBezTo>
                  <a:pt x="1099" y="256"/>
                  <a:pt x="1099" y="256"/>
                  <a:pt x="1099" y="256"/>
                </a:cubicBezTo>
                <a:cubicBezTo>
                  <a:pt x="1099" y="256"/>
                  <a:pt x="1099" y="256"/>
                  <a:pt x="1099" y="256"/>
                </a:cubicBezTo>
                <a:cubicBezTo>
                  <a:pt x="1093" y="256"/>
                  <a:pt x="1093" y="256"/>
                  <a:pt x="1093" y="256"/>
                </a:cubicBezTo>
                <a:cubicBezTo>
                  <a:pt x="1093" y="256"/>
                  <a:pt x="1093" y="256"/>
                  <a:pt x="1093" y="256"/>
                </a:cubicBezTo>
                <a:cubicBezTo>
                  <a:pt x="1088" y="256"/>
                  <a:pt x="1088" y="256"/>
                  <a:pt x="1088" y="256"/>
                </a:cubicBezTo>
                <a:cubicBezTo>
                  <a:pt x="1088" y="256"/>
                  <a:pt x="1088" y="256"/>
                  <a:pt x="1088" y="256"/>
                </a:cubicBezTo>
                <a:cubicBezTo>
                  <a:pt x="1082" y="253"/>
                  <a:pt x="1082" y="253"/>
                  <a:pt x="1082" y="253"/>
                </a:cubicBezTo>
                <a:cubicBezTo>
                  <a:pt x="1082" y="253"/>
                  <a:pt x="1082" y="253"/>
                  <a:pt x="1082" y="253"/>
                </a:cubicBezTo>
                <a:cubicBezTo>
                  <a:pt x="1076" y="251"/>
                  <a:pt x="1076" y="251"/>
                  <a:pt x="1076" y="251"/>
                </a:cubicBezTo>
                <a:cubicBezTo>
                  <a:pt x="1076" y="251"/>
                  <a:pt x="1076" y="251"/>
                  <a:pt x="1076" y="251"/>
                </a:cubicBezTo>
                <a:cubicBezTo>
                  <a:pt x="1071" y="248"/>
                  <a:pt x="1071" y="248"/>
                  <a:pt x="1071" y="248"/>
                </a:cubicBezTo>
                <a:cubicBezTo>
                  <a:pt x="1071" y="248"/>
                  <a:pt x="1071" y="248"/>
                  <a:pt x="1071" y="248"/>
                </a:cubicBezTo>
                <a:cubicBezTo>
                  <a:pt x="1066" y="245"/>
                  <a:pt x="1066" y="245"/>
                  <a:pt x="1066" y="245"/>
                </a:cubicBezTo>
                <a:cubicBezTo>
                  <a:pt x="1066" y="245"/>
                  <a:pt x="1066" y="245"/>
                  <a:pt x="1066" y="245"/>
                </a:cubicBezTo>
                <a:cubicBezTo>
                  <a:pt x="1060" y="242"/>
                  <a:pt x="1060" y="242"/>
                  <a:pt x="1060" y="242"/>
                </a:cubicBezTo>
                <a:cubicBezTo>
                  <a:pt x="1060" y="242"/>
                  <a:pt x="1060" y="242"/>
                  <a:pt x="1060" y="242"/>
                </a:cubicBezTo>
                <a:cubicBezTo>
                  <a:pt x="1058" y="241"/>
                  <a:pt x="1058" y="241"/>
                  <a:pt x="1058" y="241"/>
                </a:cubicBezTo>
                <a:cubicBezTo>
                  <a:pt x="1058" y="241"/>
                  <a:pt x="1058" y="241"/>
                  <a:pt x="1058" y="241"/>
                </a:cubicBezTo>
                <a:cubicBezTo>
                  <a:pt x="1058" y="239"/>
                  <a:pt x="1058" y="239"/>
                  <a:pt x="1058" y="239"/>
                </a:cubicBezTo>
                <a:cubicBezTo>
                  <a:pt x="1058" y="239"/>
                  <a:pt x="1058" y="239"/>
                  <a:pt x="1058" y="239"/>
                </a:cubicBezTo>
                <a:cubicBezTo>
                  <a:pt x="1056" y="238"/>
                  <a:pt x="1056" y="238"/>
                  <a:pt x="1056" y="238"/>
                </a:cubicBezTo>
                <a:cubicBezTo>
                  <a:pt x="1056" y="238"/>
                  <a:pt x="1056" y="238"/>
                  <a:pt x="1056" y="238"/>
                </a:cubicBezTo>
                <a:cubicBezTo>
                  <a:pt x="1056" y="235"/>
                  <a:pt x="1056" y="235"/>
                  <a:pt x="1056" y="235"/>
                </a:cubicBezTo>
                <a:cubicBezTo>
                  <a:pt x="1056" y="235"/>
                  <a:pt x="1056" y="235"/>
                  <a:pt x="1056" y="235"/>
                </a:cubicBezTo>
                <a:cubicBezTo>
                  <a:pt x="1055" y="234"/>
                  <a:pt x="1055" y="234"/>
                  <a:pt x="1055" y="234"/>
                </a:cubicBezTo>
                <a:cubicBezTo>
                  <a:pt x="1055" y="234"/>
                  <a:pt x="1055" y="234"/>
                  <a:pt x="1055" y="234"/>
                </a:cubicBezTo>
                <a:cubicBezTo>
                  <a:pt x="1055" y="232"/>
                  <a:pt x="1055" y="232"/>
                  <a:pt x="1055" y="232"/>
                </a:cubicBezTo>
                <a:cubicBezTo>
                  <a:pt x="1055" y="232"/>
                  <a:pt x="1055" y="232"/>
                  <a:pt x="1055" y="232"/>
                </a:cubicBezTo>
                <a:cubicBezTo>
                  <a:pt x="1055" y="230"/>
                  <a:pt x="1055" y="230"/>
                  <a:pt x="1055" y="230"/>
                </a:cubicBezTo>
                <a:cubicBezTo>
                  <a:pt x="1055" y="230"/>
                  <a:pt x="1055" y="230"/>
                  <a:pt x="1055" y="230"/>
                </a:cubicBezTo>
                <a:cubicBezTo>
                  <a:pt x="1055" y="228"/>
                  <a:pt x="1055" y="228"/>
                  <a:pt x="1055" y="228"/>
                </a:cubicBezTo>
                <a:cubicBezTo>
                  <a:pt x="1055" y="228"/>
                  <a:pt x="1055" y="228"/>
                  <a:pt x="1055" y="228"/>
                </a:cubicBezTo>
                <a:cubicBezTo>
                  <a:pt x="1058" y="229"/>
                  <a:pt x="1058" y="229"/>
                  <a:pt x="1058" y="229"/>
                </a:cubicBezTo>
                <a:cubicBezTo>
                  <a:pt x="1058" y="229"/>
                  <a:pt x="1058" y="229"/>
                  <a:pt x="1058" y="229"/>
                </a:cubicBezTo>
                <a:cubicBezTo>
                  <a:pt x="1063" y="229"/>
                  <a:pt x="1063" y="229"/>
                  <a:pt x="1063" y="229"/>
                </a:cubicBezTo>
                <a:cubicBezTo>
                  <a:pt x="1063" y="229"/>
                  <a:pt x="1063" y="229"/>
                  <a:pt x="1063" y="229"/>
                </a:cubicBezTo>
                <a:cubicBezTo>
                  <a:pt x="1067" y="229"/>
                  <a:pt x="1067" y="229"/>
                  <a:pt x="1067" y="229"/>
                </a:cubicBezTo>
                <a:cubicBezTo>
                  <a:pt x="1067" y="229"/>
                  <a:pt x="1067" y="229"/>
                  <a:pt x="1067" y="229"/>
                </a:cubicBezTo>
                <a:cubicBezTo>
                  <a:pt x="1072" y="229"/>
                  <a:pt x="1072" y="229"/>
                  <a:pt x="1072" y="229"/>
                </a:cubicBezTo>
                <a:cubicBezTo>
                  <a:pt x="1072" y="229"/>
                  <a:pt x="1072" y="229"/>
                  <a:pt x="1072" y="229"/>
                </a:cubicBezTo>
                <a:cubicBezTo>
                  <a:pt x="1076" y="229"/>
                  <a:pt x="1076" y="229"/>
                  <a:pt x="1076" y="229"/>
                </a:cubicBezTo>
                <a:cubicBezTo>
                  <a:pt x="1076" y="229"/>
                  <a:pt x="1076" y="229"/>
                  <a:pt x="1076" y="229"/>
                </a:cubicBezTo>
                <a:cubicBezTo>
                  <a:pt x="1081" y="229"/>
                  <a:pt x="1081" y="229"/>
                  <a:pt x="1081" y="229"/>
                </a:cubicBezTo>
                <a:cubicBezTo>
                  <a:pt x="1081" y="229"/>
                  <a:pt x="1081" y="229"/>
                  <a:pt x="1081" y="229"/>
                </a:cubicBezTo>
                <a:cubicBezTo>
                  <a:pt x="1086" y="229"/>
                  <a:pt x="1086" y="229"/>
                  <a:pt x="1086" y="229"/>
                </a:cubicBezTo>
                <a:cubicBezTo>
                  <a:pt x="1086" y="229"/>
                  <a:pt x="1086" y="229"/>
                  <a:pt x="1086" y="229"/>
                </a:cubicBezTo>
                <a:cubicBezTo>
                  <a:pt x="1092" y="227"/>
                  <a:pt x="1092" y="227"/>
                  <a:pt x="1092" y="227"/>
                </a:cubicBezTo>
                <a:cubicBezTo>
                  <a:pt x="1092" y="227"/>
                  <a:pt x="1092" y="227"/>
                  <a:pt x="1092" y="227"/>
                </a:cubicBezTo>
                <a:cubicBezTo>
                  <a:pt x="1098" y="227"/>
                  <a:pt x="1098" y="227"/>
                  <a:pt x="1098" y="227"/>
                </a:cubicBezTo>
                <a:cubicBezTo>
                  <a:pt x="1098" y="227"/>
                  <a:pt x="1098" y="227"/>
                  <a:pt x="1098" y="227"/>
                </a:cubicBezTo>
                <a:cubicBezTo>
                  <a:pt x="1105" y="227"/>
                  <a:pt x="1105" y="227"/>
                  <a:pt x="1105" y="227"/>
                </a:cubicBezTo>
                <a:cubicBezTo>
                  <a:pt x="1105" y="227"/>
                  <a:pt x="1105" y="227"/>
                  <a:pt x="1105" y="227"/>
                </a:cubicBezTo>
                <a:cubicBezTo>
                  <a:pt x="1111" y="227"/>
                  <a:pt x="1111" y="227"/>
                  <a:pt x="1111" y="227"/>
                </a:cubicBezTo>
                <a:cubicBezTo>
                  <a:pt x="1111" y="227"/>
                  <a:pt x="1111" y="227"/>
                  <a:pt x="1111" y="227"/>
                </a:cubicBezTo>
                <a:cubicBezTo>
                  <a:pt x="1118" y="225"/>
                  <a:pt x="1118" y="225"/>
                  <a:pt x="1118" y="225"/>
                </a:cubicBezTo>
                <a:cubicBezTo>
                  <a:pt x="1118" y="225"/>
                  <a:pt x="1118" y="225"/>
                  <a:pt x="1118" y="225"/>
                </a:cubicBezTo>
                <a:cubicBezTo>
                  <a:pt x="1124" y="224"/>
                  <a:pt x="1124" y="224"/>
                  <a:pt x="1124" y="224"/>
                </a:cubicBezTo>
                <a:cubicBezTo>
                  <a:pt x="1124" y="224"/>
                  <a:pt x="1124" y="224"/>
                  <a:pt x="1124" y="224"/>
                </a:cubicBezTo>
                <a:cubicBezTo>
                  <a:pt x="1131" y="222"/>
                  <a:pt x="1131" y="222"/>
                  <a:pt x="1131" y="222"/>
                </a:cubicBezTo>
                <a:cubicBezTo>
                  <a:pt x="1131" y="222"/>
                  <a:pt x="1131" y="222"/>
                  <a:pt x="1131" y="222"/>
                </a:cubicBezTo>
                <a:cubicBezTo>
                  <a:pt x="1137" y="219"/>
                  <a:pt x="1137" y="219"/>
                  <a:pt x="1137" y="219"/>
                </a:cubicBezTo>
                <a:cubicBezTo>
                  <a:pt x="1137" y="219"/>
                  <a:pt x="1137" y="219"/>
                  <a:pt x="1137" y="219"/>
                </a:cubicBezTo>
                <a:cubicBezTo>
                  <a:pt x="1143" y="215"/>
                  <a:pt x="1143" y="215"/>
                  <a:pt x="1143" y="215"/>
                </a:cubicBezTo>
                <a:cubicBezTo>
                  <a:pt x="1143" y="215"/>
                  <a:pt x="1143" y="215"/>
                  <a:pt x="1143" y="215"/>
                </a:cubicBezTo>
                <a:cubicBezTo>
                  <a:pt x="1199" y="192"/>
                  <a:pt x="1199" y="192"/>
                  <a:pt x="1199" y="192"/>
                </a:cubicBezTo>
                <a:cubicBezTo>
                  <a:pt x="1199" y="192"/>
                  <a:pt x="1199" y="192"/>
                  <a:pt x="1199" y="192"/>
                </a:cubicBezTo>
                <a:cubicBezTo>
                  <a:pt x="1197" y="191"/>
                  <a:pt x="1197" y="191"/>
                  <a:pt x="1197" y="191"/>
                </a:cubicBezTo>
                <a:cubicBezTo>
                  <a:pt x="1197" y="191"/>
                  <a:pt x="1197" y="191"/>
                  <a:pt x="1197" y="191"/>
                </a:cubicBezTo>
                <a:cubicBezTo>
                  <a:pt x="1196" y="189"/>
                  <a:pt x="1196" y="189"/>
                  <a:pt x="1196" y="189"/>
                </a:cubicBezTo>
                <a:cubicBezTo>
                  <a:pt x="1196" y="189"/>
                  <a:pt x="1196" y="189"/>
                  <a:pt x="1196" y="189"/>
                </a:cubicBezTo>
                <a:cubicBezTo>
                  <a:pt x="1194" y="188"/>
                  <a:pt x="1194" y="188"/>
                  <a:pt x="1194" y="188"/>
                </a:cubicBezTo>
                <a:cubicBezTo>
                  <a:pt x="1194" y="188"/>
                  <a:pt x="1194" y="188"/>
                  <a:pt x="1194" y="188"/>
                </a:cubicBezTo>
                <a:cubicBezTo>
                  <a:pt x="1193" y="186"/>
                  <a:pt x="1193" y="186"/>
                  <a:pt x="1193" y="186"/>
                </a:cubicBezTo>
                <a:cubicBezTo>
                  <a:pt x="1193" y="186"/>
                  <a:pt x="1193" y="186"/>
                  <a:pt x="1193" y="186"/>
                </a:cubicBezTo>
                <a:cubicBezTo>
                  <a:pt x="1191" y="185"/>
                  <a:pt x="1191" y="185"/>
                  <a:pt x="1191" y="185"/>
                </a:cubicBezTo>
                <a:cubicBezTo>
                  <a:pt x="1191" y="185"/>
                  <a:pt x="1191" y="185"/>
                  <a:pt x="1191" y="185"/>
                </a:cubicBezTo>
                <a:cubicBezTo>
                  <a:pt x="1189" y="184"/>
                  <a:pt x="1189" y="184"/>
                  <a:pt x="1189" y="184"/>
                </a:cubicBezTo>
                <a:cubicBezTo>
                  <a:pt x="1189" y="184"/>
                  <a:pt x="1189" y="184"/>
                  <a:pt x="1189" y="184"/>
                </a:cubicBezTo>
                <a:cubicBezTo>
                  <a:pt x="1187" y="183"/>
                  <a:pt x="1187" y="183"/>
                  <a:pt x="1187" y="183"/>
                </a:cubicBezTo>
                <a:cubicBezTo>
                  <a:pt x="1187" y="183"/>
                  <a:pt x="1187" y="183"/>
                  <a:pt x="1187" y="183"/>
                </a:cubicBezTo>
                <a:cubicBezTo>
                  <a:pt x="1184" y="181"/>
                  <a:pt x="1184" y="181"/>
                  <a:pt x="1184" y="181"/>
                </a:cubicBezTo>
                <a:cubicBezTo>
                  <a:pt x="1184" y="181"/>
                  <a:pt x="1184" y="181"/>
                  <a:pt x="1184" y="181"/>
                </a:cubicBezTo>
                <a:cubicBezTo>
                  <a:pt x="1181" y="180"/>
                  <a:pt x="1181" y="180"/>
                  <a:pt x="1181" y="180"/>
                </a:cubicBezTo>
                <a:cubicBezTo>
                  <a:pt x="1181" y="180"/>
                  <a:pt x="1181" y="180"/>
                  <a:pt x="1181" y="180"/>
                </a:cubicBezTo>
                <a:cubicBezTo>
                  <a:pt x="1181" y="177"/>
                  <a:pt x="1181" y="177"/>
                  <a:pt x="1181" y="177"/>
                </a:cubicBezTo>
                <a:cubicBezTo>
                  <a:pt x="1181" y="177"/>
                  <a:pt x="1181" y="177"/>
                  <a:pt x="1181" y="177"/>
                </a:cubicBezTo>
                <a:cubicBezTo>
                  <a:pt x="1181" y="174"/>
                  <a:pt x="1181" y="174"/>
                  <a:pt x="1181" y="174"/>
                </a:cubicBezTo>
                <a:cubicBezTo>
                  <a:pt x="1181" y="174"/>
                  <a:pt x="1181" y="174"/>
                  <a:pt x="1181" y="174"/>
                </a:cubicBezTo>
                <a:cubicBezTo>
                  <a:pt x="1181" y="171"/>
                  <a:pt x="1181" y="171"/>
                  <a:pt x="1181" y="171"/>
                </a:cubicBezTo>
                <a:cubicBezTo>
                  <a:pt x="1181" y="171"/>
                  <a:pt x="1181" y="171"/>
                  <a:pt x="1181" y="171"/>
                </a:cubicBezTo>
                <a:cubicBezTo>
                  <a:pt x="1180" y="168"/>
                  <a:pt x="1180" y="168"/>
                  <a:pt x="1180" y="168"/>
                </a:cubicBezTo>
                <a:cubicBezTo>
                  <a:pt x="1180" y="168"/>
                  <a:pt x="1180" y="168"/>
                  <a:pt x="1180" y="168"/>
                </a:cubicBezTo>
                <a:cubicBezTo>
                  <a:pt x="1180" y="164"/>
                  <a:pt x="1180" y="164"/>
                  <a:pt x="1180" y="164"/>
                </a:cubicBezTo>
                <a:cubicBezTo>
                  <a:pt x="1180" y="164"/>
                  <a:pt x="1180" y="164"/>
                  <a:pt x="1180" y="164"/>
                </a:cubicBezTo>
                <a:cubicBezTo>
                  <a:pt x="1179" y="161"/>
                  <a:pt x="1179" y="161"/>
                  <a:pt x="1179" y="161"/>
                </a:cubicBezTo>
                <a:cubicBezTo>
                  <a:pt x="1179" y="161"/>
                  <a:pt x="1179" y="161"/>
                  <a:pt x="1179" y="161"/>
                </a:cubicBezTo>
                <a:cubicBezTo>
                  <a:pt x="1179" y="158"/>
                  <a:pt x="1179" y="158"/>
                  <a:pt x="1179" y="158"/>
                </a:cubicBezTo>
                <a:cubicBezTo>
                  <a:pt x="1179" y="158"/>
                  <a:pt x="1179" y="158"/>
                  <a:pt x="1179" y="158"/>
                </a:cubicBezTo>
                <a:cubicBezTo>
                  <a:pt x="1175" y="158"/>
                  <a:pt x="1175" y="158"/>
                  <a:pt x="1175" y="158"/>
                </a:cubicBezTo>
                <a:cubicBezTo>
                  <a:pt x="1175" y="158"/>
                  <a:pt x="1175" y="158"/>
                  <a:pt x="1175" y="158"/>
                </a:cubicBezTo>
                <a:cubicBezTo>
                  <a:pt x="1171" y="162"/>
                  <a:pt x="1171" y="162"/>
                  <a:pt x="1171" y="162"/>
                </a:cubicBezTo>
                <a:cubicBezTo>
                  <a:pt x="1171" y="162"/>
                  <a:pt x="1171" y="162"/>
                  <a:pt x="1171" y="162"/>
                </a:cubicBezTo>
                <a:cubicBezTo>
                  <a:pt x="1168" y="165"/>
                  <a:pt x="1168" y="165"/>
                  <a:pt x="1168" y="165"/>
                </a:cubicBezTo>
                <a:cubicBezTo>
                  <a:pt x="1168" y="165"/>
                  <a:pt x="1168" y="165"/>
                  <a:pt x="1168" y="165"/>
                </a:cubicBezTo>
                <a:cubicBezTo>
                  <a:pt x="1164" y="168"/>
                  <a:pt x="1164" y="168"/>
                  <a:pt x="1164" y="168"/>
                </a:cubicBezTo>
                <a:cubicBezTo>
                  <a:pt x="1164" y="168"/>
                  <a:pt x="1164" y="168"/>
                  <a:pt x="1164" y="168"/>
                </a:cubicBezTo>
                <a:cubicBezTo>
                  <a:pt x="1159" y="170"/>
                  <a:pt x="1159" y="170"/>
                  <a:pt x="1159" y="170"/>
                </a:cubicBezTo>
                <a:cubicBezTo>
                  <a:pt x="1159" y="170"/>
                  <a:pt x="1159" y="170"/>
                  <a:pt x="1159" y="170"/>
                </a:cubicBezTo>
                <a:cubicBezTo>
                  <a:pt x="1154" y="171"/>
                  <a:pt x="1154" y="171"/>
                  <a:pt x="1154" y="171"/>
                </a:cubicBezTo>
                <a:cubicBezTo>
                  <a:pt x="1154" y="171"/>
                  <a:pt x="1154" y="171"/>
                  <a:pt x="1154" y="171"/>
                </a:cubicBezTo>
                <a:cubicBezTo>
                  <a:pt x="1150" y="171"/>
                  <a:pt x="1150" y="171"/>
                  <a:pt x="1150" y="171"/>
                </a:cubicBezTo>
                <a:cubicBezTo>
                  <a:pt x="1150" y="171"/>
                  <a:pt x="1150" y="171"/>
                  <a:pt x="1150" y="171"/>
                </a:cubicBezTo>
                <a:cubicBezTo>
                  <a:pt x="1146" y="171"/>
                  <a:pt x="1146" y="171"/>
                  <a:pt x="1146" y="171"/>
                </a:cubicBezTo>
                <a:cubicBezTo>
                  <a:pt x="1146" y="171"/>
                  <a:pt x="1146" y="171"/>
                  <a:pt x="1146" y="171"/>
                </a:cubicBezTo>
                <a:cubicBezTo>
                  <a:pt x="1141" y="169"/>
                  <a:pt x="1141" y="169"/>
                  <a:pt x="1141" y="169"/>
                </a:cubicBezTo>
                <a:cubicBezTo>
                  <a:pt x="1141" y="169"/>
                  <a:pt x="1141" y="169"/>
                  <a:pt x="1141" y="169"/>
                </a:cubicBezTo>
                <a:cubicBezTo>
                  <a:pt x="1140" y="166"/>
                  <a:pt x="1140" y="166"/>
                  <a:pt x="1140" y="166"/>
                </a:cubicBezTo>
                <a:cubicBezTo>
                  <a:pt x="1140" y="166"/>
                  <a:pt x="1140" y="166"/>
                  <a:pt x="1140" y="166"/>
                </a:cubicBezTo>
                <a:cubicBezTo>
                  <a:pt x="1139" y="162"/>
                  <a:pt x="1139" y="162"/>
                  <a:pt x="1139" y="162"/>
                </a:cubicBezTo>
                <a:cubicBezTo>
                  <a:pt x="1139" y="162"/>
                  <a:pt x="1139" y="162"/>
                  <a:pt x="1139" y="162"/>
                </a:cubicBezTo>
                <a:cubicBezTo>
                  <a:pt x="1137" y="159"/>
                  <a:pt x="1137" y="159"/>
                  <a:pt x="1137" y="159"/>
                </a:cubicBezTo>
                <a:cubicBezTo>
                  <a:pt x="1137" y="159"/>
                  <a:pt x="1137" y="159"/>
                  <a:pt x="1137" y="159"/>
                </a:cubicBezTo>
                <a:cubicBezTo>
                  <a:pt x="1136" y="155"/>
                  <a:pt x="1136" y="155"/>
                  <a:pt x="1136" y="155"/>
                </a:cubicBezTo>
                <a:cubicBezTo>
                  <a:pt x="1136" y="155"/>
                  <a:pt x="1136" y="155"/>
                  <a:pt x="1136" y="155"/>
                </a:cubicBezTo>
                <a:cubicBezTo>
                  <a:pt x="1134" y="151"/>
                  <a:pt x="1134" y="151"/>
                  <a:pt x="1134" y="151"/>
                </a:cubicBezTo>
                <a:cubicBezTo>
                  <a:pt x="1134" y="151"/>
                  <a:pt x="1134" y="151"/>
                  <a:pt x="1134" y="151"/>
                </a:cubicBezTo>
                <a:cubicBezTo>
                  <a:pt x="1134" y="147"/>
                  <a:pt x="1134" y="147"/>
                  <a:pt x="1134" y="147"/>
                </a:cubicBezTo>
                <a:cubicBezTo>
                  <a:pt x="1134" y="147"/>
                  <a:pt x="1134" y="147"/>
                  <a:pt x="1134" y="147"/>
                </a:cubicBezTo>
                <a:cubicBezTo>
                  <a:pt x="1135" y="144"/>
                  <a:pt x="1135" y="144"/>
                  <a:pt x="1135" y="144"/>
                </a:cubicBezTo>
                <a:cubicBezTo>
                  <a:pt x="1135" y="144"/>
                  <a:pt x="1135" y="144"/>
                  <a:pt x="1135" y="144"/>
                </a:cubicBezTo>
                <a:cubicBezTo>
                  <a:pt x="1139" y="141"/>
                  <a:pt x="1139" y="141"/>
                  <a:pt x="1139" y="141"/>
                </a:cubicBezTo>
                <a:cubicBezTo>
                  <a:pt x="1139" y="141"/>
                  <a:pt x="1139" y="141"/>
                  <a:pt x="1139" y="141"/>
                </a:cubicBezTo>
                <a:cubicBezTo>
                  <a:pt x="1139" y="143"/>
                  <a:pt x="1139" y="143"/>
                  <a:pt x="1139" y="143"/>
                </a:cubicBezTo>
                <a:cubicBezTo>
                  <a:pt x="1139" y="143"/>
                  <a:pt x="1139" y="143"/>
                  <a:pt x="1139" y="143"/>
                </a:cubicBezTo>
                <a:cubicBezTo>
                  <a:pt x="1140" y="144"/>
                  <a:pt x="1140" y="144"/>
                  <a:pt x="1140" y="144"/>
                </a:cubicBezTo>
                <a:cubicBezTo>
                  <a:pt x="1140" y="144"/>
                  <a:pt x="1140" y="144"/>
                  <a:pt x="1140" y="144"/>
                </a:cubicBezTo>
                <a:cubicBezTo>
                  <a:pt x="1141" y="146"/>
                  <a:pt x="1141" y="146"/>
                  <a:pt x="1141" y="146"/>
                </a:cubicBezTo>
                <a:cubicBezTo>
                  <a:pt x="1141" y="146"/>
                  <a:pt x="1141" y="146"/>
                  <a:pt x="1141" y="146"/>
                </a:cubicBezTo>
                <a:cubicBezTo>
                  <a:pt x="1145" y="147"/>
                  <a:pt x="1145" y="147"/>
                  <a:pt x="1145" y="147"/>
                </a:cubicBezTo>
                <a:cubicBezTo>
                  <a:pt x="1145" y="147"/>
                  <a:pt x="1145" y="147"/>
                  <a:pt x="1145" y="147"/>
                </a:cubicBezTo>
                <a:cubicBezTo>
                  <a:pt x="1147" y="148"/>
                  <a:pt x="1147" y="148"/>
                  <a:pt x="1147" y="148"/>
                </a:cubicBezTo>
                <a:cubicBezTo>
                  <a:pt x="1147" y="148"/>
                  <a:pt x="1147" y="148"/>
                  <a:pt x="1147" y="148"/>
                </a:cubicBezTo>
                <a:cubicBezTo>
                  <a:pt x="1150" y="149"/>
                  <a:pt x="1150" y="149"/>
                  <a:pt x="1150" y="149"/>
                </a:cubicBezTo>
                <a:cubicBezTo>
                  <a:pt x="1150" y="149"/>
                  <a:pt x="1150" y="149"/>
                  <a:pt x="1150" y="149"/>
                </a:cubicBezTo>
                <a:cubicBezTo>
                  <a:pt x="1152" y="149"/>
                  <a:pt x="1152" y="149"/>
                  <a:pt x="1152" y="149"/>
                </a:cubicBezTo>
                <a:cubicBezTo>
                  <a:pt x="1152" y="149"/>
                  <a:pt x="1152" y="149"/>
                  <a:pt x="1152" y="149"/>
                </a:cubicBezTo>
                <a:cubicBezTo>
                  <a:pt x="1155" y="148"/>
                  <a:pt x="1155" y="148"/>
                  <a:pt x="1155" y="148"/>
                </a:cubicBezTo>
                <a:cubicBezTo>
                  <a:pt x="1155" y="148"/>
                  <a:pt x="1155" y="148"/>
                  <a:pt x="1155" y="148"/>
                </a:cubicBezTo>
                <a:cubicBezTo>
                  <a:pt x="1158" y="147"/>
                  <a:pt x="1158" y="147"/>
                  <a:pt x="1158" y="147"/>
                </a:cubicBezTo>
                <a:cubicBezTo>
                  <a:pt x="1158" y="147"/>
                  <a:pt x="1158" y="147"/>
                  <a:pt x="1158" y="147"/>
                </a:cubicBezTo>
                <a:cubicBezTo>
                  <a:pt x="1161" y="146"/>
                  <a:pt x="1161" y="146"/>
                  <a:pt x="1161" y="146"/>
                </a:cubicBezTo>
                <a:cubicBezTo>
                  <a:pt x="1161" y="146"/>
                  <a:pt x="1161" y="146"/>
                  <a:pt x="1161" y="146"/>
                </a:cubicBezTo>
                <a:cubicBezTo>
                  <a:pt x="1165" y="145"/>
                  <a:pt x="1165" y="145"/>
                  <a:pt x="1165" y="145"/>
                </a:cubicBezTo>
                <a:cubicBezTo>
                  <a:pt x="1165" y="145"/>
                  <a:pt x="1165" y="145"/>
                  <a:pt x="1165" y="145"/>
                </a:cubicBezTo>
                <a:cubicBezTo>
                  <a:pt x="1169" y="143"/>
                  <a:pt x="1169" y="143"/>
                  <a:pt x="1169" y="143"/>
                </a:cubicBezTo>
                <a:cubicBezTo>
                  <a:pt x="1169" y="143"/>
                  <a:pt x="1169" y="143"/>
                  <a:pt x="1169" y="143"/>
                </a:cubicBezTo>
                <a:cubicBezTo>
                  <a:pt x="1171" y="142"/>
                  <a:pt x="1171" y="142"/>
                  <a:pt x="1171" y="142"/>
                </a:cubicBezTo>
                <a:cubicBezTo>
                  <a:pt x="1171" y="142"/>
                  <a:pt x="1171" y="142"/>
                  <a:pt x="1171" y="142"/>
                </a:cubicBezTo>
                <a:cubicBezTo>
                  <a:pt x="1174" y="140"/>
                  <a:pt x="1174" y="140"/>
                  <a:pt x="1174" y="140"/>
                </a:cubicBezTo>
                <a:cubicBezTo>
                  <a:pt x="1174" y="140"/>
                  <a:pt x="1174" y="140"/>
                  <a:pt x="1174" y="140"/>
                </a:cubicBezTo>
                <a:cubicBezTo>
                  <a:pt x="1176" y="138"/>
                  <a:pt x="1176" y="138"/>
                  <a:pt x="1176" y="138"/>
                </a:cubicBezTo>
                <a:cubicBezTo>
                  <a:pt x="1176" y="138"/>
                  <a:pt x="1176" y="138"/>
                  <a:pt x="1176" y="138"/>
                </a:cubicBezTo>
                <a:cubicBezTo>
                  <a:pt x="1179" y="133"/>
                  <a:pt x="1179" y="133"/>
                  <a:pt x="1179" y="133"/>
                </a:cubicBezTo>
                <a:cubicBezTo>
                  <a:pt x="1179" y="133"/>
                  <a:pt x="1179" y="133"/>
                  <a:pt x="1179" y="133"/>
                </a:cubicBezTo>
                <a:cubicBezTo>
                  <a:pt x="1178" y="101"/>
                  <a:pt x="1178" y="101"/>
                  <a:pt x="1178" y="101"/>
                </a:cubicBezTo>
                <a:cubicBezTo>
                  <a:pt x="1178" y="99"/>
                  <a:pt x="1178" y="99"/>
                  <a:pt x="1178" y="99"/>
                </a:cubicBezTo>
                <a:cubicBezTo>
                  <a:pt x="1179" y="73"/>
                  <a:pt x="1179" y="73"/>
                  <a:pt x="1179" y="73"/>
                </a:cubicBezTo>
                <a:cubicBezTo>
                  <a:pt x="1179" y="73"/>
                  <a:pt x="1179" y="73"/>
                  <a:pt x="1179" y="73"/>
                </a:cubicBezTo>
                <a:cubicBezTo>
                  <a:pt x="1181" y="75"/>
                  <a:pt x="1181" y="75"/>
                  <a:pt x="1181" y="75"/>
                </a:cubicBezTo>
                <a:cubicBezTo>
                  <a:pt x="1181" y="75"/>
                  <a:pt x="1181" y="75"/>
                  <a:pt x="1181" y="75"/>
                </a:cubicBezTo>
                <a:cubicBezTo>
                  <a:pt x="1184" y="77"/>
                  <a:pt x="1184" y="77"/>
                  <a:pt x="1184" y="77"/>
                </a:cubicBezTo>
                <a:cubicBezTo>
                  <a:pt x="1184" y="77"/>
                  <a:pt x="1184" y="77"/>
                  <a:pt x="1184" y="77"/>
                </a:cubicBezTo>
                <a:cubicBezTo>
                  <a:pt x="1187" y="79"/>
                  <a:pt x="1187" y="79"/>
                  <a:pt x="1187" y="79"/>
                </a:cubicBezTo>
                <a:cubicBezTo>
                  <a:pt x="1187" y="79"/>
                  <a:pt x="1187" y="79"/>
                  <a:pt x="1187" y="79"/>
                </a:cubicBezTo>
                <a:cubicBezTo>
                  <a:pt x="1190" y="80"/>
                  <a:pt x="1190" y="80"/>
                  <a:pt x="1190" y="80"/>
                </a:cubicBezTo>
                <a:cubicBezTo>
                  <a:pt x="1190" y="80"/>
                  <a:pt x="1190" y="80"/>
                  <a:pt x="1190" y="80"/>
                </a:cubicBezTo>
                <a:cubicBezTo>
                  <a:pt x="1192" y="83"/>
                  <a:pt x="1192" y="83"/>
                  <a:pt x="1192" y="83"/>
                </a:cubicBezTo>
                <a:cubicBezTo>
                  <a:pt x="1192" y="83"/>
                  <a:pt x="1192" y="83"/>
                  <a:pt x="1192" y="83"/>
                </a:cubicBezTo>
                <a:cubicBezTo>
                  <a:pt x="1195" y="85"/>
                  <a:pt x="1195" y="85"/>
                  <a:pt x="1195" y="85"/>
                </a:cubicBezTo>
                <a:cubicBezTo>
                  <a:pt x="1195" y="85"/>
                  <a:pt x="1195" y="85"/>
                  <a:pt x="1195" y="85"/>
                </a:cubicBezTo>
                <a:cubicBezTo>
                  <a:pt x="1198" y="87"/>
                  <a:pt x="1198" y="87"/>
                  <a:pt x="1198" y="87"/>
                </a:cubicBezTo>
                <a:cubicBezTo>
                  <a:pt x="1198" y="87"/>
                  <a:pt x="1198" y="87"/>
                  <a:pt x="1198" y="87"/>
                </a:cubicBezTo>
                <a:cubicBezTo>
                  <a:pt x="1201" y="89"/>
                  <a:pt x="1201" y="89"/>
                  <a:pt x="1201" y="89"/>
                </a:cubicBezTo>
                <a:cubicBezTo>
                  <a:pt x="1201" y="89"/>
                  <a:pt x="1201" y="89"/>
                  <a:pt x="1201" y="89"/>
                </a:cubicBezTo>
                <a:cubicBezTo>
                  <a:pt x="1204" y="97"/>
                  <a:pt x="1204" y="97"/>
                  <a:pt x="1204" y="97"/>
                </a:cubicBezTo>
                <a:cubicBezTo>
                  <a:pt x="1204" y="97"/>
                  <a:pt x="1204" y="97"/>
                  <a:pt x="1204" y="97"/>
                </a:cubicBezTo>
                <a:cubicBezTo>
                  <a:pt x="1206" y="103"/>
                  <a:pt x="1206" y="103"/>
                  <a:pt x="1206" y="103"/>
                </a:cubicBezTo>
                <a:cubicBezTo>
                  <a:pt x="1206" y="103"/>
                  <a:pt x="1206" y="103"/>
                  <a:pt x="1206" y="103"/>
                </a:cubicBezTo>
                <a:cubicBezTo>
                  <a:pt x="1204" y="111"/>
                  <a:pt x="1204" y="111"/>
                  <a:pt x="1204" y="111"/>
                </a:cubicBezTo>
                <a:cubicBezTo>
                  <a:pt x="1204" y="111"/>
                  <a:pt x="1204" y="111"/>
                  <a:pt x="1204" y="111"/>
                </a:cubicBezTo>
                <a:cubicBezTo>
                  <a:pt x="1203" y="118"/>
                  <a:pt x="1203" y="118"/>
                  <a:pt x="1203" y="118"/>
                </a:cubicBezTo>
                <a:cubicBezTo>
                  <a:pt x="1203" y="118"/>
                  <a:pt x="1203" y="118"/>
                  <a:pt x="1203" y="118"/>
                </a:cubicBezTo>
                <a:cubicBezTo>
                  <a:pt x="1201" y="127"/>
                  <a:pt x="1201" y="127"/>
                  <a:pt x="1201" y="127"/>
                </a:cubicBezTo>
                <a:cubicBezTo>
                  <a:pt x="1201" y="127"/>
                  <a:pt x="1201" y="127"/>
                  <a:pt x="1201" y="127"/>
                </a:cubicBezTo>
                <a:cubicBezTo>
                  <a:pt x="1201" y="134"/>
                  <a:pt x="1201" y="134"/>
                  <a:pt x="1201" y="134"/>
                </a:cubicBezTo>
                <a:cubicBezTo>
                  <a:pt x="1201" y="134"/>
                  <a:pt x="1201" y="134"/>
                  <a:pt x="1201" y="134"/>
                </a:cubicBezTo>
                <a:cubicBezTo>
                  <a:pt x="1202" y="141"/>
                  <a:pt x="1202" y="141"/>
                  <a:pt x="1202" y="141"/>
                </a:cubicBezTo>
                <a:cubicBezTo>
                  <a:pt x="1202" y="141"/>
                  <a:pt x="1202" y="141"/>
                  <a:pt x="1202" y="141"/>
                </a:cubicBezTo>
                <a:cubicBezTo>
                  <a:pt x="1207" y="146"/>
                  <a:pt x="1207" y="146"/>
                  <a:pt x="1207" y="146"/>
                </a:cubicBezTo>
                <a:cubicBezTo>
                  <a:pt x="1207" y="146"/>
                  <a:pt x="1207" y="146"/>
                  <a:pt x="1207" y="146"/>
                </a:cubicBezTo>
                <a:cubicBezTo>
                  <a:pt x="1211" y="145"/>
                  <a:pt x="1211" y="145"/>
                  <a:pt x="1211" y="145"/>
                </a:cubicBezTo>
                <a:cubicBezTo>
                  <a:pt x="1211" y="145"/>
                  <a:pt x="1211" y="145"/>
                  <a:pt x="1211" y="145"/>
                </a:cubicBezTo>
                <a:cubicBezTo>
                  <a:pt x="1213" y="142"/>
                  <a:pt x="1213" y="142"/>
                  <a:pt x="1213" y="142"/>
                </a:cubicBezTo>
                <a:cubicBezTo>
                  <a:pt x="1213" y="142"/>
                  <a:pt x="1213" y="142"/>
                  <a:pt x="1213" y="142"/>
                </a:cubicBezTo>
                <a:cubicBezTo>
                  <a:pt x="1215" y="139"/>
                  <a:pt x="1215" y="139"/>
                  <a:pt x="1215" y="139"/>
                </a:cubicBezTo>
                <a:cubicBezTo>
                  <a:pt x="1215" y="139"/>
                  <a:pt x="1215" y="139"/>
                  <a:pt x="1215" y="139"/>
                </a:cubicBezTo>
                <a:cubicBezTo>
                  <a:pt x="1216" y="136"/>
                  <a:pt x="1216" y="136"/>
                  <a:pt x="1216" y="136"/>
                </a:cubicBezTo>
                <a:cubicBezTo>
                  <a:pt x="1216" y="136"/>
                  <a:pt x="1216" y="136"/>
                  <a:pt x="1216" y="136"/>
                </a:cubicBezTo>
                <a:cubicBezTo>
                  <a:pt x="1217" y="131"/>
                  <a:pt x="1217" y="131"/>
                  <a:pt x="1217" y="131"/>
                </a:cubicBezTo>
                <a:cubicBezTo>
                  <a:pt x="1217" y="131"/>
                  <a:pt x="1217" y="131"/>
                  <a:pt x="1217" y="131"/>
                </a:cubicBezTo>
                <a:cubicBezTo>
                  <a:pt x="1216" y="128"/>
                  <a:pt x="1216" y="128"/>
                  <a:pt x="1216" y="128"/>
                </a:cubicBezTo>
                <a:cubicBezTo>
                  <a:pt x="1216" y="128"/>
                  <a:pt x="1216" y="128"/>
                  <a:pt x="1216" y="128"/>
                </a:cubicBezTo>
                <a:cubicBezTo>
                  <a:pt x="1216" y="123"/>
                  <a:pt x="1216" y="123"/>
                  <a:pt x="1216" y="123"/>
                </a:cubicBezTo>
                <a:cubicBezTo>
                  <a:pt x="1216" y="123"/>
                  <a:pt x="1216" y="123"/>
                  <a:pt x="1216" y="123"/>
                </a:cubicBezTo>
                <a:cubicBezTo>
                  <a:pt x="1216" y="119"/>
                  <a:pt x="1216" y="119"/>
                  <a:pt x="1216" y="119"/>
                </a:cubicBezTo>
                <a:cubicBezTo>
                  <a:pt x="1216" y="119"/>
                  <a:pt x="1216" y="119"/>
                  <a:pt x="1216" y="119"/>
                </a:cubicBezTo>
                <a:cubicBezTo>
                  <a:pt x="1216" y="114"/>
                  <a:pt x="1216" y="114"/>
                  <a:pt x="1216" y="114"/>
                </a:cubicBezTo>
                <a:cubicBezTo>
                  <a:pt x="1216" y="114"/>
                  <a:pt x="1216" y="114"/>
                  <a:pt x="1216" y="114"/>
                </a:cubicBezTo>
                <a:cubicBezTo>
                  <a:pt x="1217" y="115"/>
                  <a:pt x="1217" y="115"/>
                  <a:pt x="1217" y="115"/>
                </a:cubicBezTo>
                <a:cubicBezTo>
                  <a:pt x="1217" y="115"/>
                  <a:pt x="1217" y="115"/>
                  <a:pt x="1217" y="115"/>
                </a:cubicBezTo>
                <a:cubicBezTo>
                  <a:pt x="1218" y="115"/>
                  <a:pt x="1218" y="115"/>
                  <a:pt x="1218" y="115"/>
                </a:cubicBezTo>
                <a:cubicBezTo>
                  <a:pt x="1218" y="115"/>
                  <a:pt x="1218" y="115"/>
                  <a:pt x="1218" y="115"/>
                </a:cubicBezTo>
                <a:cubicBezTo>
                  <a:pt x="1219" y="116"/>
                  <a:pt x="1219" y="116"/>
                  <a:pt x="1219" y="116"/>
                </a:cubicBezTo>
                <a:cubicBezTo>
                  <a:pt x="1219" y="116"/>
                  <a:pt x="1219" y="116"/>
                  <a:pt x="1219" y="116"/>
                </a:cubicBezTo>
                <a:cubicBezTo>
                  <a:pt x="1221" y="116"/>
                  <a:pt x="1221" y="116"/>
                  <a:pt x="1221" y="116"/>
                </a:cubicBezTo>
                <a:cubicBezTo>
                  <a:pt x="1221" y="116"/>
                  <a:pt x="1221" y="116"/>
                  <a:pt x="1221" y="116"/>
                </a:cubicBezTo>
                <a:cubicBezTo>
                  <a:pt x="1222" y="118"/>
                  <a:pt x="1222" y="118"/>
                  <a:pt x="1222" y="118"/>
                </a:cubicBezTo>
                <a:cubicBezTo>
                  <a:pt x="1222" y="118"/>
                  <a:pt x="1222" y="118"/>
                  <a:pt x="1222" y="118"/>
                </a:cubicBezTo>
                <a:cubicBezTo>
                  <a:pt x="1225" y="118"/>
                  <a:pt x="1225" y="118"/>
                  <a:pt x="1225" y="118"/>
                </a:cubicBezTo>
                <a:cubicBezTo>
                  <a:pt x="1225" y="118"/>
                  <a:pt x="1225" y="118"/>
                  <a:pt x="1225" y="118"/>
                </a:cubicBezTo>
                <a:cubicBezTo>
                  <a:pt x="1225" y="119"/>
                  <a:pt x="1225" y="119"/>
                  <a:pt x="1225" y="119"/>
                </a:cubicBezTo>
                <a:cubicBezTo>
                  <a:pt x="1225" y="119"/>
                  <a:pt x="1225" y="119"/>
                  <a:pt x="1225" y="119"/>
                </a:cubicBezTo>
                <a:cubicBezTo>
                  <a:pt x="1229" y="119"/>
                  <a:pt x="1229" y="119"/>
                  <a:pt x="1229" y="119"/>
                </a:cubicBezTo>
                <a:cubicBezTo>
                  <a:pt x="1229" y="119"/>
                  <a:pt x="1229" y="119"/>
                  <a:pt x="1229" y="119"/>
                </a:cubicBezTo>
                <a:cubicBezTo>
                  <a:pt x="1234" y="117"/>
                  <a:pt x="1234" y="117"/>
                  <a:pt x="1234" y="117"/>
                </a:cubicBezTo>
                <a:cubicBezTo>
                  <a:pt x="1234" y="117"/>
                  <a:pt x="1234" y="117"/>
                  <a:pt x="1234" y="117"/>
                </a:cubicBezTo>
                <a:cubicBezTo>
                  <a:pt x="1245" y="102"/>
                  <a:pt x="1245" y="102"/>
                  <a:pt x="1245" y="102"/>
                </a:cubicBezTo>
                <a:cubicBezTo>
                  <a:pt x="1245" y="102"/>
                  <a:pt x="1245" y="102"/>
                  <a:pt x="1245" y="102"/>
                </a:cubicBezTo>
                <a:cubicBezTo>
                  <a:pt x="1225" y="151"/>
                  <a:pt x="1225" y="151"/>
                  <a:pt x="1225" y="151"/>
                </a:cubicBezTo>
                <a:cubicBezTo>
                  <a:pt x="1225" y="151"/>
                  <a:pt x="1225" y="151"/>
                  <a:pt x="1225" y="151"/>
                </a:cubicBezTo>
                <a:cubicBezTo>
                  <a:pt x="1222" y="152"/>
                  <a:pt x="1222" y="152"/>
                  <a:pt x="1222" y="152"/>
                </a:cubicBezTo>
                <a:cubicBezTo>
                  <a:pt x="1222" y="152"/>
                  <a:pt x="1222" y="152"/>
                  <a:pt x="1222" y="152"/>
                </a:cubicBezTo>
                <a:cubicBezTo>
                  <a:pt x="1220" y="153"/>
                  <a:pt x="1220" y="153"/>
                  <a:pt x="1220" y="153"/>
                </a:cubicBezTo>
                <a:cubicBezTo>
                  <a:pt x="1220" y="153"/>
                  <a:pt x="1220" y="153"/>
                  <a:pt x="1220" y="153"/>
                </a:cubicBezTo>
                <a:cubicBezTo>
                  <a:pt x="1218" y="153"/>
                  <a:pt x="1218" y="153"/>
                  <a:pt x="1218" y="153"/>
                </a:cubicBezTo>
                <a:cubicBezTo>
                  <a:pt x="1218" y="153"/>
                  <a:pt x="1218" y="153"/>
                  <a:pt x="1218" y="153"/>
                </a:cubicBezTo>
                <a:cubicBezTo>
                  <a:pt x="1217" y="153"/>
                  <a:pt x="1217" y="153"/>
                  <a:pt x="1217" y="153"/>
                </a:cubicBezTo>
                <a:cubicBezTo>
                  <a:pt x="1217" y="153"/>
                  <a:pt x="1217" y="153"/>
                  <a:pt x="1217" y="153"/>
                </a:cubicBezTo>
                <a:cubicBezTo>
                  <a:pt x="1215" y="153"/>
                  <a:pt x="1215" y="153"/>
                  <a:pt x="1215" y="153"/>
                </a:cubicBezTo>
                <a:cubicBezTo>
                  <a:pt x="1215" y="153"/>
                  <a:pt x="1215" y="153"/>
                  <a:pt x="1215" y="153"/>
                </a:cubicBezTo>
                <a:cubicBezTo>
                  <a:pt x="1214" y="153"/>
                  <a:pt x="1214" y="153"/>
                  <a:pt x="1214" y="153"/>
                </a:cubicBezTo>
                <a:cubicBezTo>
                  <a:pt x="1214" y="153"/>
                  <a:pt x="1214" y="153"/>
                  <a:pt x="1214" y="153"/>
                </a:cubicBezTo>
                <a:cubicBezTo>
                  <a:pt x="1212" y="153"/>
                  <a:pt x="1212" y="153"/>
                  <a:pt x="1212" y="153"/>
                </a:cubicBezTo>
                <a:cubicBezTo>
                  <a:pt x="1212" y="153"/>
                  <a:pt x="1212" y="153"/>
                  <a:pt x="1212" y="153"/>
                </a:cubicBezTo>
                <a:cubicBezTo>
                  <a:pt x="1211" y="153"/>
                  <a:pt x="1211" y="153"/>
                  <a:pt x="1211" y="153"/>
                </a:cubicBezTo>
                <a:cubicBezTo>
                  <a:pt x="1211" y="153"/>
                  <a:pt x="1211" y="153"/>
                  <a:pt x="1211" y="153"/>
                </a:cubicBezTo>
                <a:cubicBezTo>
                  <a:pt x="1207" y="157"/>
                  <a:pt x="1207" y="157"/>
                  <a:pt x="1207" y="157"/>
                </a:cubicBezTo>
                <a:cubicBezTo>
                  <a:pt x="1207" y="157"/>
                  <a:pt x="1207" y="157"/>
                  <a:pt x="1207" y="157"/>
                </a:cubicBezTo>
                <a:cubicBezTo>
                  <a:pt x="1204" y="161"/>
                  <a:pt x="1204" y="161"/>
                  <a:pt x="1204" y="161"/>
                </a:cubicBezTo>
                <a:cubicBezTo>
                  <a:pt x="1204" y="161"/>
                  <a:pt x="1204" y="161"/>
                  <a:pt x="1204" y="161"/>
                </a:cubicBezTo>
                <a:cubicBezTo>
                  <a:pt x="1203" y="166"/>
                  <a:pt x="1203" y="166"/>
                  <a:pt x="1203" y="166"/>
                </a:cubicBezTo>
                <a:cubicBezTo>
                  <a:pt x="1203" y="166"/>
                  <a:pt x="1203" y="166"/>
                  <a:pt x="1203" y="166"/>
                </a:cubicBezTo>
                <a:cubicBezTo>
                  <a:pt x="1203" y="171"/>
                  <a:pt x="1203" y="171"/>
                  <a:pt x="1203" y="171"/>
                </a:cubicBezTo>
                <a:cubicBezTo>
                  <a:pt x="1203" y="171"/>
                  <a:pt x="1203" y="171"/>
                  <a:pt x="1203" y="171"/>
                </a:cubicBezTo>
                <a:cubicBezTo>
                  <a:pt x="1202" y="176"/>
                  <a:pt x="1202" y="176"/>
                  <a:pt x="1202" y="176"/>
                </a:cubicBezTo>
                <a:cubicBezTo>
                  <a:pt x="1202" y="176"/>
                  <a:pt x="1202" y="176"/>
                  <a:pt x="1202" y="176"/>
                </a:cubicBezTo>
                <a:cubicBezTo>
                  <a:pt x="1202" y="181"/>
                  <a:pt x="1202" y="181"/>
                  <a:pt x="1202" y="181"/>
                </a:cubicBezTo>
                <a:cubicBezTo>
                  <a:pt x="1202" y="181"/>
                  <a:pt x="1202" y="181"/>
                  <a:pt x="1202" y="181"/>
                </a:cubicBezTo>
                <a:cubicBezTo>
                  <a:pt x="1203" y="185"/>
                  <a:pt x="1203" y="185"/>
                  <a:pt x="1203" y="185"/>
                </a:cubicBezTo>
                <a:cubicBezTo>
                  <a:pt x="1203" y="185"/>
                  <a:pt x="1203" y="185"/>
                  <a:pt x="1203" y="185"/>
                </a:cubicBezTo>
                <a:cubicBezTo>
                  <a:pt x="1206" y="188"/>
                  <a:pt x="1206" y="188"/>
                  <a:pt x="1206" y="188"/>
                </a:cubicBezTo>
                <a:cubicBezTo>
                  <a:pt x="1206" y="188"/>
                  <a:pt x="1206" y="188"/>
                  <a:pt x="1206" y="188"/>
                </a:cubicBezTo>
                <a:cubicBezTo>
                  <a:pt x="1246" y="170"/>
                  <a:pt x="1246" y="170"/>
                  <a:pt x="1246" y="170"/>
                </a:cubicBezTo>
                <a:cubicBezTo>
                  <a:pt x="1246" y="170"/>
                  <a:pt x="1246" y="170"/>
                  <a:pt x="1246" y="170"/>
                </a:cubicBezTo>
                <a:cubicBezTo>
                  <a:pt x="1262" y="66"/>
                  <a:pt x="1262" y="66"/>
                  <a:pt x="1262" y="66"/>
                </a:cubicBezTo>
                <a:cubicBezTo>
                  <a:pt x="1262" y="66"/>
                  <a:pt x="1262" y="66"/>
                  <a:pt x="1262" y="66"/>
                </a:cubicBezTo>
                <a:cubicBezTo>
                  <a:pt x="1260" y="63"/>
                  <a:pt x="1260" y="63"/>
                  <a:pt x="1260" y="63"/>
                </a:cubicBezTo>
                <a:cubicBezTo>
                  <a:pt x="1260" y="63"/>
                  <a:pt x="1260" y="63"/>
                  <a:pt x="1260" y="63"/>
                </a:cubicBezTo>
                <a:cubicBezTo>
                  <a:pt x="1259" y="60"/>
                  <a:pt x="1259" y="60"/>
                  <a:pt x="1259" y="60"/>
                </a:cubicBezTo>
                <a:cubicBezTo>
                  <a:pt x="1259" y="60"/>
                  <a:pt x="1259" y="60"/>
                  <a:pt x="1259" y="60"/>
                </a:cubicBezTo>
                <a:cubicBezTo>
                  <a:pt x="1258" y="58"/>
                  <a:pt x="1258" y="58"/>
                  <a:pt x="1258" y="58"/>
                </a:cubicBezTo>
                <a:cubicBezTo>
                  <a:pt x="1258" y="58"/>
                  <a:pt x="1258" y="58"/>
                  <a:pt x="1258" y="58"/>
                </a:cubicBezTo>
                <a:cubicBezTo>
                  <a:pt x="1258" y="54"/>
                  <a:pt x="1258" y="54"/>
                  <a:pt x="1258" y="54"/>
                </a:cubicBezTo>
                <a:cubicBezTo>
                  <a:pt x="1258" y="54"/>
                  <a:pt x="1258" y="54"/>
                  <a:pt x="1258" y="54"/>
                </a:cubicBezTo>
                <a:cubicBezTo>
                  <a:pt x="1257" y="51"/>
                  <a:pt x="1257" y="51"/>
                  <a:pt x="1257" y="51"/>
                </a:cubicBezTo>
                <a:cubicBezTo>
                  <a:pt x="1257" y="51"/>
                  <a:pt x="1257" y="51"/>
                  <a:pt x="1257" y="51"/>
                </a:cubicBezTo>
                <a:cubicBezTo>
                  <a:pt x="1257" y="47"/>
                  <a:pt x="1257" y="47"/>
                  <a:pt x="1257" y="47"/>
                </a:cubicBezTo>
                <a:cubicBezTo>
                  <a:pt x="1257" y="47"/>
                  <a:pt x="1257" y="47"/>
                  <a:pt x="1257" y="47"/>
                </a:cubicBezTo>
                <a:cubicBezTo>
                  <a:pt x="1257" y="44"/>
                  <a:pt x="1257" y="44"/>
                  <a:pt x="1257" y="44"/>
                </a:cubicBezTo>
                <a:cubicBezTo>
                  <a:pt x="1257" y="44"/>
                  <a:pt x="1257" y="44"/>
                  <a:pt x="1257" y="44"/>
                </a:cubicBezTo>
                <a:cubicBezTo>
                  <a:pt x="1260" y="40"/>
                  <a:pt x="1260" y="40"/>
                  <a:pt x="1260" y="40"/>
                </a:cubicBezTo>
                <a:cubicBezTo>
                  <a:pt x="1260" y="40"/>
                  <a:pt x="1260" y="40"/>
                  <a:pt x="1260" y="40"/>
                </a:cubicBezTo>
                <a:cubicBezTo>
                  <a:pt x="1262" y="41"/>
                  <a:pt x="1262" y="41"/>
                  <a:pt x="1262" y="41"/>
                </a:cubicBezTo>
                <a:cubicBezTo>
                  <a:pt x="1262" y="41"/>
                  <a:pt x="1262" y="41"/>
                  <a:pt x="1262" y="41"/>
                </a:cubicBezTo>
                <a:cubicBezTo>
                  <a:pt x="1264" y="40"/>
                  <a:pt x="1264" y="40"/>
                  <a:pt x="1264" y="40"/>
                </a:cubicBezTo>
                <a:cubicBezTo>
                  <a:pt x="1264" y="40"/>
                  <a:pt x="1264" y="40"/>
                  <a:pt x="1264" y="40"/>
                </a:cubicBezTo>
                <a:cubicBezTo>
                  <a:pt x="1268" y="40"/>
                  <a:pt x="1268" y="40"/>
                  <a:pt x="1268" y="40"/>
                </a:cubicBezTo>
                <a:cubicBezTo>
                  <a:pt x="1268" y="40"/>
                  <a:pt x="1268" y="40"/>
                  <a:pt x="1268" y="40"/>
                </a:cubicBezTo>
                <a:cubicBezTo>
                  <a:pt x="1271" y="38"/>
                  <a:pt x="1271" y="38"/>
                  <a:pt x="1271" y="38"/>
                </a:cubicBezTo>
                <a:cubicBezTo>
                  <a:pt x="1271" y="38"/>
                  <a:pt x="1271" y="38"/>
                  <a:pt x="1271" y="38"/>
                </a:cubicBezTo>
                <a:cubicBezTo>
                  <a:pt x="1273" y="38"/>
                  <a:pt x="1273" y="38"/>
                  <a:pt x="1273" y="38"/>
                </a:cubicBezTo>
                <a:cubicBezTo>
                  <a:pt x="1273" y="38"/>
                  <a:pt x="1273" y="38"/>
                  <a:pt x="1273" y="38"/>
                </a:cubicBezTo>
                <a:cubicBezTo>
                  <a:pt x="1276" y="37"/>
                  <a:pt x="1276" y="37"/>
                  <a:pt x="1276" y="37"/>
                </a:cubicBezTo>
                <a:cubicBezTo>
                  <a:pt x="1276" y="37"/>
                  <a:pt x="1276" y="37"/>
                  <a:pt x="1276" y="37"/>
                </a:cubicBezTo>
                <a:cubicBezTo>
                  <a:pt x="1279" y="37"/>
                  <a:pt x="1279" y="37"/>
                  <a:pt x="1279" y="37"/>
                </a:cubicBezTo>
                <a:cubicBezTo>
                  <a:pt x="1279" y="37"/>
                  <a:pt x="1279" y="37"/>
                  <a:pt x="1279" y="37"/>
                </a:cubicBezTo>
                <a:cubicBezTo>
                  <a:pt x="1282" y="38"/>
                  <a:pt x="1282" y="38"/>
                  <a:pt x="1282" y="38"/>
                </a:cubicBezTo>
                <a:cubicBezTo>
                  <a:pt x="1282" y="38"/>
                  <a:pt x="1282" y="38"/>
                  <a:pt x="1282" y="38"/>
                </a:cubicBezTo>
                <a:cubicBezTo>
                  <a:pt x="1282" y="54"/>
                  <a:pt x="1282" y="54"/>
                  <a:pt x="1282" y="54"/>
                </a:cubicBezTo>
                <a:cubicBezTo>
                  <a:pt x="1282" y="54"/>
                  <a:pt x="1282" y="54"/>
                  <a:pt x="1282" y="54"/>
                </a:cubicBezTo>
                <a:cubicBezTo>
                  <a:pt x="1280" y="69"/>
                  <a:pt x="1280" y="69"/>
                  <a:pt x="1280" y="69"/>
                </a:cubicBezTo>
                <a:cubicBezTo>
                  <a:pt x="1280" y="69"/>
                  <a:pt x="1280" y="69"/>
                  <a:pt x="1280" y="69"/>
                </a:cubicBezTo>
                <a:cubicBezTo>
                  <a:pt x="1276" y="84"/>
                  <a:pt x="1276" y="84"/>
                  <a:pt x="1276" y="84"/>
                </a:cubicBezTo>
                <a:cubicBezTo>
                  <a:pt x="1276" y="84"/>
                  <a:pt x="1276" y="84"/>
                  <a:pt x="1276" y="84"/>
                </a:cubicBezTo>
                <a:cubicBezTo>
                  <a:pt x="1273" y="99"/>
                  <a:pt x="1273" y="99"/>
                  <a:pt x="1273" y="99"/>
                </a:cubicBezTo>
                <a:cubicBezTo>
                  <a:pt x="1273" y="99"/>
                  <a:pt x="1273" y="99"/>
                  <a:pt x="1273" y="99"/>
                </a:cubicBezTo>
                <a:cubicBezTo>
                  <a:pt x="1268" y="114"/>
                  <a:pt x="1268" y="114"/>
                  <a:pt x="1268" y="114"/>
                </a:cubicBezTo>
                <a:cubicBezTo>
                  <a:pt x="1268" y="114"/>
                  <a:pt x="1268" y="114"/>
                  <a:pt x="1268" y="114"/>
                </a:cubicBezTo>
                <a:cubicBezTo>
                  <a:pt x="1264" y="129"/>
                  <a:pt x="1264" y="129"/>
                  <a:pt x="1264" y="129"/>
                </a:cubicBezTo>
                <a:cubicBezTo>
                  <a:pt x="1264" y="129"/>
                  <a:pt x="1264" y="129"/>
                  <a:pt x="1264" y="129"/>
                </a:cubicBezTo>
                <a:cubicBezTo>
                  <a:pt x="1261" y="144"/>
                  <a:pt x="1261" y="144"/>
                  <a:pt x="1261" y="144"/>
                </a:cubicBezTo>
                <a:cubicBezTo>
                  <a:pt x="1261" y="144"/>
                  <a:pt x="1261" y="144"/>
                  <a:pt x="1261" y="144"/>
                </a:cubicBezTo>
                <a:cubicBezTo>
                  <a:pt x="1260" y="159"/>
                  <a:pt x="1260" y="159"/>
                  <a:pt x="1260" y="159"/>
                </a:cubicBezTo>
                <a:cubicBezTo>
                  <a:pt x="1260" y="159"/>
                  <a:pt x="1260" y="159"/>
                  <a:pt x="1260" y="159"/>
                </a:cubicBezTo>
                <a:cubicBezTo>
                  <a:pt x="1263" y="161"/>
                  <a:pt x="1263" y="161"/>
                  <a:pt x="1263" y="161"/>
                </a:cubicBezTo>
                <a:cubicBezTo>
                  <a:pt x="1263" y="161"/>
                  <a:pt x="1263" y="161"/>
                  <a:pt x="1263" y="161"/>
                </a:cubicBezTo>
                <a:cubicBezTo>
                  <a:pt x="1303" y="152"/>
                  <a:pt x="1303" y="152"/>
                  <a:pt x="1303" y="152"/>
                </a:cubicBezTo>
                <a:cubicBezTo>
                  <a:pt x="1303" y="152"/>
                  <a:pt x="1303" y="152"/>
                  <a:pt x="1303" y="152"/>
                </a:cubicBezTo>
                <a:cubicBezTo>
                  <a:pt x="1320" y="176"/>
                  <a:pt x="1320" y="176"/>
                  <a:pt x="1320" y="176"/>
                </a:cubicBezTo>
                <a:cubicBezTo>
                  <a:pt x="1320" y="176"/>
                  <a:pt x="1320" y="176"/>
                  <a:pt x="1320" y="176"/>
                </a:cubicBezTo>
                <a:cubicBezTo>
                  <a:pt x="1311" y="174"/>
                  <a:pt x="1311" y="174"/>
                  <a:pt x="1311" y="174"/>
                </a:cubicBezTo>
                <a:cubicBezTo>
                  <a:pt x="1311" y="174"/>
                  <a:pt x="1311" y="174"/>
                  <a:pt x="1311" y="174"/>
                </a:cubicBezTo>
                <a:cubicBezTo>
                  <a:pt x="1301" y="172"/>
                  <a:pt x="1301" y="172"/>
                  <a:pt x="1301" y="172"/>
                </a:cubicBezTo>
                <a:cubicBezTo>
                  <a:pt x="1301" y="172"/>
                  <a:pt x="1301" y="172"/>
                  <a:pt x="1301" y="172"/>
                </a:cubicBezTo>
                <a:cubicBezTo>
                  <a:pt x="1292" y="171"/>
                  <a:pt x="1292" y="171"/>
                  <a:pt x="1292" y="171"/>
                </a:cubicBezTo>
                <a:cubicBezTo>
                  <a:pt x="1292" y="171"/>
                  <a:pt x="1292" y="171"/>
                  <a:pt x="1292" y="171"/>
                </a:cubicBezTo>
                <a:cubicBezTo>
                  <a:pt x="1283" y="170"/>
                  <a:pt x="1283" y="170"/>
                  <a:pt x="1283" y="170"/>
                </a:cubicBezTo>
                <a:cubicBezTo>
                  <a:pt x="1283" y="170"/>
                  <a:pt x="1283" y="170"/>
                  <a:pt x="1283" y="170"/>
                </a:cubicBezTo>
                <a:cubicBezTo>
                  <a:pt x="1274" y="171"/>
                  <a:pt x="1274" y="171"/>
                  <a:pt x="1274" y="171"/>
                </a:cubicBezTo>
                <a:cubicBezTo>
                  <a:pt x="1274" y="171"/>
                  <a:pt x="1274" y="171"/>
                  <a:pt x="1274" y="171"/>
                </a:cubicBezTo>
                <a:cubicBezTo>
                  <a:pt x="1264" y="172"/>
                  <a:pt x="1264" y="172"/>
                  <a:pt x="1264" y="172"/>
                </a:cubicBezTo>
                <a:cubicBezTo>
                  <a:pt x="1264" y="172"/>
                  <a:pt x="1264" y="172"/>
                  <a:pt x="1264" y="172"/>
                </a:cubicBezTo>
                <a:cubicBezTo>
                  <a:pt x="1255" y="175"/>
                  <a:pt x="1255" y="175"/>
                  <a:pt x="1255" y="175"/>
                </a:cubicBezTo>
                <a:cubicBezTo>
                  <a:pt x="1255" y="175"/>
                  <a:pt x="1255" y="175"/>
                  <a:pt x="1255" y="175"/>
                </a:cubicBezTo>
                <a:cubicBezTo>
                  <a:pt x="1248" y="180"/>
                  <a:pt x="1248" y="180"/>
                  <a:pt x="1248" y="180"/>
                </a:cubicBezTo>
                <a:cubicBezTo>
                  <a:pt x="1248" y="180"/>
                  <a:pt x="1248" y="180"/>
                  <a:pt x="1248" y="180"/>
                </a:cubicBezTo>
                <a:cubicBezTo>
                  <a:pt x="1182" y="213"/>
                  <a:pt x="1182" y="213"/>
                  <a:pt x="1182" y="213"/>
                </a:cubicBezTo>
                <a:cubicBezTo>
                  <a:pt x="1182" y="213"/>
                  <a:pt x="1182" y="213"/>
                  <a:pt x="1182" y="213"/>
                </a:cubicBezTo>
                <a:cubicBezTo>
                  <a:pt x="1181" y="215"/>
                  <a:pt x="1181" y="215"/>
                  <a:pt x="1181" y="215"/>
                </a:cubicBezTo>
                <a:cubicBezTo>
                  <a:pt x="1181" y="215"/>
                  <a:pt x="1181" y="215"/>
                  <a:pt x="1181" y="215"/>
                </a:cubicBezTo>
                <a:cubicBezTo>
                  <a:pt x="1181" y="217"/>
                  <a:pt x="1181" y="217"/>
                  <a:pt x="1181" y="217"/>
                </a:cubicBezTo>
                <a:cubicBezTo>
                  <a:pt x="1181" y="217"/>
                  <a:pt x="1181" y="217"/>
                  <a:pt x="1181" y="217"/>
                </a:cubicBezTo>
                <a:cubicBezTo>
                  <a:pt x="1181" y="219"/>
                  <a:pt x="1181" y="219"/>
                  <a:pt x="1181" y="219"/>
                </a:cubicBezTo>
                <a:cubicBezTo>
                  <a:pt x="1181" y="219"/>
                  <a:pt x="1181" y="219"/>
                  <a:pt x="1181" y="219"/>
                </a:cubicBezTo>
                <a:cubicBezTo>
                  <a:pt x="1181" y="221"/>
                  <a:pt x="1181" y="221"/>
                  <a:pt x="1181" y="221"/>
                </a:cubicBezTo>
                <a:cubicBezTo>
                  <a:pt x="1181" y="221"/>
                  <a:pt x="1181" y="221"/>
                  <a:pt x="1181" y="221"/>
                </a:cubicBezTo>
                <a:cubicBezTo>
                  <a:pt x="1181" y="224"/>
                  <a:pt x="1181" y="224"/>
                  <a:pt x="1181" y="224"/>
                </a:cubicBezTo>
                <a:cubicBezTo>
                  <a:pt x="1181" y="224"/>
                  <a:pt x="1181" y="224"/>
                  <a:pt x="1181" y="224"/>
                </a:cubicBezTo>
                <a:cubicBezTo>
                  <a:pt x="1181" y="226"/>
                  <a:pt x="1181" y="226"/>
                  <a:pt x="1181" y="226"/>
                </a:cubicBezTo>
                <a:cubicBezTo>
                  <a:pt x="1181" y="226"/>
                  <a:pt x="1181" y="226"/>
                  <a:pt x="1181" y="226"/>
                </a:cubicBezTo>
                <a:cubicBezTo>
                  <a:pt x="1181" y="228"/>
                  <a:pt x="1181" y="228"/>
                  <a:pt x="1181" y="228"/>
                </a:cubicBezTo>
                <a:cubicBezTo>
                  <a:pt x="1181" y="228"/>
                  <a:pt x="1181" y="228"/>
                  <a:pt x="1181" y="228"/>
                </a:cubicBezTo>
                <a:cubicBezTo>
                  <a:pt x="1183" y="229"/>
                  <a:pt x="1183" y="229"/>
                  <a:pt x="1183" y="229"/>
                </a:cubicBezTo>
                <a:cubicBezTo>
                  <a:pt x="1183" y="229"/>
                  <a:pt x="1183" y="229"/>
                  <a:pt x="1183" y="229"/>
                </a:cubicBezTo>
                <a:cubicBezTo>
                  <a:pt x="1188" y="229"/>
                  <a:pt x="1188" y="229"/>
                  <a:pt x="1188" y="229"/>
                </a:cubicBezTo>
                <a:cubicBezTo>
                  <a:pt x="1188" y="229"/>
                  <a:pt x="1188" y="229"/>
                  <a:pt x="1188" y="229"/>
                </a:cubicBezTo>
                <a:cubicBezTo>
                  <a:pt x="1225" y="204"/>
                  <a:pt x="1225" y="204"/>
                  <a:pt x="1225" y="204"/>
                </a:cubicBezTo>
                <a:cubicBezTo>
                  <a:pt x="1225" y="204"/>
                  <a:pt x="1225" y="204"/>
                  <a:pt x="1225" y="204"/>
                </a:cubicBezTo>
                <a:cubicBezTo>
                  <a:pt x="1229" y="204"/>
                  <a:pt x="1229" y="204"/>
                  <a:pt x="1229" y="204"/>
                </a:cubicBezTo>
                <a:cubicBezTo>
                  <a:pt x="1229" y="204"/>
                  <a:pt x="1229" y="204"/>
                  <a:pt x="1229" y="204"/>
                </a:cubicBezTo>
                <a:cubicBezTo>
                  <a:pt x="1233" y="203"/>
                  <a:pt x="1233" y="203"/>
                  <a:pt x="1233" y="203"/>
                </a:cubicBezTo>
                <a:cubicBezTo>
                  <a:pt x="1233" y="203"/>
                  <a:pt x="1233" y="203"/>
                  <a:pt x="1233" y="203"/>
                </a:cubicBezTo>
                <a:cubicBezTo>
                  <a:pt x="1237" y="203"/>
                  <a:pt x="1237" y="203"/>
                  <a:pt x="1237" y="203"/>
                </a:cubicBezTo>
                <a:cubicBezTo>
                  <a:pt x="1237" y="203"/>
                  <a:pt x="1237" y="203"/>
                  <a:pt x="1237" y="203"/>
                </a:cubicBezTo>
                <a:cubicBezTo>
                  <a:pt x="1242" y="202"/>
                  <a:pt x="1242" y="202"/>
                  <a:pt x="1242" y="202"/>
                </a:cubicBezTo>
                <a:cubicBezTo>
                  <a:pt x="1242" y="202"/>
                  <a:pt x="1242" y="202"/>
                  <a:pt x="1242" y="202"/>
                </a:cubicBezTo>
                <a:cubicBezTo>
                  <a:pt x="1245" y="203"/>
                  <a:pt x="1245" y="203"/>
                  <a:pt x="1245" y="203"/>
                </a:cubicBezTo>
                <a:cubicBezTo>
                  <a:pt x="1245" y="203"/>
                  <a:pt x="1245" y="203"/>
                  <a:pt x="1245" y="203"/>
                </a:cubicBezTo>
                <a:cubicBezTo>
                  <a:pt x="1251" y="204"/>
                  <a:pt x="1251" y="204"/>
                  <a:pt x="1251" y="204"/>
                </a:cubicBezTo>
                <a:cubicBezTo>
                  <a:pt x="1251" y="204"/>
                  <a:pt x="1251" y="204"/>
                  <a:pt x="1251" y="204"/>
                </a:cubicBezTo>
                <a:cubicBezTo>
                  <a:pt x="1254" y="206"/>
                  <a:pt x="1254" y="206"/>
                  <a:pt x="1254" y="206"/>
                </a:cubicBezTo>
                <a:cubicBezTo>
                  <a:pt x="1254" y="206"/>
                  <a:pt x="1254" y="206"/>
                  <a:pt x="1254" y="206"/>
                </a:cubicBezTo>
                <a:cubicBezTo>
                  <a:pt x="1259" y="207"/>
                  <a:pt x="1259" y="207"/>
                  <a:pt x="1259" y="207"/>
                </a:cubicBezTo>
                <a:cubicBezTo>
                  <a:pt x="1259" y="207"/>
                  <a:pt x="1259" y="207"/>
                  <a:pt x="1259" y="207"/>
                </a:cubicBezTo>
                <a:cubicBezTo>
                  <a:pt x="1244" y="229"/>
                  <a:pt x="1237" y="234"/>
                  <a:pt x="1237" y="235"/>
                </a:cubicBezTo>
                <a:cubicBezTo>
                  <a:pt x="1237" y="235"/>
                  <a:pt x="1237" y="235"/>
                  <a:pt x="1237" y="235"/>
                </a:cubicBezTo>
                <a:cubicBezTo>
                  <a:pt x="1237" y="236"/>
                  <a:pt x="1237" y="236"/>
                  <a:pt x="1237" y="236"/>
                </a:cubicBezTo>
                <a:cubicBezTo>
                  <a:pt x="1234" y="239"/>
                  <a:pt x="1234" y="239"/>
                  <a:pt x="1234" y="239"/>
                </a:cubicBezTo>
                <a:cubicBezTo>
                  <a:pt x="1232" y="241"/>
                  <a:pt x="1232" y="241"/>
                  <a:pt x="1232" y="241"/>
                </a:cubicBezTo>
                <a:cubicBezTo>
                  <a:pt x="1232" y="241"/>
                  <a:pt x="1232" y="241"/>
                  <a:pt x="1232" y="241"/>
                </a:cubicBezTo>
                <a:cubicBezTo>
                  <a:pt x="1231" y="242"/>
                  <a:pt x="1231" y="242"/>
                  <a:pt x="1231" y="242"/>
                </a:cubicBezTo>
                <a:cubicBezTo>
                  <a:pt x="1231" y="242"/>
                  <a:pt x="1231" y="242"/>
                  <a:pt x="1231" y="242"/>
                </a:cubicBezTo>
                <a:cubicBezTo>
                  <a:pt x="1230" y="243"/>
                  <a:pt x="1230" y="243"/>
                  <a:pt x="1230" y="243"/>
                </a:cubicBezTo>
                <a:cubicBezTo>
                  <a:pt x="1230" y="243"/>
                  <a:pt x="1230" y="243"/>
                  <a:pt x="1230" y="243"/>
                </a:cubicBezTo>
                <a:cubicBezTo>
                  <a:pt x="1230" y="243"/>
                  <a:pt x="1230" y="243"/>
                  <a:pt x="1230" y="243"/>
                </a:cubicBezTo>
                <a:cubicBezTo>
                  <a:pt x="1230" y="243"/>
                  <a:pt x="1230" y="243"/>
                  <a:pt x="1230" y="243"/>
                </a:cubicBezTo>
                <a:cubicBezTo>
                  <a:pt x="1230" y="245"/>
                  <a:pt x="1230" y="245"/>
                  <a:pt x="1230" y="245"/>
                </a:cubicBezTo>
                <a:cubicBezTo>
                  <a:pt x="1230" y="245"/>
                  <a:pt x="1230" y="245"/>
                  <a:pt x="1230" y="245"/>
                </a:cubicBezTo>
                <a:cubicBezTo>
                  <a:pt x="1230" y="246"/>
                  <a:pt x="1230" y="246"/>
                  <a:pt x="1230" y="246"/>
                </a:cubicBezTo>
                <a:cubicBezTo>
                  <a:pt x="1230" y="246"/>
                  <a:pt x="1230" y="246"/>
                  <a:pt x="1230" y="246"/>
                </a:cubicBezTo>
                <a:cubicBezTo>
                  <a:pt x="1230" y="248"/>
                  <a:pt x="1230" y="248"/>
                  <a:pt x="1230" y="248"/>
                </a:cubicBezTo>
                <a:cubicBezTo>
                  <a:pt x="1230" y="248"/>
                  <a:pt x="1230" y="248"/>
                  <a:pt x="1230" y="248"/>
                </a:cubicBezTo>
                <a:cubicBezTo>
                  <a:pt x="1230" y="249"/>
                  <a:pt x="1230" y="249"/>
                  <a:pt x="1230" y="249"/>
                </a:cubicBezTo>
                <a:cubicBezTo>
                  <a:pt x="1230" y="249"/>
                  <a:pt x="1230" y="249"/>
                  <a:pt x="1230" y="249"/>
                </a:cubicBezTo>
                <a:cubicBezTo>
                  <a:pt x="1230" y="251"/>
                  <a:pt x="1230" y="251"/>
                  <a:pt x="1230" y="251"/>
                </a:cubicBezTo>
                <a:cubicBezTo>
                  <a:pt x="1230" y="251"/>
                  <a:pt x="1230" y="251"/>
                  <a:pt x="1230" y="251"/>
                </a:cubicBezTo>
                <a:cubicBezTo>
                  <a:pt x="1231" y="252"/>
                  <a:pt x="1231" y="252"/>
                  <a:pt x="1231" y="252"/>
                </a:cubicBezTo>
                <a:cubicBezTo>
                  <a:pt x="1231" y="252"/>
                  <a:pt x="1231" y="252"/>
                  <a:pt x="1231" y="252"/>
                </a:cubicBezTo>
                <a:cubicBezTo>
                  <a:pt x="1232" y="253"/>
                  <a:pt x="1232" y="253"/>
                  <a:pt x="1232" y="253"/>
                </a:cubicBezTo>
                <a:cubicBezTo>
                  <a:pt x="1232" y="253"/>
                  <a:pt x="1232" y="253"/>
                  <a:pt x="1232" y="253"/>
                </a:cubicBezTo>
                <a:cubicBezTo>
                  <a:pt x="1233" y="253"/>
                  <a:pt x="1233" y="253"/>
                  <a:pt x="1233" y="253"/>
                </a:cubicBezTo>
                <a:cubicBezTo>
                  <a:pt x="1233" y="253"/>
                  <a:pt x="1233" y="253"/>
                  <a:pt x="1233" y="253"/>
                </a:cubicBezTo>
                <a:cubicBezTo>
                  <a:pt x="1233" y="255"/>
                  <a:pt x="1233" y="255"/>
                  <a:pt x="1233" y="255"/>
                </a:cubicBezTo>
                <a:cubicBezTo>
                  <a:pt x="1233" y="255"/>
                  <a:pt x="1233" y="255"/>
                  <a:pt x="1233" y="255"/>
                </a:cubicBezTo>
                <a:cubicBezTo>
                  <a:pt x="1235" y="256"/>
                  <a:pt x="1235" y="256"/>
                  <a:pt x="1235" y="256"/>
                </a:cubicBezTo>
                <a:cubicBezTo>
                  <a:pt x="1235" y="256"/>
                  <a:pt x="1235" y="256"/>
                  <a:pt x="1235" y="256"/>
                </a:cubicBezTo>
                <a:cubicBezTo>
                  <a:pt x="1235" y="256"/>
                  <a:pt x="1235" y="256"/>
                  <a:pt x="1235" y="256"/>
                </a:cubicBezTo>
                <a:cubicBezTo>
                  <a:pt x="1235" y="256"/>
                  <a:pt x="1235" y="256"/>
                  <a:pt x="1235" y="256"/>
                </a:cubicBezTo>
                <a:cubicBezTo>
                  <a:pt x="1237" y="257"/>
                  <a:pt x="1237" y="257"/>
                  <a:pt x="1237" y="257"/>
                </a:cubicBezTo>
                <a:cubicBezTo>
                  <a:pt x="1237" y="257"/>
                  <a:pt x="1237" y="257"/>
                  <a:pt x="1237" y="257"/>
                </a:cubicBezTo>
                <a:cubicBezTo>
                  <a:pt x="1236" y="263"/>
                  <a:pt x="1236" y="263"/>
                  <a:pt x="1236" y="263"/>
                </a:cubicBezTo>
                <a:cubicBezTo>
                  <a:pt x="1236" y="263"/>
                  <a:pt x="1236" y="263"/>
                  <a:pt x="1236" y="263"/>
                </a:cubicBezTo>
                <a:cubicBezTo>
                  <a:pt x="1234" y="266"/>
                  <a:pt x="1234" y="266"/>
                  <a:pt x="1234" y="266"/>
                </a:cubicBezTo>
                <a:cubicBezTo>
                  <a:pt x="1234" y="266"/>
                  <a:pt x="1234" y="266"/>
                  <a:pt x="1234" y="266"/>
                </a:cubicBezTo>
                <a:cubicBezTo>
                  <a:pt x="1232" y="267"/>
                  <a:pt x="1232" y="267"/>
                  <a:pt x="1232" y="267"/>
                </a:cubicBezTo>
                <a:cubicBezTo>
                  <a:pt x="1232" y="267"/>
                  <a:pt x="1232" y="267"/>
                  <a:pt x="1232" y="267"/>
                </a:cubicBezTo>
                <a:cubicBezTo>
                  <a:pt x="1230" y="269"/>
                  <a:pt x="1230" y="269"/>
                  <a:pt x="1230" y="269"/>
                </a:cubicBezTo>
                <a:cubicBezTo>
                  <a:pt x="1230" y="269"/>
                  <a:pt x="1230" y="269"/>
                  <a:pt x="1230" y="269"/>
                </a:cubicBezTo>
                <a:cubicBezTo>
                  <a:pt x="1229" y="269"/>
                  <a:pt x="1229" y="269"/>
                  <a:pt x="1229" y="269"/>
                </a:cubicBezTo>
                <a:cubicBezTo>
                  <a:pt x="1229" y="269"/>
                  <a:pt x="1229" y="269"/>
                  <a:pt x="1229" y="269"/>
                </a:cubicBezTo>
                <a:cubicBezTo>
                  <a:pt x="1225" y="271"/>
                  <a:pt x="1225" y="271"/>
                  <a:pt x="1225" y="271"/>
                </a:cubicBezTo>
                <a:cubicBezTo>
                  <a:pt x="1225" y="271"/>
                  <a:pt x="1225" y="271"/>
                  <a:pt x="1225" y="271"/>
                </a:cubicBezTo>
                <a:cubicBezTo>
                  <a:pt x="1223" y="272"/>
                  <a:pt x="1223" y="272"/>
                  <a:pt x="1223" y="272"/>
                </a:cubicBezTo>
                <a:cubicBezTo>
                  <a:pt x="1223" y="272"/>
                  <a:pt x="1223" y="272"/>
                  <a:pt x="1223" y="272"/>
                </a:cubicBezTo>
                <a:cubicBezTo>
                  <a:pt x="1221" y="274"/>
                  <a:pt x="1221" y="274"/>
                  <a:pt x="1221" y="274"/>
                </a:cubicBezTo>
                <a:cubicBezTo>
                  <a:pt x="1221" y="274"/>
                  <a:pt x="1221" y="274"/>
                  <a:pt x="1221" y="274"/>
                </a:cubicBezTo>
                <a:cubicBezTo>
                  <a:pt x="1219" y="275"/>
                  <a:pt x="1219" y="275"/>
                  <a:pt x="1219" y="275"/>
                </a:cubicBezTo>
                <a:cubicBezTo>
                  <a:pt x="1219" y="275"/>
                  <a:pt x="1219" y="275"/>
                  <a:pt x="1219" y="275"/>
                </a:cubicBezTo>
                <a:cubicBezTo>
                  <a:pt x="1217" y="278"/>
                  <a:pt x="1217" y="278"/>
                  <a:pt x="1217" y="278"/>
                </a:cubicBezTo>
                <a:cubicBezTo>
                  <a:pt x="1217" y="278"/>
                  <a:pt x="1217" y="278"/>
                  <a:pt x="1217" y="278"/>
                </a:cubicBezTo>
                <a:cubicBezTo>
                  <a:pt x="1218" y="280"/>
                  <a:pt x="1218" y="280"/>
                  <a:pt x="1218" y="280"/>
                </a:cubicBezTo>
                <a:cubicBezTo>
                  <a:pt x="1218" y="280"/>
                  <a:pt x="1218" y="280"/>
                  <a:pt x="1218" y="280"/>
                </a:cubicBezTo>
                <a:cubicBezTo>
                  <a:pt x="1218" y="282"/>
                  <a:pt x="1218" y="282"/>
                  <a:pt x="1218" y="282"/>
                </a:cubicBezTo>
                <a:cubicBezTo>
                  <a:pt x="1218" y="282"/>
                  <a:pt x="1218" y="282"/>
                  <a:pt x="1218" y="282"/>
                </a:cubicBezTo>
                <a:cubicBezTo>
                  <a:pt x="1221" y="282"/>
                  <a:pt x="1221" y="282"/>
                  <a:pt x="1221" y="282"/>
                </a:cubicBezTo>
                <a:cubicBezTo>
                  <a:pt x="1221" y="282"/>
                  <a:pt x="1221" y="282"/>
                  <a:pt x="1221" y="282"/>
                </a:cubicBezTo>
                <a:cubicBezTo>
                  <a:pt x="1222" y="284"/>
                  <a:pt x="1222" y="284"/>
                  <a:pt x="1222" y="284"/>
                </a:cubicBezTo>
                <a:cubicBezTo>
                  <a:pt x="1222" y="284"/>
                  <a:pt x="1222" y="284"/>
                  <a:pt x="1222" y="284"/>
                </a:cubicBezTo>
                <a:cubicBezTo>
                  <a:pt x="1225" y="285"/>
                  <a:pt x="1225" y="285"/>
                  <a:pt x="1225" y="285"/>
                </a:cubicBezTo>
                <a:cubicBezTo>
                  <a:pt x="1225" y="285"/>
                  <a:pt x="1225" y="285"/>
                  <a:pt x="1225" y="285"/>
                </a:cubicBezTo>
                <a:cubicBezTo>
                  <a:pt x="1226" y="286"/>
                  <a:pt x="1226" y="286"/>
                  <a:pt x="1226" y="286"/>
                </a:cubicBezTo>
                <a:cubicBezTo>
                  <a:pt x="1226" y="286"/>
                  <a:pt x="1226" y="286"/>
                  <a:pt x="1226" y="286"/>
                </a:cubicBezTo>
                <a:cubicBezTo>
                  <a:pt x="1230" y="287"/>
                  <a:pt x="1230" y="287"/>
                  <a:pt x="1230" y="287"/>
                </a:cubicBezTo>
                <a:cubicBezTo>
                  <a:pt x="1230" y="287"/>
                  <a:pt x="1230" y="287"/>
                  <a:pt x="1230" y="287"/>
                </a:cubicBezTo>
                <a:cubicBezTo>
                  <a:pt x="1230" y="289"/>
                  <a:pt x="1230" y="289"/>
                  <a:pt x="1230" y="289"/>
                </a:cubicBezTo>
                <a:cubicBezTo>
                  <a:pt x="1230" y="289"/>
                  <a:pt x="1230" y="289"/>
                  <a:pt x="1230" y="289"/>
                </a:cubicBezTo>
                <a:cubicBezTo>
                  <a:pt x="1230" y="290"/>
                  <a:pt x="1230" y="290"/>
                  <a:pt x="1230" y="290"/>
                </a:cubicBezTo>
                <a:cubicBezTo>
                  <a:pt x="1230" y="290"/>
                  <a:pt x="1230" y="290"/>
                  <a:pt x="1230" y="290"/>
                </a:cubicBezTo>
                <a:cubicBezTo>
                  <a:pt x="1230" y="291"/>
                  <a:pt x="1230" y="291"/>
                  <a:pt x="1230" y="291"/>
                </a:cubicBezTo>
                <a:cubicBezTo>
                  <a:pt x="1230" y="291"/>
                  <a:pt x="1230" y="291"/>
                  <a:pt x="1230" y="291"/>
                </a:cubicBezTo>
                <a:cubicBezTo>
                  <a:pt x="1231" y="292"/>
                  <a:pt x="1231" y="292"/>
                  <a:pt x="1231" y="292"/>
                </a:cubicBezTo>
                <a:cubicBezTo>
                  <a:pt x="1231" y="292"/>
                  <a:pt x="1231" y="292"/>
                  <a:pt x="1231" y="292"/>
                </a:cubicBezTo>
                <a:cubicBezTo>
                  <a:pt x="1231" y="294"/>
                  <a:pt x="1231" y="294"/>
                  <a:pt x="1231" y="294"/>
                </a:cubicBezTo>
                <a:cubicBezTo>
                  <a:pt x="1231" y="294"/>
                  <a:pt x="1231" y="294"/>
                  <a:pt x="1231" y="294"/>
                </a:cubicBezTo>
                <a:cubicBezTo>
                  <a:pt x="1231" y="295"/>
                  <a:pt x="1231" y="295"/>
                  <a:pt x="1231" y="295"/>
                </a:cubicBezTo>
                <a:cubicBezTo>
                  <a:pt x="1231" y="295"/>
                  <a:pt x="1231" y="295"/>
                  <a:pt x="1231" y="295"/>
                </a:cubicBezTo>
                <a:cubicBezTo>
                  <a:pt x="1231" y="295"/>
                  <a:pt x="1231" y="295"/>
                  <a:pt x="1231" y="295"/>
                </a:cubicBezTo>
                <a:cubicBezTo>
                  <a:pt x="1231" y="295"/>
                  <a:pt x="1231" y="295"/>
                  <a:pt x="1231" y="295"/>
                </a:cubicBezTo>
                <a:cubicBezTo>
                  <a:pt x="1231" y="296"/>
                  <a:pt x="1231" y="296"/>
                  <a:pt x="1231" y="296"/>
                </a:cubicBezTo>
                <a:cubicBezTo>
                  <a:pt x="1231" y="296"/>
                  <a:pt x="1231" y="296"/>
                  <a:pt x="1231" y="296"/>
                </a:cubicBezTo>
                <a:cubicBezTo>
                  <a:pt x="1225" y="298"/>
                  <a:pt x="1225" y="298"/>
                  <a:pt x="1225" y="298"/>
                </a:cubicBezTo>
                <a:cubicBezTo>
                  <a:pt x="1225" y="298"/>
                  <a:pt x="1225" y="298"/>
                  <a:pt x="1225" y="298"/>
                </a:cubicBezTo>
                <a:cubicBezTo>
                  <a:pt x="1223" y="301"/>
                  <a:pt x="1223" y="301"/>
                  <a:pt x="1223" y="301"/>
                </a:cubicBezTo>
                <a:cubicBezTo>
                  <a:pt x="1223" y="301"/>
                  <a:pt x="1223" y="301"/>
                  <a:pt x="1223" y="301"/>
                </a:cubicBezTo>
                <a:cubicBezTo>
                  <a:pt x="1223" y="302"/>
                  <a:pt x="1223" y="302"/>
                  <a:pt x="1223" y="302"/>
                </a:cubicBezTo>
                <a:cubicBezTo>
                  <a:pt x="1223" y="302"/>
                  <a:pt x="1223" y="302"/>
                  <a:pt x="1223" y="302"/>
                </a:cubicBezTo>
                <a:cubicBezTo>
                  <a:pt x="1225" y="305"/>
                  <a:pt x="1225" y="305"/>
                  <a:pt x="1225" y="305"/>
                </a:cubicBezTo>
                <a:cubicBezTo>
                  <a:pt x="1225" y="305"/>
                  <a:pt x="1225" y="305"/>
                  <a:pt x="1225" y="305"/>
                </a:cubicBezTo>
                <a:cubicBezTo>
                  <a:pt x="1225" y="306"/>
                  <a:pt x="1225" y="306"/>
                  <a:pt x="1225" y="306"/>
                </a:cubicBezTo>
                <a:cubicBezTo>
                  <a:pt x="1225" y="306"/>
                  <a:pt x="1225" y="306"/>
                  <a:pt x="1225" y="306"/>
                </a:cubicBezTo>
                <a:cubicBezTo>
                  <a:pt x="1226" y="309"/>
                  <a:pt x="1226" y="309"/>
                  <a:pt x="1226" y="309"/>
                </a:cubicBezTo>
                <a:cubicBezTo>
                  <a:pt x="1226" y="309"/>
                  <a:pt x="1226" y="309"/>
                  <a:pt x="1226" y="309"/>
                </a:cubicBezTo>
                <a:cubicBezTo>
                  <a:pt x="1227" y="310"/>
                  <a:pt x="1227" y="310"/>
                  <a:pt x="1227" y="310"/>
                </a:cubicBezTo>
                <a:cubicBezTo>
                  <a:pt x="1227" y="310"/>
                  <a:pt x="1227" y="310"/>
                  <a:pt x="1227" y="310"/>
                </a:cubicBezTo>
                <a:cubicBezTo>
                  <a:pt x="1227" y="312"/>
                  <a:pt x="1227" y="312"/>
                  <a:pt x="1227" y="312"/>
                </a:cubicBezTo>
                <a:cubicBezTo>
                  <a:pt x="1227" y="312"/>
                  <a:pt x="1227" y="312"/>
                  <a:pt x="1227" y="312"/>
                </a:cubicBezTo>
                <a:cubicBezTo>
                  <a:pt x="1227" y="313"/>
                  <a:pt x="1227" y="313"/>
                  <a:pt x="1227" y="313"/>
                </a:cubicBezTo>
                <a:cubicBezTo>
                  <a:pt x="1227" y="313"/>
                  <a:pt x="1227" y="313"/>
                  <a:pt x="1227" y="313"/>
                </a:cubicBezTo>
                <a:cubicBezTo>
                  <a:pt x="1225" y="316"/>
                  <a:pt x="1225" y="316"/>
                  <a:pt x="1225" y="316"/>
                </a:cubicBezTo>
                <a:cubicBezTo>
                  <a:pt x="1225" y="316"/>
                  <a:pt x="1225" y="316"/>
                  <a:pt x="1225" y="316"/>
                </a:cubicBezTo>
                <a:cubicBezTo>
                  <a:pt x="1222" y="317"/>
                  <a:pt x="1222" y="317"/>
                  <a:pt x="1222" y="317"/>
                </a:cubicBezTo>
                <a:cubicBezTo>
                  <a:pt x="1222" y="317"/>
                  <a:pt x="1222" y="317"/>
                  <a:pt x="1222" y="317"/>
                </a:cubicBezTo>
                <a:cubicBezTo>
                  <a:pt x="1220" y="318"/>
                  <a:pt x="1220" y="318"/>
                  <a:pt x="1220" y="318"/>
                </a:cubicBezTo>
                <a:cubicBezTo>
                  <a:pt x="1220" y="318"/>
                  <a:pt x="1220" y="318"/>
                  <a:pt x="1220" y="318"/>
                </a:cubicBezTo>
                <a:cubicBezTo>
                  <a:pt x="1218" y="318"/>
                  <a:pt x="1218" y="318"/>
                  <a:pt x="1218" y="318"/>
                </a:cubicBezTo>
                <a:cubicBezTo>
                  <a:pt x="1218" y="318"/>
                  <a:pt x="1218" y="318"/>
                  <a:pt x="1218" y="318"/>
                </a:cubicBezTo>
                <a:cubicBezTo>
                  <a:pt x="1215" y="319"/>
                  <a:pt x="1215" y="319"/>
                  <a:pt x="1215" y="319"/>
                </a:cubicBezTo>
                <a:cubicBezTo>
                  <a:pt x="1215" y="319"/>
                  <a:pt x="1215" y="319"/>
                  <a:pt x="1215" y="319"/>
                </a:cubicBezTo>
                <a:cubicBezTo>
                  <a:pt x="1213" y="320"/>
                  <a:pt x="1213" y="320"/>
                  <a:pt x="1213" y="320"/>
                </a:cubicBezTo>
                <a:cubicBezTo>
                  <a:pt x="1213" y="320"/>
                  <a:pt x="1213" y="320"/>
                  <a:pt x="1213" y="320"/>
                </a:cubicBezTo>
                <a:cubicBezTo>
                  <a:pt x="1210" y="321"/>
                  <a:pt x="1210" y="321"/>
                  <a:pt x="1210" y="321"/>
                </a:cubicBezTo>
                <a:cubicBezTo>
                  <a:pt x="1210" y="321"/>
                  <a:pt x="1210" y="321"/>
                  <a:pt x="1210" y="321"/>
                </a:cubicBezTo>
                <a:cubicBezTo>
                  <a:pt x="1209" y="322"/>
                  <a:pt x="1209" y="322"/>
                  <a:pt x="1209" y="322"/>
                </a:cubicBezTo>
                <a:cubicBezTo>
                  <a:pt x="1209" y="322"/>
                  <a:pt x="1209" y="322"/>
                  <a:pt x="1209" y="322"/>
                </a:cubicBezTo>
                <a:cubicBezTo>
                  <a:pt x="1207" y="406"/>
                  <a:pt x="1207" y="406"/>
                  <a:pt x="1207" y="406"/>
                </a:cubicBezTo>
                <a:cubicBezTo>
                  <a:pt x="1207" y="406"/>
                  <a:pt x="1207" y="406"/>
                  <a:pt x="1207" y="406"/>
                </a:cubicBezTo>
                <a:cubicBezTo>
                  <a:pt x="1199" y="407"/>
                  <a:pt x="1199" y="407"/>
                  <a:pt x="1199" y="407"/>
                </a:cubicBezTo>
                <a:cubicBezTo>
                  <a:pt x="1199" y="407"/>
                  <a:pt x="1199" y="407"/>
                  <a:pt x="1199" y="407"/>
                </a:cubicBezTo>
                <a:cubicBezTo>
                  <a:pt x="1195" y="404"/>
                  <a:pt x="1195" y="404"/>
                  <a:pt x="1195" y="404"/>
                </a:cubicBezTo>
                <a:cubicBezTo>
                  <a:pt x="1195" y="404"/>
                  <a:pt x="1195" y="404"/>
                  <a:pt x="1195" y="404"/>
                </a:cubicBezTo>
                <a:cubicBezTo>
                  <a:pt x="1192" y="400"/>
                  <a:pt x="1192" y="400"/>
                  <a:pt x="1192" y="400"/>
                </a:cubicBezTo>
                <a:cubicBezTo>
                  <a:pt x="1192" y="400"/>
                  <a:pt x="1192" y="400"/>
                  <a:pt x="1192" y="400"/>
                </a:cubicBezTo>
                <a:cubicBezTo>
                  <a:pt x="1187" y="398"/>
                  <a:pt x="1187" y="398"/>
                  <a:pt x="1187" y="398"/>
                </a:cubicBezTo>
                <a:cubicBezTo>
                  <a:pt x="1187" y="398"/>
                  <a:pt x="1187" y="398"/>
                  <a:pt x="1187" y="398"/>
                </a:cubicBezTo>
                <a:cubicBezTo>
                  <a:pt x="1182" y="396"/>
                  <a:pt x="1182" y="396"/>
                  <a:pt x="1182" y="396"/>
                </a:cubicBezTo>
                <a:cubicBezTo>
                  <a:pt x="1182" y="396"/>
                  <a:pt x="1182" y="396"/>
                  <a:pt x="1182" y="396"/>
                </a:cubicBezTo>
                <a:cubicBezTo>
                  <a:pt x="1176" y="396"/>
                  <a:pt x="1176" y="396"/>
                  <a:pt x="1176" y="396"/>
                </a:cubicBezTo>
                <a:cubicBezTo>
                  <a:pt x="1176" y="396"/>
                  <a:pt x="1176" y="396"/>
                  <a:pt x="1176" y="396"/>
                </a:cubicBezTo>
                <a:cubicBezTo>
                  <a:pt x="1171" y="394"/>
                  <a:pt x="1171" y="394"/>
                  <a:pt x="1171" y="394"/>
                </a:cubicBezTo>
                <a:cubicBezTo>
                  <a:pt x="1171" y="394"/>
                  <a:pt x="1171" y="394"/>
                  <a:pt x="1171" y="394"/>
                </a:cubicBezTo>
                <a:cubicBezTo>
                  <a:pt x="1166" y="392"/>
                  <a:pt x="1166" y="392"/>
                  <a:pt x="1166" y="392"/>
                </a:cubicBezTo>
                <a:cubicBezTo>
                  <a:pt x="1166" y="392"/>
                  <a:pt x="1166" y="392"/>
                  <a:pt x="1166" y="392"/>
                </a:cubicBezTo>
                <a:cubicBezTo>
                  <a:pt x="1161" y="389"/>
                  <a:pt x="1161" y="389"/>
                  <a:pt x="1161" y="389"/>
                </a:cubicBezTo>
                <a:cubicBezTo>
                  <a:pt x="1161" y="389"/>
                  <a:pt x="1161" y="389"/>
                  <a:pt x="1161" y="389"/>
                </a:cubicBezTo>
                <a:cubicBezTo>
                  <a:pt x="1155" y="390"/>
                  <a:pt x="1155" y="390"/>
                  <a:pt x="1155" y="390"/>
                </a:cubicBezTo>
                <a:cubicBezTo>
                  <a:pt x="1155" y="390"/>
                  <a:pt x="1155" y="390"/>
                  <a:pt x="1155" y="390"/>
                </a:cubicBezTo>
                <a:cubicBezTo>
                  <a:pt x="1132" y="409"/>
                  <a:pt x="1132" y="409"/>
                  <a:pt x="1132" y="409"/>
                </a:cubicBezTo>
                <a:cubicBezTo>
                  <a:pt x="1132" y="409"/>
                  <a:pt x="1132" y="409"/>
                  <a:pt x="1132" y="409"/>
                </a:cubicBezTo>
                <a:cubicBezTo>
                  <a:pt x="1124" y="414"/>
                  <a:pt x="1124" y="414"/>
                  <a:pt x="1124" y="414"/>
                </a:cubicBezTo>
                <a:cubicBezTo>
                  <a:pt x="1124" y="414"/>
                  <a:pt x="1124" y="414"/>
                  <a:pt x="1124" y="414"/>
                </a:cubicBezTo>
                <a:cubicBezTo>
                  <a:pt x="1120" y="420"/>
                  <a:pt x="1120" y="420"/>
                  <a:pt x="1120" y="420"/>
                </a:cubicBezTo>
                <a:cubicBezTo>
                  <a:pt x="1120" y="420"/>
                  <a:pt x="1120" y="420"/>
                  <a:pt x="1120" y="420"/>
                </a:cubicBezTo>
                <a:cubicBezTo>
                  <a:pt x="1117" y="426"/>
                  <a:pt x="1117" y="426"/>
                  <a:pt x="1117" y="426"/>
                </a:cubicBezTo>
                <a:cubicBezTo>
                  <a:pt x="1117" y="426"/>
                  <a:pt x="1117" y="426"/>
                  <a:pt x="1117" y="426"/>
                </a:cubicBezTo>
                <a:cubicBezTo>
                  <a:pt x="1114" y="432"/>
                  <a:pt x="1114" y="432"/>
                  <a:pt x="1114" y="432"/>
                </a:cubicBezTo>
                <a:cubicBezTo>
                  <a:pt x="1114" y="432"/>
                  <a:pt x="1114" y="432"/>
                  <a:pt x="1114" y="432"/>
                </a:cubicBezTo>
                <a:cubicBezTo>
                  <a:pt x="1110" y="439"/>
                  <a:pt x="1110" y="439"/>
                  <a:pt x="1110" y="439"/>
                </a:cubicBezTo>
                <a:cubicBezTo>
                  <a:pt x="1110" y="439"/>
                  <a:pt x="1110" y="439"/>
                  <a:pt x="1110" y="439"/>
                </a:cubicBezTo>
                <a:cubicBezTo>
                  <a:pt x="1106" y="445"/>
                  <a:pt x="1106" y="445"/>
                  <a:pt x="1106" y="445"/>
                </a:cubicBezTo>
                <a:cubicBezTo>
                  <a:pt x="1106" y="445"/>
                  <a:pt x="1106" y="445"/>
                  <a:pt x="1106" y="445"/>
                </a:cubicBezTo>
                <a:cubicBezTo>
                  <a:pt x="1101" y="451"/>
                  <a:pt x="1101" y="451"/>
                  <a:pt x="1101" y="451"/>
                </a:cubicBezTo>
                <a:cubicBezTo>
                  <a:pt x="1101" y="451"/>
                  <a:pt x="1101" y="451"/>
                  <a:pt x="1101" y="451"/>
                </a:cubicBezTo>
                <a:cubicBezTo>
                  <a:pt x="1096" y="454"/>
                  <a:pt x="1096" y="454"/>
                  <a:pt x="1096" y="454"/>
                </a:cubicBezTo>
                <a:lnTo>
                  <a:pt x="1093" y="454"/>
                </a:lnTo>
                <a:close/>
                <a:moveTo>
                  <a:pt x="425" y="424"/>
                </a:moveTo>
                <a:cubicBezTo>
                  <a:pt x="422" y="424"/>
                  <a:pt x="422" y="424"/>
                  <a:pt x="422" y="424"/>
                </a:cubicBezTo>
                <a:cubicBezTo>
                  <a:pt x="422" y="424"/>
                  <a:pt x="422" y="424"/>
                  <a:pt x="422" y="424"/>
                </a:cubicBezTo>
                <a:cubicBezTo>
                  <a:pt x="421" y="424"/>
                  <a:pt x="421" y="424"/>
                  <a:pt x="421" y="424"/>
                </a:cubicBezTo>
                <a:cubicBezTo>
                  <a:pt x="421" y="424"/>
                  <a:pt x="421" y="424"/>
                  <a:pt x="421" y="424"/>
                </a:cubicBezTo>
                <a:cubicBezTo>
                  <a:pt x="419" y="424"/>
                  <a:pt x="419" y="424"/>
                  <a:pt x="419" y="424"/>
                </a:cubicBezTo>
                <a:cubicBezTo>
                  <a:pt x="419" y="424"/>
                  <a:pt x="419" y="424"/>
                  <a:pt x="419" y="424"/>
                </a:cubicBezTo>
                <a:cubicBezTo>
                  <a:pt x="418" y="423"/>
                  <a:pt x="418" y="423"/>
                  <a:pt x="418" y="423"/>
                </a:cubicBezTo>
                <a:cubicBezTo>
                  <a:pt x="418" y="423"/>
                  <a:pt x="418" y="423"/>
                  <a:pt x="418" y="423"/>
                </a:cubicBezTo>
                <a:cubicBezTo>
                  <a:pt x="416" y="423"/>
                  <a:pt x="416" y="423"/>
                  <a:pt x="416" y="423"/>
                </a:cubicBezTo>
                <a:cubicBezTo>
                  <a:pt x="416" y="423"/>
                  <a:pt x="416" y="423"/>
                  <a:pt x="416" y="423"/>
                </a:cubicBezTo>
                <a:cubicBezTo>
                  <a:pt x="415" y="421"/>
                  <a:pt x="415" y="421"/>
                  <a:pt x="415" y="421"/>
                </a:cubicBezTo>
                <a:cubicBezTo>
                  <a:pt x="415" y="421"/>
                  <a:pt x="415" y="421"/>
                  <a:pt x="415" y="421"/>
                </a:cubicBezTo>
                <a:cubicBezTo>
                  <a:pt x="413" y="420"/>
                  <a:pt x="413" y="420"/>
                  <a:pt x="413" y="420"/>
                </a:cubicBezTo>
                <a:cubicBezTo>
                  <a:pt x="413" y="420"/>
                  <a:pt x="413" y="420"/>
                  <a:pt x="413" y="420"/>
                </a:cubicBezTo>
                <a:cubicBezTo>
                  <a:pt x="412" y="418"/>
                  <a:pt x="412" y="418"/>
                  <a:pt x="412" y="418"/>
                </a:cubicBezTo>
                <a:cubicBezTo>
                  <a:pt x="412" y="418"/>
                  <a:pt x="412" y="418"/>
                  <a:pt x="412" y="418"/>
                </a:cubicBezTo>
                <a:cubicBezTo>
                  <a:pt x="411" y="417"/>
                  <a:pt x="411" y="417"/>
                  <a:pt x="411" y="417"/>
                </a:cubicBezTo>
                <a:cubicBezTo>
                  <a:pt x="411" y="417"/>
                  <a:pt x="411" y="417"/>
                  <a:pt x="411" y="417"/>
                </a:cubicBezTo>
                <a:cubicBezTo>
                  <a:pt x="410" y="416"/>
                  <a:pt x="410" y="416"/>
                  <a:pt x="410" y="416"/>
                </a:cubicBezTo>
                <a:cubicBezTo>
                  <a:pt x="410" y="416"/>
                  <a:pt x="410" y="416"/>
                  <a:pt x="410" y="416"/>
                </a:cubicBezTo>
                <a:cubicBezTo>
                  <a:pt x="409" y="415"/>
                  <a:pt x="409" y="415"/>
                  <a:pt x="409" y="415"/>
                </a:cubicBezTo>
                <a:cubicBezTo>
                  <a:pt x="409" y="415"/>
                  <a:pt x="409" y="415"/>
                  <a:pt x="409" y="415"/>
                </a:cubicBezTo>
                <a:cubicBezTo>
                  <a:pt x="409" y="414"/>
                  <a:pt x="409" y="414"/>
                  <a:pt x="409" y="414"/>
                </a:cubicBezTo>
                <a:cubicBezTo>
                  <a:pt x="409" y="414"/>
                  <a:pt x="409" y="414"/>
                  <a:pt x="409" y="414"/>
                </a:cubicBezTo>
                <a:cubicBezTo>
                  <a:pt x="406" y="413"/>
                  <a:pt x="406" y="413"/>
                  <a:pt x="406" y="413"/>
                </a:cubicBezTo>
                <a:cubicBezTo>
                  <a:pt x="406" y="413"/>
                  <a:pt x="406" y="413"/>
                  <a:pt x="406" y="413"/>
                </a:cubicBezTo>
                <a:cubicBezTo>
                  <a:pt x="405" y="412"/>
                  <a:pt x="405" y="412"/>
                  <a:pt x="405" y="412"/>
                </a:cubicBezTo>
                <a:cubicBezTo>
                  <a:pt x="405" y="412"/>
                  <a:pt x="405" y="412"/>
                  <a:pt x="405" y="412"/>
                </a:cubicBezTo>
                <a:cubicBezTo>
                  <a:pt x="404" y="411"/>
                  <a:pt x="404" y="411"/>
                  <a:pt x="404" y="411"/>
                </a:cubicBezTo>
                <a:cubicBezTo>
                  <a:pt x="404" y="411"/>
                  <a:pt x="404" y="411"/>
                  <a:pt x="404" y="411"/>
                </a:cubicBezTo>
                <a:cubicBezTo>
                  <a:pt x="403" y="410"/>
                  <a:pt x="403" y="410"/>
                  <a:pt x="403" y="410"/>
                </a:cubicBezTo>
                <a:cubicBezTo>
                  <a:pt x="403" y="410"/>
                  <a:pt x="403" y="410"/>
                  <a:pt x="403" y="410"/>
                </a:cubicBezTo>
                <a:cubicBezTo>
                  <a:pt x="402" y="410"/>
                  <a:pt x="402" y="410"/>
                  <a:pt x="402" y="410"/>
                </a:cubicBezTo>
                <a:cubicBezTo>
                  <a:pt x="402" y="410"/>
                  <a:pt x="402" y="410"/>
                  <a:pt x="402" y="410"/>
                </a:cubicBezTo>
                <a:cubicBezTo>
                  <a:pt x="402" y="410"/>
                  <a:pt x="402" y="410"/>
                  <a:pt x="402" y="410"/>
                </a:cubicBezTo>
                <a:cubicBezTo>
                  <a:pt x="402" y="410"/>
                  <a:pt x="402" y="410"/>
                  <a:pt x="402" y="410"/>
                </a:cubicBezTo>
                <a:cubicBezTo>
                  <a:pt x="401" y="409"/>
                  <a:pt x="401" y="409"/>
                  <a:pt x="401" y="409"/>
                </a:cubicBezTo>
                <a:cubicBezTo>
                  <a:pt x="401" y="409"/>
                  <a:pt x="401" y="409"/>
                  <a:pt x="401" y="409"/>
                </a:cubicBezTo>
                <a:cubicBezTo>
                  <a:pt x="401" y="408"/>
                  <a:pt x="401" y="408"/>
                  <a:pt x="401" y="408"/>
                </a:cubicBezTo>
                <a:cubicBezTo>
                  <a:pt x="401" y="408"/>
                  <a:pt x="401" y="408"/>
                  <a:pt x="401" y="408"/>
                </a:cubicBezTo>
                <a:cubicBezTo>
                  <a:pt x="400" y="408"/>
                  <a:pt x="400" y="408"/>
                  <a:pt x="400" y="408"/>
                </a:cubicBezTo>
                <a:cubicBezTo>
                  <a:pt x="400" y="408"/>
                  <a:pt x="400" y="408"/>
                  <a:pt x="400" y="408"/>
                </a:cubicBezTo>
                <a:cubicBezTo>
                  <a:pt x="400" y="407"/>
                  <a:pt x="400" y="407"/>
                  <a:pt x="400" y="407"/>
                </a:cubicBezTo>
                <a:cubicBezTo>
                  <a:pt x="400" y="407"/>
                  <a:pt x="400" y="407"/>
                  <a:pt x="400" y="407"/>
                </a:cubicBezTo>
                <a:cubicBezTo>
                  <a:pt x="400" y="406"/>
                  <a:pt x="400" y="406"/>
                  <a:pt x="400" y="406"/>
                </a:cubicBezTo>
                <a:cubicBezTo>
                  <a:pt x="400" y="406"/>
                  <a:pt x="400" y="406"/>
                  <a:pt x="400" y="406"/>
                </a:cubicBezTo>
                <a:cubicBezTo>
                  <a:pt x="400" y="404"/>
                  <a:pt x="400" y="404"/>
                  <a:pt x="400" y="404"/>
                </a:cubicBezTo>
                <a:cubicBezTo>
                  <a:pt x="400" y="404"/>
                  <a:pt x="400" y="404"/>
                  <a:pt x="400" y="404"/>
                </a:cubicBezTo>
                <a:cubicBezTo>
                  <a:pt x="402" y="397"/>
                  <a:pt x="402" y="397"/>
                  <a:pt x="402" y="397"/>
                </a:cubicBezTo>
                <a:cubicBezTo>
                  <a:pt x="402" y="397"/>
                  <a:pt x="402" y="397"/>
                  <a:pt x="402" y="397"/>
                </a:cubicBezTo>
                <a:cubicBezTo>
                  <a:pt x="406" y="400"/>
                  <a:pt x="406" y="400"/>
                  <a:pt x="406" y="400"/>
                </a:cubicBezTo>
                <a:cubicBezTo>
                  <a:pt x="406" y="400"/>
                  <a:pt x="406" y="400"/>
                  <a:pt x="406" y="400"/>
                </a:cubicBezTo>
                <a:cubicBezTo>
                  <a:pt x="412" y="401"/>
                  <a:pt x="412" y="401"/>
                  <a:pt x="412" y="401"/>
                </a:cubicBezTo>
                <a:cubicBezTo>
                  <a:pt x="412" y="401"/>
                  <a:pt x="412" y="401"/>
                  <a:pt x="412" y="401"/>
                </a:cubicBezTo>
                <a:cubicBezTo>
                  <a:pt x="417" y="401"/>
                  <a:pt x="417" y="401"/>
                  <a:pt x="417" y="401"/>
                </a:cubicBezTo>
                <a:cubicBezTo>
                  <a:pt x="417" y="401"/>
                  <a:pt x="417" y="401"/>
                  <a:pt x="417" y="401"/>
                </a:cubicBezTo>
                <a:cubicBezTo>
                  <a:pt x="422" y="399"/>
                  <a:pt x="422" y="399"/>
                  <a:pt x="422" y="399"/>
                </a:cubicBezTo>
                <a:cubicBezTo>
                  <a:pt x="422" y="399"/>
                  <a:pt x="422" y="399"/>
                  <a:pt x="422" y="399"/>
                </a:cubicBezTo>
                <a:cubicBezTo>
                  <a:pt x="428" y="398"/>
                  <a:pt x="428" y="398"/>
                  <a:pt x="428" y="398"/>
                </a:cubicBezTo>
                <a:cubicBezTo>
                  <a:pt x="428" y="398"/>
                  <a:pt x="428" y="398"/>
                  <a:pt x="428" y="398"/>
                </a:cubicBezTo>
                <a:cubicBezTo>
                  <a:pt x="433" y="396"/>
                  <a:pt x="433" y="396"/>
                  <a:pt x="433" y="396"/>
                </a:cubicBezTo>
                <a:cubicBezTo>
                  <a:pt x="433" y="396"/>
                  <a:pt x="433" y="396"/>
                  <a:pt x="433" y="396"/>
                </a:cubicBezTo>
                <a:cubicBezTo>
                  <a:pt x="438" y="395"/>
                  <a:pt x="438" y="395"/>
                  <a:pt x="438" y="395"/>
                </a:cubicBezTo>
                <a:cubicBezTo>
                  <a:pt x="438" y="395"/>
                  <a:pt x="438" y="395"/>
                  <a:pt x="438" y="395"/>
                </a:cubicBezTo>
                <a:cubicBezTo>
                  <a:pt x="443" y="392"/>
                  <a:pt x="443" y="392"/>
                  <a:pt x="443" y="392"/>
                </a:cubicBezTo>
                <a:cubicBezTo>
                  <a:pt x="443" y="392"/>
                  <a:pt x="443" y="392"/>
                  <a:pt x="443" y="392"/>
                </a:cubicBezTo>
                <a:cubicBezTo>
                  <a:pt x="448" y="389"/>
                  <a:pt x="448" y="389"/>
                  <a:pt x="448" y="389"/>
                </a:cubicBezTo>
                <a:cubicBezTo>
                  <a:pt x="448" y="389"/>
                  <a:pt x="448" y="389"/>
                  <a:pt x="448" y="389"/>
                </a:cubicBezTo>
                <a:cubicBezTo>
                  <a:pt x="454" y="385"/>
                  <a:pt x="454" y="385"/>
                  <a:pt x="454" y="385"/>
                </a:cubicBezTo>
                <a:cubicBezTo>
                  <a:pt x="454" y="385"/>
                  <a:pt x="454" y="385"/>
                  <a:pt x="454" y="385"/>
                </a:cubicBezTo>
                <a:cubicBezTo>
                  <a:pt x="459" y="381"/>
                  <a:pt x="459" y="381"/>
                  <a:pt x="459" y="381"/>
                </a:cubicBezTo>
                <a:cubicBezTo>
                  <a:pt x="459" y="381"/>
                  <a:pt x="459" y="381"/>
                  <a:pt x="459" y="381"/>
                </a:cubicBezTo>
                <a:cubicBezTo>
                  <a:pt x="464" y="377"/>
                  <a:pt x="464" y="377"/>
                  <a:pt x="464" y="377"/>
                </a:cubicBezTo>
                <a:cubicBezTo>
                  <a:pt x="464" y="377"/>
                  <a:pt x="464" y="377"/>
                  <a:pt x="464" y="377"/>
                </a:cubicBezTo>
                <a:cubicBezTo>
                  <a:pt x="468" y="372"/>
                  <a:pt x="468" y="372"/>
                  <a:pt x="468" y="372"/>
                </a:cubicBezTo>
                <a:cubicBezTo>
                  <a:pt x="468" y="372"/>
                  <a:pt x="468" y="372"/>
                  <a:pt x="468" y="372"/>
                </a:cubicBezTo>
                <a:cubicBezTo>
                  <a:pt x="474" y="367"/>
                  <a:pt x="474" y="367"/>
                  <a:pt x="474" y="367"/>
                </a:cubicBezTo>
                <a:cubicBezTo>
                  <a:pt x="474" y="367"/>
                  <a:pt x="474" y="367"/>
                  <a:pt x="474" y="367"/>
                </a:cubicBezTo>
                <a:cubicBezTo>
                  <a:pt x="478" y="363"/>
                  <a:pt x="478" y="363"/>
                  <a:pt x="478" y="363"/>
                </a:cubicBezTo>
                <a:cubicBezTo>
                  <a:pt x="478" y="363"/>
                  <a:pt x="478" y="363"/>
                  <a:pt x="478" y="363"/>
                </a:cubicBezTo>
                <a:cubicBezTo>
                  <a:pt x="483" y="357"/>
                  <a:pt x="483" y="357"/>
                  <a:pt x="483" y="357"/>
                </a:cubicBezTo>
                <a:cubicBezTo>
                  <a:pt x="483" y="357"/>
                  <a:pt x="483" y="357"/>
                  <a:pt x="483" y="357"/>
                </a:cubicBezTo>
                <a:cubicBezTo>
                  <a:pt x="486" y="359"/>
                  <a:pt x="486" y="359"/>
                  <a:pt x="486" y="359"/>
                </a:cubicBezTo>
                <a:cubicBezTo>
                  <a:pt x="486" y="359"/>
                  <a:pt x="486" y="359"/>
                  <a:pt x="486" y="359"/>
                </a:cubicBezTo>
                <a:cubicBezTo>
                  <a:pt x="481" y="367"/>
                  <a:pt x="481" y="367"/>
                  <a:pt x="481" y="367"/>
                </a:cubicBezTo>
                <a:cubicBezTo>
                  <a:pt x="481" y="367"/>
                  <a:pt x="481" y="367"/>
                  <a:pt x="481" y="367"/>
                </a:cubicBezTo>
                <a:cubicBezTo>
                  <a:pt x="476" y="374"/>
                  <a:pt x="476" y="374"/>
                  <a:pt x="476" y="374"/>
                </a:cubicBezTo>
                <a:cubicBezTo>
                  <a:pt x="476" y="374"/>
                  <a:pt x="476" y="374"/>
                  <a:pt x="476" y="374"/>
                </a:cubicBezTo>
                <a:cubicBezTo>
                  <a:pt x="470" y="381"/>
                  <a:pt x="470" y="381"/>
                  <a:pt x="470" y="381"/>
                </a:cubicBezTo>
                <a:cubicBezTo>
                  <a:pt x="470" y="381"/>
                  <a:pt x="470" y="381"/>
                  <a:pt x="470" y="381"/>
                </a:cubicBezTo>
                <a:cubicBezTo>
                  <a:pt x="463" y="388"/>
                  <a:pt x="463" y="388"/>
                  <a:pt x="463" y="388"/>
                </a:cubicBezTo>
                <a:cubicBezTo>
                  <a:pt x="463" y="388"/>
                  <a:pt x="463" y="388"/>
                  <a:pt x="463" y="388"/>
                </a:cubicBezTo>
                <a:cubicBezTo>
                  <a:pt x="457" y="396"/>
                  <a:pt x="457" y="396"/>
                  <a:pt x="457" y="396"/>
                </a:cubicBezTo>
                <a:cubicBezTo>
                  <a:pt x="457" y="396"/>
                  <a:pt x="457" y="396"/>
                  <a:pt x="457" y="396"/>
                </a:cubicBezTo>
                <a:cubicBezTo>
                  <a:pt x="451" y="403"/>
                  <a:pt x="451" y="403"/>
                  <a:pt x="451" y="403"/>
                </a:cubicBezTo>
                <a:cubicBezTo>
                  <a:pt x="451" y="403"/>
                  <a:pt x="451" y="403"/>
                  <a:pt x="451" y="403"/>
                </a:cubicBezTo>
                <a:cubicBezTo>
                  <a:pt x="444" y="411"/>
                  <a:pt x="444" y="411"/>
                  <a:pt x="444" y="411"/>
                </a:cubicBezTo>
                <a:cubicBezTo>
                  <a:pt x="444" y="411"/>
                  <a:pt x="444" y="411"/>
                  <a:pt x="444" y="411"/>
                </a:cubicBezTo>
                <a:cubicBezTo>
                  <a:pt x="441" y="419"/>
                  <a:pt x="441" y="419"/>
                  <a:pt x="441" y="419"/>
                </a:cubicBezTo>
                <a:cubicBezTo>
                  <a:pt x="441" y="419"/>
                  <a:pt x="441" y="419"/>
                  <a:pt x="441" y="419"/>
                </a:cubicBezTo>
                <a:cubicBezTo>
                  <a:pt x="438" y="420"/>
                  <a:pt x="438" y="420"/>
                  <a:pt x="438" y="420"/>
                </a:cubicBezTo>
                <a:cubicBezTo>
                  <a:pt x="438" y="420"/>
                  <a:pt x="438" y="420"/>
                  <a:pt x="438" y="420"/>
                </a:cubicBezTo>
                <a:cubicBezTo>
                  <a:pt x="436" y="421"/>
                  <a:pt x="436" y="421"/>
                  <a:pt x="436" y="421"/>
                </a:cubicBezTo>
                <a:cubicBezTo>
                  <a:pt x="436" y="421"/>
                  <a:pt x="436" y="421"/>
                  <a:pt x="436" y="421"/>
                </a:cubicBezTo>
                <a:cubicBezTo>
                  <a:pt x="434" y="422"/>
                  <a:pt x="434" y="422"/>
                  <a:pt x="434" y="422"/>
                </a:cubicBezTo>
                <a:cubicBezTo>
                  <a:pt x="434" y="422"/>
                  <a:pt x="434" y="422"/>
                  <a:pt x="434" y="422"/>
                </a:cubicBezTo>
                <a:cubicBezTo>
                  <a:pt x="433" y="422"/>
                  <a:pt x="433" y="422"/>
                  <a:pt x="433" y="422"/>
                </a:cubicBezTo>
                <a:cubicBezTo>
                  <a:pt x="433" y="422"/>
                  <a:pt x="433" y="422"/>
                  <a:pt x="433" y="422"/>
                </a:cubicBezTo>
                <a:cubicBezTo>
                  <a:pt x="431" y="423"/>
                  <a:pt x="431" y="423"/>
                  <a:pt x="431" y="423"/>
                </a:cubicBezTo>
                <a:cubicBezTo>
                  <a:pt x="431" y="423"/>
                  <a:pt x="431" y="423"/>
                  <a:pt x="431" y="423"/>
                </a:cubicBezTo>
                <a:cubicBezTo>
                  <a:pt x="429" y="424"/>
                  <a:pt x="429" y="424"/>
                  <a:pt x="429" y="424"/>
                </a:cubicBezTo>
                <a:cubicBezTo>
                  <a:pt x="429" y="424"/>
                  <a:pt x="429" y="424"/>
                  <a:pt x="429" y="424"/>
                </a:cubicBezTo>
                <a:cubicBezTo>
                  <a:pt x="426" y="424"/>
                  <a:pt x="426" y="424"/>
                  <a:pt x="426" y="424"/>
                </a:cubicBezTo>
                <a:cubicBezTo>
                  <a:pt x="426" y="424"/>
                  <a:pt x="426" y="424"/>
                  <a:pt x="426" y="424"/>
                </a:cubicBezTo>
                <a:cubicBezTo>
                  <a:pt x="425" y="424"/>
                  <a:pt x="425" y="424"/>
                  <a:pt x="425" y="424"/>
                </a:cubicBezTo>
                <a:close/>
                <a:moveTo>
                  <a:pt x="1686" y="419"/>
                </a:moveTo>
                <a:cubicBezTo>
                  <a:pt x="1683" y="419"/>
                  <a:pt x="1683" y="419"/>
                  <a:pt x="1683" y="419"/>
                </a:cubicBezTo>
                <a:cubicBezTo>
                  <a:pt x="1683" y="419"/>
                  <a:pt x="1683" y="419"/>
                  <a:pt x="1683" y="419"/>
                </a:cubicBezTo>
                <a:cubicBezTo>
                  <a:pt x="1681" y="418"/>
                  <a:pt x="1681" y="418"/>
                  <a:pt x="1681" y="418"/>
                </a:cubicBezTo>
                <a:cubicBezTo>
                  <a:pt x="1681" y="418"/>
                  <a:pt x="1681" y="418"/>
                  <a:pt x="1681" y="418"/>
                </a:cubicBezTo>
                <a:cubicBezTo>
                  <a:pt x="1678" y="417"/>
                  <a:pt x="1678" y="417"/>
                  <a:pt x="1678" y="417"/>
                </a:cubicBezTo>
                <a:cubicBezTo>
                  <a:pt x="1678" y="417"/>
                  <a:pt x="1678" y="417"/>
                  <a:pt x="1678" y="417"/>
                </a:cubicBezTo>
                <a:cubicBezTo>
                  <a:pt x="1677" y="415"/>
                  <a:pt x="1677" y="415"/>
                  <a:pt x="1677" y="415"/>
                </a:cubicBezTo>
                <a:cubicBezTo>
                  <a:pt x="1677" y="415"/>
                  <a:pt x="1677" y="415"/>
                  <a:pt x="1677" y="415"/>
                </a:cubicBezTo>
                <a:cubicBezTo>
                  <a:pt x="1673" y="414"/>
                  <a:pt x="1673" y="414"/>
                  <a:pt x="1673" y="414"/>
                </a:cubicBezTo>
                <a:cubicBezTo>
                  <a:pt x="1673" y="414"/>
                  <a:pt x="1673" y="414"/>
                  <a:pt x="1673" y="414"/>
                </a:cubicBezTo>
                <a:cubicBezTo>
                  <a:pt x="1671" y="412"/>
                  <a:pt x="1671" y="412"/>
                  <a:pt x="1671" y="412"/>
                </a:cubicBezTo>
                <a:cubicBezTo>
                  <a:pt x="1671" y="412"/>
                  <a:pt x="1671" y="412"/>
                  <a:pt x="1671" y="412"/>
                </a:cubicBezTo>
                <a:cubicBezTo>
                  <a:pt x="1668" y="411"/>
                  <a:pt x="1668" y="411"/>
                  <a:pt x="1668" y="411"/>
                </a:cubicBezTo>
                <a:cubicBezTo>
                  <a:pt x="1668" y="411"/>
                  <a:pt x="1668" y="411"/>
                  <a:pt x="1668" y="411"/>
                </a:cubicBezTo>
                <a:cubicBezTo>
                  <a:pt x="1665" y="410"/>
                  <a:pt x="1665" y="410"/>
                  <a:pt x="1665" y="410"/>
                </a:cubicBezTo>
                <a:cubicBezTo>
                  <a:pt x="1665" y="410"/>
                  <a:pt x="1665" y="410"/>
                  <a:pt x="1665" y="410"/>
                </a:cubicBezTo>
                <a:cubicBezTo>
                  <a:pt x="1662" y="349"/>
                  <a:pt x="1662" y="349"/>
                  <a:pt x="1662" y="349"/>
                </a:cubicBezTo>
                <a:cubicBezTo>
                  <a:pt x="1662" y="349"/>
                  <a:pt x="1662" y="349"/>
                  <a:pt x="1662" y="349"/>
                </a:cubicBezTo>
                <a:cubicBezTo>
                  <a:pt x="1662" y="349"/>
                  <a:pt x="1662" y="349"/>
                  <a:pt x="1662" y="349"/>
                </a:cubicBezTo>
                <a:cubicBezTo>
                  <a:pt x="1662" y="349"/>
                  <a:pt x="1662" y="349"/>
                  <a:pt x="1662" y="349"/>
                </a:cubicBezTo>
                <a:cubicBezTo>
                  <a:pt x="1662" y="348"/>
                  <a:pt x="1662" y="348"/>
                  <a:pt x="1662" y="348"/>
                </a:cubicBezTo>
                <a:cubicBezTo>
                  <a:pt x="1662" y="348"/>
                  <a:pt x="1662" y="348"/>
                  <a:pt x="1662" y="348"/>
                </a:cubicBezTo>
                <a:cubicBezTo>
                  <a:pt x="1663" y="348"/>
                  <a:pt x="1663" y="348"/>
                  <a:pt x="1663" y="348"/>
                </a:cubicBezTo>
                <a:cubicBezTo>
                  <a:pt x="1663" y="348"/>
                  <a:pt x="1663" y="348"/>
                  <a:pt x="1663" y="348"/>
                </a:cubicBezTo>
                <a:cubicBezTo>
                  <a:pt x="1665" y="347"/>
                  <a:pt x="1665" y="347"/>
                  <a:pt x="1665" y="347"/>
                </a:cubicBezTo>
                <a:cubicBezTo>
                  <a:pt x="1665" y="347"/>
                  <a:pt x="1665" y="347"/>
                  <a:pt x="1665" y="347"/>
                </a:cubicBezTo>
                <a:cubicBezTo>
                  <a:pt x="1666" y="348"/>
                  <a:pt x="1666" y="348"/>
                  <a:pt x="1666" y="348"/>
                </a:cubicBezTo>
                <a:cubicBezTo>
                  <a:pt x="1666" y="348"/>
                  <a:pt x="1666" y="348"/>
                  <a:pt x="1666" y="348"/>
                </a:cubicBezTo>
                <a:cubicBezTo>
                  <a:pt x="1668" y="348"/>
                  <a:pt x="1668" y="348"/>
                  <a:pt x="1668" y="348"/>
                </a:cubicBezTo>
                <a:cubicBezTo>
                  <a:pt x="1668" y="348"/>
                  <a:pt x="1668" y="348"/>
                  <a:pt x="1668" y="348"/>
                </a:cubicBezTo>
                <a:cubicBezTo>
                  <a:pt x="1669" y="348"/>
                  <a:pt x="1669" y="348"/>
                  <a:pt x="1669" y="348"/>
                </a:cubicBezTo>
                <a:cubicBezTo>
                  <a:pt x="1669" y="348"/>
                  <a:pt x="1669" y="348"/>
                  <a:pt x="1669" y="348"/>
                </a:cubicBezTo>
                <a:cubicBezTo>
                  <a:pt x="1671" y="348"/>
                  <a:pt x="1671" y="348"/>
                  <a:pt x="1671" y="348"/>
                </a:cubicBezTo>
                <a:cubicBezTo>
                  <a:pt x="1671" y="348"/>
                  <a:pt x="1671" y="348"/>
                  <a:pt x="1671" y="348"/>
                </a:cubicBezTo>
                <a:cubicBezTo>
                  <a:pt x="1673" y="357"/>
                  <a:pt x="1673" y="357"/>
                  <a:pt x="1673" y="357"/>
                </a:cubicBezTo>
                <a:cubicBezTo>
                  <a:pt x="1673" y="357"/>
                  <a:pt x="1673" y="357"/>
                  <a:pt x="1673" y="357"/>
                </a:cubicBezTo>
                <a:cubicBezTo>
                  <a:pt x="1679" y="366"/>
                  <a:pt x="1679" y="366"/>
                  <a:pt x="1679" y="366"/>
                </a:cubicBezTo>
                <a:cubicBezTo>
                  <a:pt x="1679" y="366"/>
                  <a:pt x="1679" y="366"/>
                  <a:pt x="1679" y="366"/>
                </a:cubicBezTo>
                <a:cubicBezTo>
                  <a:pt x="1684" y="374"/>
                  <a:pt x="1684" y="374"/>
                  <a:pt x="1684" y="374"/>
                </a:cubicBezTo>
                <a:cubicBezTo>
                  <a:pt x="1684" y="374"/>
                  <a:pt x="1684" y="374"/>
                  <a:pt x="1684" y="374"/>
                </a:cubicBezTo>
                <a:cubicBezTo>
                  <a:pt x="1689" y="382"/>
                  <a:pt x="1689" y="382"/>
                  <a:pt x="1689" y="382"/>
                </a:cubicBezTo>
                <a:cubicBezTo>
                  <a:pt x="1689" y="382"/>
                  <a:pt x="1689" y="382"/>
                  <a:pt x="1689" y="382"/>
                </a:cubicBezTo>
                <a:cubicBezTo>
                  <a:pt x="1693" y="391"/>
                  <a:pt x="1693" y="391"/>
                  <a:pt x="1693" y="391"/>
                </a:cubicBezTo>
                <a:cubicBezTo>
                  <a:pt x="1693" y="391"/>
                  <a:pt x="1693" y="391"/>
                  <a:pt x="1693" y="391"/>
                </a:cubicBezTo>
                <a:cubicBezTo>
                  <a:pt x="1696" y="399"/>
                  <a:pt x="1696" y="399"/>
                  <a:pt x="1696" y="399"/>
                </a:cubicBezTo>
                <a:cubicBezTo>
                  <a:pt x="1696" y="399"/>
                  <a:pt x="1696" y="399"/>
                  <a:pt x="1696" y="399"/>
                </a:cubicBezTo>
                <a:cubicBezTo>
                  <a:pt x="1696" y="408"/>
                  <a:pt x="1696" y="408"/>
                  <a:pt x="1696" y="408"/>
                </a:cubicBezTo>
                <a:cubicBezTo>
                  <a:pt x="1696" y="408"/>
                  <a:pt x="1696" y="408"/>
                  <a:pt x="1696" y="408"/>
                </a:cubicBezTo>
                <a:cubicBezTo>
                  <a:pt x="1695" y="415"/>
                  <a:pt x="1695" y="415"/>
                  <a:pt x="1695" y="415"/>
                </a:cubicBezTo>
                <a:cubicBezTo>
                  <a:pt x="1695" y="415"/>
                  <a:pt x="1695" y="415"/>
                  <a:pt x="1695" y="415"/>
                </a:cubicBezTo>
                <a:cubicBezTo>
                  <a:pt x="1693" y="416"/>
                  <a:pt x="1693" y="416"/>
                  <a:pt x="1693" y="416"/>
                </a:cubicBezTo>
                <a:cubicBezTo>
                  <a:pt x="1693" y="416"/>
                  <a:pt x="1693" y="416"/>
                  <a:pt x="1693" y="416"/>
                </a:cubicBezTo>
                <a:cubicBezTo>
                  <a:pt x="1692" y="417"/>
                  <a:pt x="1692" y="417"/>
                  <a:pt x="1692" y="417"/>
                </a:cubicBezTo>
                <a:cubicBezTo>
                  <a:pt x="1692" y="417"/>
                  <a:pt x="1692" y="417"/>
                  <a:pt x="1692" y="417"/>
                </a:cubicBezTo>
                <a:cubicBezTo>
                  <a:pt x="1691" y="417"/>
                  <a:pt x="1691" y="417"/>
                  <a:pt x="1691" y="417"/>
                </a:cubicBezTo>
                <a:cubicBezTo>
                  <a:pt x="1691" y="417"/>
                  <a:pt x="1691" y="417"/>
                  <a:pt x="1691" y="417"/>
                </a:cubicBezTo>
                <a:cubicBezTo>
                  <a:pt x="1691" y="417"/>
                  <a:pt x="1691" y="417"/>
                  <a:pt x="1691" y="417"/>
                </a:cubicBezTo>
                <a:cubicBezTo>
                  <a:pt x="1691" y="417"/>
                  <a:pt x="1691" y="417"/>
                  <a:pt x="1691" y="417"/>
                </a:cubicBezTo>
                <a:cubicBezTo>
                  <a:pt x="1689" y="418"/>
                  <a:pt x="1689" y="418"/>
                  <a:pt x="1689" y="418"/>
                </a:cubicBezTo>
                <a:cubicBezTo>
                  <a:pt x="1689" y="418"/>
                  <a:pt x="1689" y="418"/>
                  <a:pt x="1689" y="418"/>
                </a:cubicBezTo>
                <a:cubicBezTo>
                  <a:pt x="1688" y="419"/>
                  <a:pt x="1688" y="419"/>
                  <a:pt x="1688" y="419"/>
                </a:cubicBezTo>
                <a:cubicBezTo>
                  <a:pt x="1688" y="419"/>
                  <a:pt x="1688" y="419"/>
                  <a:pt x="1688" y="419"/>
                </a:cubicBezTo>
                <a:cubicBezTo>
                  <a:pt x="1687" y="419"/>
                  <a:pt x="1687" y="419"/>
                  <a:pt x="1687" y="419"/>
                </a:cubicBezTo>
                <a:cubicBezTo>
                  <a:pt x="1687" y="419"/>
                  <a:pt x="1687" y="419"/>
                  <a:pt x="1687" y="419"/>
                </a:cubicBezTo>
                <a:cubicBezTo>
                  <a:pt x="1686" y="419"/>
                  <a:pt x="1686" y="419"/>
                  <a:pt x="1686" y="419"/>
                </a:cubicBezTo>
                <a:close/>
                <a:moveTo>
                  <a:pt x="573" y="412"/>
                </a:moveTo>
                <a:cubicBezTo>
                  <a:pt x="574" y="413"/>
                  <a:pt x="574" y="413"/>
                  <a:pt x="574" y="413"/>
                </a:cubicBezTo>
                <a:cubicBezTo>
                  <a:pt x="574" y="413"/>
                  <a:pt x="574" y="413"/>
                  <a:pt x="574" y="413"/>
                </a:cubicBezTo>
                <a:cubicBezTo>
                  <a:pt x="575" y="413"/>
                  <a:pt x="575" y="413"/>
                  <a:pt x="575" y="413"/>
                </a:cubicBezTo>
                <a:cubicBezTo>
                  <a:pt x="575" y="413"/>
                  <a:pt x="575" y="413"/>
                  <a:pt x="575" y="413"/>
                </a:cubicBezTo>
                <a:cubicBezTo>
                  <a:pt x="576" y="412"/>
                  <a:pt x="576" y="412"/>
                  <a:pt x="576" y="412"/>
                </a:cubicBezTo>
                <a:cubicBezTo>
                  <a:pt x="576" y="412"/>
                  <a:pt x="576" y="412"/>
                  <a:pt x="576" y="412"/>
                </a:cubicBezTo>
                <a:cubicBezTo>
                  <a:pt x="578" y="411"/>
                  <a:pt x="578" y="411"/>
                  <a:pt x="578" y="411"/>
                </a:cubicBezTo>
                <a:cubicBezTo>
                  <a:pt x="578" y="411"/>
                  <a:pt x="578" y="411"/>
                  <a:pt x="578" y="411"/>
                </a:cubicBezTo>
                <a:cubicBezTo>
                  <a:pt x="579" y="411"/>
                  <a:pt x="579" y="411"/>
                  <a:pt x="579" y="411"/>
                </a:cubicBezTo>
                <a:cubicBezTo>
                  <a:pt x="579" y="411"/>
                  <a:pt x="579" y="411"/>
                  <a:pt x="579" y="411"/>
                </a:cubicBezTo>
                <a:cubicBezTo>
                  <a:pt x="580" y="410"/>
                  <a:pt x="580" y="410"/>
                  <a:pt x="580" y="410"/>
                </a:cubicBezTo>
                <a:cubicBezTo>
                  <a:pt x="580" y="410"/>
                  <a:pt x="580" y="410"/>
                  <a:pt x="580" y="410"/>
                </a:cubicBezTo>
                <a:cubicBezTo>
                  <a:pt x="581" y="410"/>
                  <a:pt x="581" y="410"/>
                  <a:pt x="581" y="410"/>
                </a:cubicBezTo>
                <a:cubicBezTo>
                  <a:pt x="581" y="410"/>
                  <a:pt x="581" y="410"/>
                  <a:pt x="581" y="410"/>
                </a:cubicBezTo>
                <a:cubicBezTo>
                  <a:pt x="582" y="410"/>
                  <a:pt x="582" y="410"/>
                  <a:pt x="582" y="410"/>
                </a:cubicBezTo>
                <a:cubicBezTo>
                  <a:pt x="582" y="410"/>
                  <a:pt x="582" y="410"/>
                  <a:pt x="582" y="410"/>
                </a:cubicBezTo>
                <a:cubicBezTo>
                  <a:pt x="581" y="393"/>
                  <a:pt x="581" y="393"/>
                  <a:pt x="581" y="393"/>
                </a:cubicBezTo>
                <a:cubicBezTo>
                  <a:pt x="581" y="393"/>
                  <a:pt x="581" y="393"/>
                  <a:pt x="581" y="393"/>
                </a:cubicBezTo>
                <a:cubicBezTo>
                  <a:pt x="580" y="376"/>
                  <a:pt x="580" y="376"/>
                  <a:pt x="580" y="376"/>
                </a:cubicBezTo>
                <a:cubicBezTo>
                  <a:pt x="580" y="376"/>
                  <a:pt x="580" y="376"/>
                  <a:pt x="580" y="376"/>
                </a:cubicBezTo>
                <a:cubicBezTo>
                  <a:pt x="578" y="359"/>
                  <a:pt x="578" y="359"/>
                  <a:pt x="578" y="359"/>
                </a:cubicBezTo>
                <a:cubicBezTo>
                  <a:pt x="578" y="359"/>
                  <a:pt x="578" y="359"/>
                  <a:pt x="578" y="359"/>
                </a:cubicBezTo>
                <a:cubicBezTo>
                  <a:pt x="576" y="341"/>
                  <a:pt x="576" y="341"/>
                  <a:pt x="576" y="341"/>
                </a:cubicBezTo>
                <a:cubicBezTo>
                  <a:pt x="576" y="341"/>
                  <a:pt x="576" y="341"/>
                  <a:pt x="576" y="341"/>
                </a:cubicBezTo>
                <a:cubicBezTo>
                  <a:pt x="573" y="324"/>
                  <a:pt x="573" y="324"/>
                  <a:pt x="573" y="324"/>
                </a:cubicBezTo>
                <a:cubicBezTo>
                  <a:pt x="573" y="324"/>
                  <a:pt x="573" y="324"/>
                  <a:pt x="573" y="324"/>
                </a:cubicBezTo>
                <a:cubicBezTo>
                  <a:pt x="571" y="308"/>
                  <a:pt x="571" y="308"/>
                  <a:pt x="571" y="308"/>
                </a:cubicBezTo>
                <a:cubicBezTo>
                  <a:pt x="571" y="308"/>
                  <a:pt x="571" y="308"/>
                  <a:pt x="571" y="308"/>
                </a:cubicBezTo>
                <a:cubicBezTo>
                  <a:pt x="570" y="291"/>
                  <a:pt x="570" y="291"/>
                  <a:pt x="570" y="291"/>
                </a:cubicBezTo>
                <a:cubicBezTo>
                  <a:pt x="570" y="291"/>
                  <a:pt x="570" y="291"/>
                  <a:pt x="570" y="291"/>
                </a:cubicBezTo>
                <a:cubicBezTo>
                  <a:pt x="574" y="274"/>
                  <a:pt x="574" y="274"/>
                  <a:pt x="574" y="274"/>
                </a:cubicBezTo>
                <a:cubicBezTo>
                  <a:pt x="574" y="274"/>
                  <a:pt x="574" y="274"/>
                  <a:pt x="574" y="274"/>
                </a:cubicBezTo>
                <a:cubicBezTo>
                  <a:pt x="588" y="259"/>
                  <a:pt x="588" y="259"/>
                  <a:pt x="588" y="259"/>
                </a:cubicBezTo>
                <a:cubicBezTo>
                  <a:pt x="588" y="259"/>
                  <a:pt x="588" y="259"/>
                  <a:pt x="588" y="259"/>
                </a:cubicBezTo>
                <a:cubicBezTo>
                  <a:pt x="589" y="256"/>
                  <a:pt x="589" y="256"/>
                  <a:pt x="589" y="256"/>
                </a:cubicBezTo>
                <a:cubicBezTo>
                  <a:pt x="589" y="256"/>
                  <a:pt x="589" y="256"/>
                  <a:pt x="589" y="256"/>
                </a:cubicBezTo>
                <a:cubicBezTo>
                  <a:pt x="592" y="253"/>
                  <a:pt x="592" y="253"/>
                  <a:pt x="592" y="253"/>
                </a:cubicBezTo>
                <a:cubicBezTo>
                  <a:pt x="592" y="253"/>
                  <a:pt x="592" y="253"/>
                  <a:pt x="592" y="253"/>
                </a:cubicBezTo>
                <a:cubicBezTo>
                  <a:pt x="593" y="250"/>
                  <a:pt x="593" y="250"/>
                  <a:pt x="593" y="250"/>
                </a:cubicBezTo>
                <a:cubicBezTo>
                  <a:pt x="593" y="250"/>
                  <a:pt x="593" y="250"/>
                  <a:pt x="593" y="250"/>
                </a:cubicBezTo>
                <a:cubicBezTo>
                  <a:pt x="595" y="245"/>
                  <a:pt x="595" y="245"/>
                  <a:pt x="595" y="245"/>
                </a:cubicBezTo>
                <a:cubicBezTo>
                  <a:pt x="595" y="245"/>
                  <a:pt x="595" y="245"/>
                  <a:pt x="595" y="245"/>
                </a:cubicBezTo>
                <a:cubicBezTo>
                  <a:pt x="595" y="242"/>
                  <a:pt x="595" y="242"/>
                  <a:pt x="595" y="242"/>
                </a:cubicBezTo>
                <a:cubicBezTo>
                  <a:pt x="595" y="242"/>
                  <a:pt x="595" y="242"/>
                  <a:pt x="595" y="242"/>
                </a:cubicBezTo>
                <a:cubicBezTo>
                  <a:pt x="595" y="238"/>
                  <a:pt x="595" y="238"/>
                  <a:pt x="595" y="238"/>
                </a:cubicBezTo>
                <a:cubicBezTo>
                  <a:pt x="595" y="238"/>
                  <a:pt x="595" y="238"/>
                  <a:pt x="595" y="238"/>
                </a:cubicBezTo>
                <a:cubicBezTo>
                  <a:pt x="593" y="234"/>
                  <a:pt x="593" y="234"/>
                  <a:pt x="593" y="234"/>
                </a:cubicBezTo>
                <a:cubicBezTo>
                  <a:pt x="593" y="234"/>
                  <a:pt x="593" y="234"/>
                  <a:pt x="593" y="234"/>
                </a:cubicBezTo>
                <a:cubicBezTo>
                  <a:pt x="593" y="229"/>
                  <a:pt x="593" y="229"/>
                  <a:pt x="593" y="229"/>
                </a:cubicBezTo>
                <a:cubicBezTo>
                  <a:pt x="593" y="229"/>
                  <a:pt x="593" y="229"/>
                  <a:pt x="593" y="229"/>
                </a:cubicBezTo>
                <a:cubicBezTo>
                  <a:pt x="591" y="229"/>
                  <a:pt x="591" y="229"/>
                  <a:pt x="591" y="229"/>
                </a:cubicBezTo>
                <a:cubicBezTo>
                  <a:pt x="591" y="229"/>
                  <a:pt x="591" y="229"/>
                  <a:pt x="591" y="229"/>
                </a:cubicBezTo>
                <a:cubicBezTo>
                  <a:pt x="588" y="230"/>
                  <a:pt x="588" y="230"/>
                  <a:pt x="588" y="230"/>
                </a:cubicBezTo>
                <a:cubicBezTo>
                  <a:pt x="588" y="230"/>
                  <a:pt x="588" y="230"/>
                  <a:pt x="588" y="230"/>
                </a:cubicBezTo>
                <a:cubicBezTo>
                  <a:pt x="588" y="231"/>
                  <a:pt x="588" y="231"/>
                  <a:pt x="588" y="231"/>
                </a:cubicBezTo>
                <a:cubicBezTo>
                  <a:pt x="588" y="231"/>
                  <a:pt x="588" y="231"/>
                  <a:pt x="588" y="231"/>
                </a:cubicBezTo>
                <a:cubicBezTo>
                  <a:pt x="588" y="233"/>
                  <a:pt x="588" y="233"/>
                  <a:pt x="588" y="233"/>
                </a:cubicBezTo>
                <a:cubicBezTo>
                  <a:pt x="588" y="233"/>
                  <a:pt x="588" y="233"/>
                  <a:pt x="588" y="233"/>
                </a:cubicBezTo>
                <a:cubicBezTo>
                  <a:pt x="589" y="234"/>
                  <a:pt x="589" y="234"/>
                  <a:pt x="589" y="234"/>
                </a:cubicBezTo>
                <a:cubicBezTo>
                  <a:pt x="589" y="234"/>
                  <a:pt x="589" y="234"/>
                  <a:pt x="589" y="234"/>
                </a:cubicBezTo>
                <a:cubicBezTo>
                  <a:pt x="589" y="236"/>
                  <a:pt x="589" y="236"/>
                  <a:pt x="589" y="236"/>
                </a:cubicBezTo>
                <a:cubicBezTo>
                  <a:pt x="589" y="236"/>
                  <a:pt x="589" y="236"/>
                  <a:pt x="589" y="236"/>
                </a:cubicBezTo>
                <a:cubicBezTo>
                  <a:pt x="591" y="236"/>
                  <a:pt x="591" y="236"/>
                  <a:pt x="591" y="236"/>
                </a:cubicBezTo>
                <a:cubicBezTo>
                  <a:pt x="591" y="236"/>
                  <a:pt x="591" y="236"/>
                  <a:pt x="591" y="236"/>
                </a:cubicBezTo>
                <a:cubicBezTo>
                  <a:pt x="591" y="238"/>
                  <a:pt x="591" y="238"/>
                  <a:pt x="591" y="238"/>
                </a:cubicBezTo>
                <a:cubicBezTo>
                  <a:pt x="591" y="238"/>
                  <a:pt x="591" y="238"/>
                  <a:pt x="591" y="238"/>
                </a:cubicBezTo>
                <a:cubicBezTo>
                  <a:pt x="591" y="238"/>
                  <a:pt x="591" y="238"/>
                  <a:pt x="591" y="238"/>
                </a:cubicBezTo>
                <a:cubicBezTo>
                  <a:pt x="591" y="238"/>
                  <a:pt x="591" y="238"/>
                  <a:pt x="591" y="238"/>
                </a:cubicBezTo>
                <a:cubicBezTo>
                  <a:pt x="587" y="242"/>
                  <a:pt x="587" y="242"/>
                  <a:pt x="587" y="242"/>
                </a:cubicBezTo>
                <a:cubicBezTo>
                  <a:pt x="587" y="242"/>
                  <a:pt x="587" y="242"/>
                  <a:pt x="587" y="242"/>
                </a:cubicBezTo>
                <a:cubicBezTo>
                  <a:pt x="586" y="244"/>
                  <a:pt x="586" y="244"/>
                  <a:pt x="586" y="244"/>
                </a:cubicBezTo>
                <a:cubicBezTo>
                  <a:pt x="586" y="244"/>
                  <a:pt x="586" y="244"/>
                  <a:pt x="586" y="244"/>
                </a:cubicBezTo>
                <a:cubicBezTo>
                  <a:pt x="583" y="247"/>
                  <a:pt x="583" y="247"/>
                  <a:pt x="583" y="247"/>
                </a:cubicBezTo>
                <a:cubicBezTo>
                  <a:pt x="583" y="247"/>
                  <a:pt x="583" y="247"/>
                  <a:pt x="583" y="247"/>
                </a:cubicBezTo>
                <a:cubicBezTo>
                  <a:pt x="582" y="250"/>
                  <a:pt x="582" y="250"/>
                  <a:pt x="582" y="250"/>
                </a:cubicBezTo>
                <a:cubicBezTo>
                  <a:pt x="582" y="250"/>
                  <a:pt x="582" y="250"/>
                  <a:pt x="582" y="250"/>
                </a:cubicBezTo>
                <a:cubicBezTo>
                  <a:pt x="580" y="253"/>
                  <a:pt x="580" y="253"/>
                  <a:pt x="580" y="253"/>
                </a:cubicBezTo>
                <a:cubicBezTo>
                  <a:pt x="580" y="253"/>
                  <a:pt x="580" y="253"/>
                  <a:pt x="580" y="253"/>
                </a:cubicBezTo>
                <a:cubicBezTo>
                  <a:pt x="578" y="255"/>
                  <a:pt x="578" y="255"/>
                  <a:pt x="578" y="255"/>
                </a:cubicBezTo>
                <a:cubicBezTo>
                  <a:pt x="578" y="255"/>
                  <a:pt x="578" y="255"/>
                  <a:pt x="578" y="255"/>
                </a:cubicBezTo>
                <a:cubicBezTo>
                  <a:pt x="575" y="256"/>
                  <a:pt x="575" y="256"/>
                  <a:pt x="575" y="256"/>
                </a:cubicBezTo>
                <a:cubicBezTo>
                  <a:pt x="575" y="256"/>
                  <a:pt x="575" y="256"/>
                  <a:pt x="575" y="256"/>
                </a:cubicBezTo>
                <a:cubicBezTo>
                  <a:pt x="573" y="256"/>
                  <a:pt x="573" y="256"/>
                  <a:pt x="573" y="256"/>
                </a:cubicBezTo>
                <a:cubicBezTo>
                  <a:pt x="573" y="256"/>
                  <a:pt x="573" y="256"/>
                  <a:pt x="573" y="256"/>
                </a:cubicBezTo>
                <a:cubicBezTo>
                  <a:pt x="569" y="255"/>
                  <a:pt x="569" y="255"/>
                  <a:pt x="569" y="255"/>
                </a:cubicBezTo>
                <a:cubicBezTo>
                  <a:pt x="569" y="255"/>
                  <a:pt x="569" y="255"/>
                  <a:pt x="569" y="255"/>
                </a:cubicBezTo>
                <a:cubicBezTo>
                  <a:pt x="571" y="227"/>
                  <a:pt x="571" y="227"/>
                  <a:pt x="571" y="227"/>
                </a:cubicBezTo>
                <a:cubicBezTo>
                  <a:pt x="571" y="227"/>
                  <a:pt x="571" y="227"/>
                  <a:pt x="571" y="227"/>
                </a:cubicBezTo>
                <a:cubicBezTo>
                  <a:pt x="593" y="205"/>
                  <a:pt x="593" y="205"/>
                  <a:pt x="593" y="205"/>
                </a:cubicBezTo>
                <a:cubicBezTo>
                  <a:pt x="593" y="205"/>
                  <a:pt x="593" y="205"/>
                  <a:pt x="593" y="205"/>
                </a:cubicBezTo>
                <a:cubicBezTo>
                  <a:pt x="619" y="183"/>
                  <a:pt x="619" y="183"/>
                  <a:pt x="619" y="183"/>
                </a:cubicBezTo>
                <a:cubicBezTo>
                  <a:pt x="619" y="183"/>
                  <a:pt x="619" y="183"/>
                  <a:pt x="619" y="183"/>
                </a:cubicBezTo>
                <a:cubicBezTo>
                  <a:pt x="647" y="156"/>
                  <a:pt x="647" y="156"/>
                  <a:pt x="647" y="156"/>
                </a:cubicBezTo>
                <a:cubicBezTo>
                  <a:pt x="647" y="156"/>
                  <a:pt x="647" y="156"/>
                  <a:pt x="647" y="156"/>
                </a:cubicBezTo>
                <a:cubicBezTo>
                  <a:pt x="646" y="153"/>
                  <a:pt x="646" y="153"/>
                  <a:pt x="646" y="153"/>
                </a:cubicBezTo>
                <a:cubicBezTo>
                  <a:pt x="646" y="153"/>
                  <a:pt x="646" y="153"/>
                  <a:pt x="646" y="153"/>
                </a:cubicBezTo>
                <a:cubicBezTo>
                  <a:pt x="646" y="150"/>
                  <a:pt x="646" y="150"/>
                  <a:pt x="646" y="150"/>
                </a:cubicBezTo>
                <a:cubicBezTo>
                  <a:pt x="646" y="150"/>
                  <a:pt x="646" y="150"/>
                  <a:pt x="646" y="150"/>
                </a:cubicBezTo>
                <a:cubicBezTo>
                  <a:pt x="645" y="147"/>
                  <a:pt x="645" y="147"/>
                  <a:pt x="645" y="147"/>
                </a:cubicBezTo>
                <a:cubicBezTo>
                  <a:pt x="645" y="147"/>
                  <a:pt x="645" y="147"/>
                  <a:pt x="645" y="147"/>
                </a:cubicBezTo>
                <a:cubicBezTo>
                  <a:pt x="645" y="143"/>
                  <a:pt x="645" y="143"/>
                  <a:pt x="645" y="143"/>
                </a:cubicBezTo>
                <a:cubicBezTo>
                  <a:pt x="645" y="143"/>
                  <a:pt x="645" y="143"/>
                  <a:pt x="645" y="143"/>
                </a:cubicBezTo>
                <a:cubicBezTo>
                  <a:pt x="643" y="142"/>
                  <a:pt x="643" y="142"/>
                  <a:pt x="643" y="142"/>
                </a:cubicBezTo>
                <a:cubicBezTo>
                  <a:pt x="643" y="142"/>
                  <a:pt x="643" y="142"/>
                  <a:pt x="643" y="142"/>
                </a:cubicBezTo>
                <a:cubicBezTo>
                  <a:pt x="641" y="139"/>
                  <a:pt x="641" y="139"/>
                  <a:pt x="641" y="139"/>
                </a:cubicBezTo>
                <a:cubicBezTo>
                  <a:pt x="641" y="139"/>
                  <a:pt x="641" y="139"/>
                  <a:pt x="641" y="139"/>
                </a:cubicBezTo>
                <a:cubicBezTo>
                  <a:pt x="639" y="137"/>
                  <a:pt x="639" y="137"/>
                  <a:pt x="639" y="137"/>
                </a:cubicBezTo>
                <a:cubicBezTo>
                  <a:pt x="639" y="137"/>
                  <a:pt x="639" y="137"/>
                  <a:pt x="639" y="137"/>
                </a:cubicBezTo>
                <a:cubicBezTo>
                  <a:pt x="637" y="135"/>
                  <a:pt x="637" y="135"/>
                  <a:pt x="637" y="135"/>
                </a:cubicBezTo>
                <a:cubicBezTo>
                  <a:pt x="637" y="135"/>
                  <a:pt x="637" y="135"/>
                  <a:pt x="637" y="135"/>
                </a:cubicBezTo>
                <a:cubicBezTo>
                  <a:pt x="627" y="134"/>
                  <a:pt x="627" y="134"/>
                  <a:pt x="627" y="134"/>
                </a:cubicBezTo>
                <a:cubicBezTo>
                  <a:pt x="627" y="134"/>
                  <a:pt x="627" y="134"/>
                  <a:pt x="627" y="134"/>
                </a:cubicBezTo>
                <a:cubicBezTo>
                  <a:pt x="620" y="134"/>
                  <a:pt x="620" y="134"/>
                  <a:pt x="620" y="134"/>
                </a:cubicBezTo>
                <a:cubicBezTo>
                  <a:pt x="620" y="134"/>
                  <a:pt x="620" y="134"/>
                  <a:pt x="620" y="134"/>
                </a:cubicBezTo>
                <a:cubicBezTo>
                  <a:pt x="614" y="138"/>
                  <a:pt x="614" y="138"/>
                  <a:pt x="614" y="138"/>
                </a:cubicBezTo>
                <a:cubicBezTo>
                  <a:pt x="614" y="138"/>
                  <a:pt x="614" y="138"/>
                  <a:pt x="614" y="138"/>
                </a:cubicBezTo>
                <a:cubicBezTo>
                  <a:pt x="607" y="142"/>
                  <a:pt x="607" y="142"/>
                  <a:pt x="607" y="142"/>
                </a:cubicBezTo>
                <a:cubicBezTo>
                  <a:pt x="607" y="142"/>
                  <a:pt x="607" y="142"/>
                  <a:pt x="607" y="142"/>
                </a:cubicBezTo>
                <a:cubicBezTo>
                  <a:pt x="601" y="146"/>
                  <a:pt x="601" y="146"/>
                  <a:pt x="601" y="146"/>
                </a:cubicBezTo>
                <a:cubicBezTo>
                  <a:pt x="601" y="146"/>
                  <a:pt x="601" y="146"/>
                  <a:pt x="601" y="146"/>
                </a:cubicBezTo>
                <a:cubicBezTo>
                  <a:pt x="596" y="151"/>
                  <a:pt x="596" y="151"/>
                  <a:pt x="596" y="151"/>
                </a:cubicBezTo>
                <a:cubicBezTo>
                  <a:pt x="596" y="151"/>
                  <a:pt x="596" y="151"/>
                  <a:pt x="596" y="151"/>
                </a:cubicBezTo>
                <a:cubicBezTo>
                  <a:pt x="589" y="156"/>
                  <a:pt x="589" y="156"/>
                  <a:pt x="589" y="156"/>
                </a:cubicBezTo>
                <a:cubicBezTo>
                  <a:pt x="589" y="156"/>
                  <a:pt x="589" y="156"/>
                  <a:pt x="589" y="156"/>
                </a:cubicBezTo>
                <a:cubicBezTo>
                  <a:pt x="583" y="157"/>
                  <a:pt x="583" y="157"/>
                  <a:pt x="583" y="157"/>
                </a:cubicBezTo>
                <a:cubicBezTo>
                  <a:pt x="583" y="157"/>
                  <a:pt x="583" y="157"/>
                  <a:pt x="583" y="157"/>
                </a:cubicBezTo>
                <a:cubicBezTo>
                  <a:pt x="580" y="157"/>
                  <a:pt x="580" y="157"/>
                  <a:pt x="580" y="157"/>
                </a:cubicBezTo>
                <a:cubicBezTo>
                  <a:pt x="580" y="157"/>
                  <a:pt x="580" y="157"/>
                  <a:pt x="580" y="157"/>
                </a:cubicBezTo>
                <a:cubicBezTo>
                  <a:pt x="580" y="154"/>
                  <a:pt x="580" y="154"/>
                  <a:pt x="580" y="154"/>
                </a:cubicBezTo>
                <a:cubicBezTo>
                  <a:pt x="580" y="154"/>
                  <a:pt x="580" y="154"/>
                  <a:pt x="580" y="154"/>
                </a:cubicBezTo>
                <a:cubicBezTo>
                  <a:pt x="579" y="152"/>
                  <a:pt x="579" y="152"/>
                  <a:pt x="579" y="152"/>
                </a:cubicBezTo>
                <a:cubicBezTo>
                  <a:pt x="579" y="152"/>
                  <a:pt x="579" y="152"/>
                  <a:pt x="579" y="152"/>
                </a:cubicBezTo>
                <a:cubicBezTo>
                  <a:pt x="580" y="149"/>
                  <a:pt x="580" y="149"/>
                  <a:pt x="580" y="149"/>
                </a:cubicBezTo>
                <a:cubicBezTo>
                  <a:pt x="580" y="149"/>
                  <a:pt x="580" y="149"/>
                  <a:pt x="580" y="149"/>
                </a:cubicBezTo>
                <a:cubicBezTo>
                  <a:pt x="580" y="147"/>
                  <a:pt x="580" y="147"/>
                  <a:pt x="580" y="147"/>
                </a:cubicBezTo>
                <a:cubicBezTo>
                  <a:pt x="580" y="147"/>
                  <a:pt x="580" y="147"/>
                  <a:pt x="580" y="147"/>
                </a:cubicBezTo>
                <a:cubicBezTo>
                  <a:pt x="580" y="145"/>
                  <a:pt x="580" y="145"/>
                  <a:pt x="580" y="145"/>
                </a:cubicBezTo>
                <a:cubicBezTo>
                  <a:pt x="580" y="145"/>
                  <a:pt x="580" y="145"/>
                  <a:pt x="580" y="145"/>
                </a:cubicBezTo>
                <a:cubicBezTo>
                  <a:pt x="581" y="143"/>
                  <a:pt x="581" y="143"/>
                  <a:pt x="581" y="143"/>
                </a:cubicBezTo>
                <a:cubicBezTo>
                  <a:pt x="581" y="143"/>
                  <a:pt x="581" y="143"/>
                  <a:pt x="581" y="143"/>
                </a:cubicBezTo>
                <a:cubicBezTo>
                  <a:pt x="583" y="141"/>
                  <a:pt x="583" y="141"/>
                  <a:pt x="583" y="141"/>
                </a:cubicBezTo>
                <a:cubicBezTo>
                  <a:pt x="583" y="141"/>
                  <a:pt x="583" y="141"/>
                  <a:pt x="583" y="141"/>
                </a:cubicBezTo>
                <a:cubicBezTo>
                  <a:pt x="623" y="107"/>
                  <a:pt x="623" y="107"/>
                  <a:pt x="623" y="107"/>
                </a:cubicBezTo>
                <a:cubicBezTo>
                  <a:pt x="623" y="107"/>
                  <a:pt x="623" y="107"/>
                  <a:pt x="623" y="107"/>
                </a:cubicBezTo>
                <a:cubicBezTo>
                  <a:pt x="625" y="107"/>
                  <a:pt x="625" y="107"/>
                  <a:pt x="625" y="107"/>
                </a:cubicBezTo>
                <a:cubicBezTo>
                  <a:pt x="625" y="107"/>
                  <a:pt x="625" y="107"/>
                  <a:pt x="625" y="107"/>
                </a:cubicBezTo>
                <a:cubicBezTo>
                  <a:pt x="627" y="106"/>
                  <a:pt x="627" y="106"/>
                  <a:pt x="627" y="106"/>
                </a:cubicBezTo>
                <a:cubicBezTo>
                  <a:pt x="627" y="106"/>
                  <a:pt x="627" y="106"/>
                  <a:pt x="627" y="106"/>
                </a:cubicBezTo>
                <a:cubicBezTo>
                  <a:pt x="629" y="106"/>
                  <a:pt x="629" y="106"/>
                  <a:pt x="629" y="106"/>
                </a:cubicBezTo>
                <a:cubicBezTo>
                  <a:pt x="629" y="106"/>
                  <a:pt x="629" y="106"/>
                  <a:pt x="629" y="106"/>
                </a:cubicBezTo>
                <a:cubicBezTo>
                  <a:pt x="631" y="105"/>
                  <a:pt x="631" y="105"/>
                  <a:pt x="631" y="105"/>
                </a:cubicBezTo>
                <a:cubicBezTo>
                  <a:pt x="631" y="105"/>
                  <a:pt x="631" y="105"/>
                  <a:pt x="631" y="105"/>
                </a:cubicBezTo>
                <a:cubicBezTo>
                  <a:pt x="634" y="105"/>
                  <a:pt x="634" y="105"/>
                  <a:pt x="634" y="105"/>
                </a:cubicBezTo>
                <a:cubicBezTo>
                  <a:pt x="634" y="105"/>
                  <a:pt x="634" y="105"/>
                  <a:pt x="634" y="105"/>
                </a:cubicBezTo>
                <a:cubicBezTo>
                  <a:pt x="636" y="104"/>
                  <a:pt x="636" y="104"/>
                  <a:pt x="636" y="104"/>
                </a:cubicBezTo>
                <a:cubicBezTo>
                  <a:pt x="636" y="104"/>
                  <a:pt x="636" y="104"/>
                  <a:pt x="636" y="104"/>
                </a:cubicBezTo>
                <a:cubicBezTo>
                  <a:pt x="638" y="104"/>
                  <a:pt x="638" y="104"/>
                  <a:pt x="638" y="104"/>
                </a:cubicBezTo>
                <a:cubicBezTo>
                  <a:pt x="638" y="104"/>
                  <a:pt x="638" y="104"/>
                  <a:pt x="638" y="104"/>
                </a:cubicBezTo>
                <a:cubicBezTo>
                  <a:pt x="641" y="103"/>
                  <a:pt x="641" y="103"/>
                  <a:pt x="641" y="103"/>
                </a:cubicBezTo>
                <a:cubicBezTo>
                  <a:pt x="641" y="103"/>
                  <a:pt x="641" y="103"/>
                  <a:pt x="641" y="103"/>
                </a:cubicBezTo>
                <a:cubicBezTo>
                  <a:pt x="642" y="100"/>
                  <a:pt x="642" y="100"/>
                  <a:pt x="642" y="100"/>
                </a:cubicBezTo>
                <a:cubicBezTo>
                  <a:pt x="642" y="100"/>
                  <a:pt x="642" y="100"/>
                  <a:pt x="642" y="100"/>
                </a:cubicBezTo>
                <a:cubicBezTo>
                  <a:pt x="640" y="99"/>
                  <a:pt x="640" y="99"/>
                  <a:pt x="640" y="99"/>
                </a:cubicBezTo>
                <a:cubicBezTo>
                  <a:pt x="640" y="99"/>
                  <a:pt x="640" y="99"/>
                  <a:pt x="640" y="99"/>
                </a:cubicBezTo>
                <a:cubicBezTo>
                  <a:pt x="639" y="99"/>
                  <a:pt x="639" y="99"/>
                  <a:pt x="639" y="99"/>
                </a:cubicBezTo>
                <a:cubicBezTo>
                  <a:pt x="639" y="99"/>
                  <a:pt x="639" y="99"/>
                  <a:pt x="639" y="99"/>
                </a:cubicBezTo>
                <a:cubicBezTo>
                  <a:pt x="638" y="98"/>
                  <a:pt x="638" y="98"/>
                  <a:pt x="638" y="98"/>
                </a:cubicBezTo>
                <a:cubicBezTo>
                  <a:pt x="638" y="98"/>
                  <a:pt x="638" y="98"/>
                  <a:pt x="638" y="98"/>
                </a:cubicBezTo>
                <a:cubicBezTo>
                  <a:pt x="637" y="97"/>
                  <a:pt x="637" y="97"/>
                  <a:pt x="637" y="97"/>
                </a:cubicBezTo>
                <a:cubicBezTo>
                  <a:pt x="637" y="97"/>
                  <a:pt x="637" y="97"/>
                  <a:pt x="637" y="97"/>
                </a:cubicBezTo>
                <a:cubicBezTo>
                  <a:pt x="635" y="96"/>
                  <a:pt x="635" y="96"/>
                  <a:pt x="635" y="96"/>
                </a:cubicBezTo>
                <a:cubicBezTo>
                  <a:pt x="635" y="96"/>
                  <a:pt x="635" y="96"/>
                  <a:pt x="635" y="96"/>
                </a:cubicBezTo>
                <a:cubicBezTo>
                  <a:pt x="634" y="95"/>
                  <a:pt x="634" y="95"/>
                  <a:pt x="634" y="95"/>
                </a:cubicBezTo>
                <a:cubicBezTo>
                  <a:pt x="634" y="95"/>
                  <a:pt x="634" y="95"/>
                  <a:pt x="634" y="95"/>
                </a:cubicBezTo>
                <a:cubicBezTo>
                  <a:pt x="633" y="94"/>
                  <a:pt x="633" y="94"/>
                  <a:pt x="633" y="94"/>
                </a:cubicBezTo>
                <a:cubicBezTo>
                  <a:pt x="633" y="94"/>
                  <a:pt x="633" y="94"/>
                  <a:pt x="633" y="94"/>
                </a:cubicBezTo>
                <a:cubicBezTo>
                  <a:pt x="631" y="92"/>
                  <a:pt x="631" y="92"/>
                  <a:pt x="631" y="92"/>
                </a:cubicBezTo>
                <a:cubicBezTo>
                  <a:pt x="631" y="92"/>
                  <a:pt x="631" y="92"/>
                  <a:pt x="631" y="92"/>
                </a:cubicBezTo>
                <a:cubicBezTo>
                  <a:pt x="587" y="110"/>
                  <a:pt x="587" y="110"/>
                  <a:pt x="587" y="110"/>
                </a:cubicBezTo>
                <a:cubicBezTo>
                  <a:pt x="587" y="110"/>
                  <a:pt x="587" y="110"/>
                  <a:pt x="587" y="110"/>
                </a:cubicBezTo>
                <a:cubicBezTo>
                  <a:pt x="583" y="106"/>
                  <a:pt x="583" y="106"/>
                  <a:pt x="583" y="106"/>
                </a:cubicBezTo>
                <a:cubicBezTo>
                  <a:pt x="583" y="106"/>
                  <a:pt x="583" y="106"/>
                  <a:pt x="583" y="106"/>
                </a:cubicBezTo>
                <a:cubicBezTo>
                  <a:pt x="584" y="104"/>
                  <a:pt x="584" y="104"/>
                  <a:pt x="584" y="104"/>
                </a:cubicBezTo>
                <a:cubicBezTo>
                  <a:pt x="584" y="104"/>
                  <a:pt x="584" y="104"/>
                  <a:pt x="584" y="104"/>
                </a:cubicBezTo>
                <a:cubicBezTo>
                  <a:pt x="585" y="102"/>
                  <a:pt x="585" y="102"/>
                  <a:pt x="585" y="102"/>
                </a:cubicBezTo>
                <a:cubicBezTo>
                  <a:pt x="585" y="102"/>
                  <a:pt x="585" y="102"/>
                  <a:pt x="585" y="102"/>
                </a:cubicBezTo>
                <a:cubicBezTo>
                  <a:pt x="585" y="99"/>
                  <a:pt x="585" y="99"/>
                  <a:pt x="585" y="99"/>
                </a:cubicBezTo>
                <a:cubicBezTo>
                  <a:pt x="585" y="99"/>
                  <a:pt x="585" y="99"/>
                  <a:pt x="585" y="99"/>
                </a:cubicBezTo>
                <a:cubicBezTo>
                  <a:pt x="586" y="97"/>
                  <a:pt x="586" y="97"/>
                  <a:pt x="586" y="97"/>
                </a:cubicBezTo>
                <a:cubicBezTo>
                  <a:pt x="586" y="97"/>
                  <a:pt x="586" y="97"/>
                  <a:pt x="586" y="97"/>
                </a:cubicBezTo>
                <a:cubicBezTo>
                  <a:pt x="586" y="95"/>
                  <a:pt x="586" y="95"/>
                  <a:pt x="586" y="95"/>
                </a:cubicBezTo>
                <a:cubicBezTo>
                  <a:pt x="586" y="95"/>
                  <a:pt x="586" y="95"/>
                  <a:pt x="586" y="95"/>
                </a:cubicBezTo>
                <a:cubicBezTo>
                  <a:pt x="586" y="92"/>
                  <a:pt x="586" y="92"/>
                  <a:pt x="586" y="92"/>
                </a:cubicBezTo>
                <a:cubicBezTo>
                  <a:pt x="586" y="92"/>
                  <a:pt x="586" y="92"/>
                  <a:pt x="586" y="92"/>
                </a:cubicBezTo>
                <a:cubicBezTo>
                  <a:pt x="586" y="89"/>
                  <a:pt x="586" y="89"/>
                  <a:pt x="586" y="89"/>
                </a:cubicBezTo>
                <a:cubicBezTo>
                  <a:pt x="586" y="89"/>
                  <a:pt x="586" y="89"/>
                  <a:pt x="586" y="89"/>
                </a:cubicBezTo>
                <a:cubicBezTo>
                  <a:pt x="587" y="86"/>
                  <a:pt x="587" y="86"/>
                  <a:pt x="587" y="86"/>
                </a:cubicBezTo>
                <a:cubicBezTo>
                  <a:pt x="587" y="86"/>
                  <a:pt x="587" y="86"/>
                  <a:pt x="587" y="86"/>
                </a:cubicBezTo>
                <a:cubicBezTo>
                  <a:pt x="587" y="82"/>
                  <a:pt x="587" y="82"/>
                  <a:pt x="587" y="82"/>
                </a:cubicBezTo>
                <a:cubicBezTo>
                  <a:pt x="587" y="82"/>
                  <a:pt x="587" y="82"/>
                  <a:pt x="587" y="82"/>
                </a:cubicBezTo>
                <a:cubicBezTo>
                  <a:pt x="589" y="76"/>
                  <a:pt x="589" y="76"/>
                  <a:pt x="589" y="76"/>
                </a:cubicBezTo>
                <a:cubicBezTo>
                  <a:pt x="589" y="76"/>
                  <a:pt x="589" y="76"/>
                  <a:pt x="589" y="76"/>
                </a:cubicBezTo>
                <a:cubicBezTo>
                  <a:pt x="592" y="71"/>
                  <a:pt x="592" y="71"/>
                  <a:pt x="592" y="71"/>
                </a:cubicBezTo>
                <a:cubicBezTo>
                  <a:pt x="592" y="71"/>
                  <a:pt x="592" y="71"/>
                  <a:pt x="592" y="71"/>
                </a:cubicBezTo>
                <a:cubicBezTo>
                  <a:pt x="593" y="64"/>
                  <a:pt x="593" y="64"/>
                  <a:pt x="593" y="64"/>
                </a:cubicBezTo>
                <a:cubicBezTo>
                  <a:pt x="593" y="64"/>
                  <a:pt x="593" y="64"/>
                  <a:pt x="593" y="64"/>
                </a:cubicBezTo>
                <a:cubicBezTo>
                  <a:pt x="593" y="59"/>
                  <a:pt x="593" y="59"/>
                  <a:pt x="593" y="59"/>
                </a:cubicBezTo>
                <a:cubicBezTo>
                  <a:pt x="593" y="59"/>
                  <a:pt x="593" y="59"/>
                  <a:pt x="593" y="59"/>
                </a:cubicBezTo>
                <a:cubicBezTo>
                  <a:pt x="595" y="52"/>
                  <a:pt x="595" y="52"/>
                  <a:pt x="595" y="52"/>
                </a:cubicBezTo>
                <a:cubicBezTo>
                  <a:pt x="595" y="52"/>
                  <a:pt x="595" y="52"/>
                  <a:pt x="595" y="52"/>
                </a:cubicBezTo>
                <a:cubicBezTo>
                  <a:pt x="595" y="47"/>
                  <a:pt x="595" y="47"/>
                  <a:pt x="595" y="47"/>
                </a:cubicBezTo>
                <a:cubicBezTo>
                  <a:pt x="595" y="47"/>
                  <a:pt x="595" y="47"/>
                  <a:pt x="595" y="47"/>
                </a:cubicBezTo>
                <a:cubicBezTo>
                  <a:pt x="593" y="40"/>
                  <a:pt x="593" y="40"/>
                  <a:pt x="593" y="40"/>
                </a:cubicBezTo>
                <a:cubicBezTo>
                  <a:pt x="593" y="40"/>
                  <a:pt x="593" y="40"/>
                  <a:pt x="593" y="40"/>
                </a:cubicBezTo>
                <a:cubicBezTo>
                  <a:pt x="566" y="20"/>
                  <a:pt x="566" y="20"/>
                  <a:pt x="566" y="20"/>
                </a:cubicBezTo>
                <a:cubicBezTo>
                  <a:pt x="561" y="19"/>
                  <a:pt x="561" y="19"/>
                  <a:pt x="561" y="19"/>
                </a:cubicBezTo>
                <a:cubicBezTo>
                  <a:pt x="562" y="33"/>
                  <a:pt x="562" y="33"/>
                  <a:pt x="562" y="33"/>
                </a:cubicBezTo>
                <a:cubicBezTo>
                  <a:pt x="562" y="33"/>
                  <a:pt x="562" y="33"/>
                  <a:pt x="562" y="33"/>
                </a:cubicBezTo>
                <a:cubicBezTo>
                  <a:pt x="564" y="45"/>
                  <a:pt x="564" y="45"/>
                  <a:pt x="564" y="45"/>
                </a:cubicBezTo>
                <a:cubicBezTo>
                  <a:pt x="564" y="45"/>
                  <a:pt x="564" y="45"/>
                  <a:pt x="564" y="45"/>
                </a:cubicBezTo>
                <a:cubicBezTo>
                  <a:pt x="565" y="58"/>
                  <a:pt x="565" y="58"/>
                  <a:pt x="565" y="58"/>
                </a:cubicBezTo>
                <a:cubicBezTo>
                  <a:pt x="565" y="58"/>
                  <a:pt x="565" y="58"/>
                  <a:pt x="565" y="58"/>
                </a:cubicBezTo>
                <a:cubicBezTo>
                  <a:pt x="567" y="70"/>
                  <a:pt x="567" y="70"/>
                  <a:pt x="567" y="70"/>
                </a:cubicBezTo>
                <a:cubicBezTo>
                  <a:pt x="567" y="70"/>
                  <a:pt x="567" y="70"/>
                  <a:pt x="567" y="70"/>
                </a:cubicBezTo>
                <a:cubicBezTo>
                  <a:pt x="567" y="83"/>
                  <a:pt x="567" y="83"/>
                  <a:pt x="567" y="83"/>
                </a:cubicBezTo>
                <a:cubicBezTo>
                  <a:pt x="567" y="83"/>
                  <a:pt x="567" y="83"/>
                  <a:pt x="567" y="83"/>
                </a:cubicBezTo>
                <a:cubicBezTo>
                  <a:pt x="567" y="96"/>
                  <a:pt x="567" y="96"/>
                  <a:pt x="567" y="96"/>
                </a:cubicBezTo>
                <a:cubicBezTo>
                  <a:pt x="567" y="96"/>
                  <a:pt x="567" y="96"/>
                  <a:pt x="567" y="96"/>
                </a:cubicBezTo>
                <a:cubicBezTo>
                  <a:pt x="565" y="109"/>
                  <a:pt x="565" y="109"/>
                  <a:pt x="565" y="109"/>
                </a:cubicBezTo>
                <a:cubicBezTo>
                  <a:pt x="565" y="109"/>
                  <a:pt x="565" y="109"/>
                  <a:pt x="565" y="109"/>
                </a:cubicBezTo>
                <a:cubicBezTo>
                  <a:pt x="564" y="120"/>
                  <a:pt x="564" y="120"/>
                  <a:pt x="564" y="120"/>
                </a:cubicBezTo>
                <a:cubicBezTo>
                  <a:pt x="564" y="120"/>
                  <a:pt x="564" y="120"/>
                  <a:pt x="564" y="120"/>
                </a:cubicBezTo>
                <a:cubicBezTo>
                  <a:pt x="501" y="146"/>
                  <a:pt x="501" y="146"/>
                  <a:pt x="501" y="146"/>
                </a:cubicBezTo>
                <a:cubicBezTo>
                  <a:pt x="501" y="146"/>
                  <a:pt x="501" y="146"/>
                  <a:pt x="501" y="146"/>
                </a:cubicBezTo>
                <a:cubicBezTo>
                  <a:pt x="466" y="159"/>
                  <a:pt x="466" y="159"/>
                  <a:pt x="466" y="159"/>
                </a:cubicBezTo>
                <a:cubicBezTo>
                  <a:pt x="466" y="159"/>
                  <a:pt x="466" y="159"/>
                  <a:pt x="466" y="159"/>
                </a:cubicBezTo>
                <a:cubicBezTo>
                  <a:pt x="467" y="163"/>
                  <a:pt x="467" y="163"/>
                  <a:pt x="467" y="163"/>
                </a:cubicBezTo>
                <a:cubicBezTo>
                  <a:pt x="467" y="163"/>
                  <a:pt x="467" y="163"/>
                  <a:pt x="467" y="163"/>
                </a:cubicBezTo>
                <a:cubicBezTo>
                  <a:pt x="471" y="165"/>
                  <a:pt x="471" y="165"/>
                  <a:pt x="471" y="165"/>
                </a:cubicBezTo>
                <a:cubicBezTo>
                  <a:pt x="471" y="165"/>
                  <a:pt x="471" y="165"/>
                  <a:pt x="471" y="165"/>
                </a:cubicBezTo>
                <a:cubicBezTo>
                  <a:pt x="474" y="167"/>
                  <a:pt x="474" y="167"/>
                  <a:pt x="474" y="167"/>
                </a:cubicBezTo>
                <a:cubicBezTo>
                  <a:pt x="474" y="167"/>
                  <a:pt x="474" y="167"/>
                  <a:pt x="474" y="167"/>
                </a:cubicBezTo>
                <a:cubicBezTo>
                  <a:pt x="478" y="168"/>
                  <a:pt x="478" y="168"/>
                  <a:pt x="478" y="168"/>
                </a:cubicBezTo>
                <a:cubicBezTo>
                  <a:pt x="478" y="168"/>
                  <a:pt x="478" y="168"/>
                  <a:pt x="478" y="168"/>
                </a:cubicBezTo>
                <a:cubicBezTo>
                  <a:pt x="481" y="169"/>
                  <a:pt x="481" y="169"/>
                  <a:pt x="481" y="169"/>
                </a:cubicBezTo>
                <a:cubicBezTo>
                  <a:pt x="481" y="169"/>
                  <a:pt x="481" y="169"/>
                  <a:pt x="481" y="169"/>
                </a:cubicBezTo>
                <a:cubicBezTo>
                  <a:pt x="485" y="169"/>
                  <a:pt x="485" y="169"/>
                  <a:pt x="485" y="169"/>
                </a:cubicBezTo>
                <a:cubicBezTo>
                  <a:pt x="485" y="169"/>
                  <a:pt x="485" y="169"/>
                  <a:pt x="485" y="169"/>
                </a:cubicBezTo>
                <a:cubicBezTo>
                  <a:pt x="489" y="170"/>
                  <a:pt x="489" y="170"/>
                  <a:pt x="489" y="170"/>
                </a:cubicBezTo>
                <a:cubicBezTo>
                  <a:pt x="489" y="170"/>
                  <a:pt x="489" y="170"/>
                  <a:pt x="489" y="170"/>
                </a:cubicBezTo>
                <a:cubicBezTo>
                  <a:pt x="493" y="170"/>
                  <a:pt x="493" y="170"/>
                  <a:pt x="493" y="170"/>
                </a:cubicBezTo>
                <a:cubicBezTo>
                  <a:pt x="493" y="170"/>
                  <a:pt x="493" y="170"/>
                  <a:pt x="493" y="170"/>
                </a:cubicBezTo>
                <a:cubicBezTo>
                  <a:pt x="499" y="171"/>
                  <a:pt x="499" y="171"/>
                  <a:pt x="499" y="171"/>
                </a:cubicBezTo>
                <a:cubicBezTo>
                  <a:pt x="499" y="171"/>
                  <a:pt x="499" y="171"/>
                  <a:pt x="499" y="171"/>
                </a:cubicBezTo>
                <a:cubicBezTo>
                  <a:pt x="506" y="170"/>
                  <a:pt x="506" y="170"/>
                  <a:pt x="506" y="170"/>
                </a:cubicBezTo>
                <a:cubicBezTo>
                  <a:pt x="506" y="170"/>
                  <a:pt x="506" y="170"/>
                  <a:pt x="506" y="170"/>
                </a:cubicBezTo>
                <a:cubicBezTo>
                  <a:pt x="513" y="168"/>
                  <a:pt x="513" y="168"/>
                  <a:pt x="513" y="168"/>
                </a:cubicBezTo>
                <a:cubicBezTo>
                  <a:pt x="513" y="168"/>
                  <a:pt x="513" y="168"/>
                  <a:pt x="513" y="168"/>
                </a:cubicBezTo>
                <a:cubicBezTo>
                  <a:pt x="519" y="164"/>
                  <a:pt x="519" y="164"/>
                  <a:pt x="519" y="164"/>
                </a:cubicBezTo>
                <a:cubicBezTo>
                  <a:pt x="519" y="164"/>
                  <a:pt x="519" y="164"/>
                  <a:pt x="519" y="164"/>
                </a:cubicBezTo>
                <a:cubicBezTo>
                  <a:pt x="523" y="161"/>
                  <a:pt x="523" y="161"/>
                  <a:pt x="523" y="161"/>
                </a:cubicBezTo>
                <a:cubicBezTo>
                  <a:pt x="523" y="161"/>
                  <a:pt x="523" y="161"/>
                  <a:pt x="523" y="161"/>
                </a:cubicBezTo>
                <a:cubicBezTo>
                  <a:pt x="528" y="157"/>
                  <a:pt x="528" y="157"/>
                  <a:pt x="528" y="157"/>
                </a:cubicBezTo>
                <a:cubicBezTo>
                  <a:pt x="528" y="157"/>
                  <a:pt x="528" y="157"/>
                  <a:pt x="528" y="157"/>
                </a:cubicBezTo>
                <a:cubicBezTo>
                  <a:pt x="534" y="154"/>
                  <a:pt x="534" y="154"/>
                  <a:pt x="534" y="154"/>
                </a:cubicBezTo>
                <a:cubicBezTo>
                  <a:pt x="534" y="154"/>
                  <a:pt x="534" y="154"/>
                  <a:pt x="534" y="154"/>
                </a:cubicBezTo>
                <a:cubicBezTo>
                  <a:pt x="539" y="149"/>
                  <a:pt x="539" y="149"/>
                  <a:pt x="539" y="149"/>
                </a:cubicBezTo>
                <a:cubicBezTo>
                  <a:pt x="539" y="149"/>
                  <a:pt x="539" y="149"/>
                  <a:pt x="539" y="149"/>
                </a:cubicBezTo>
                <a:cubicBezTo>
                  <a:pt x="563" y="131"/>
                  <a:pt x="563" y="131"/>
                  <a:pt x="563" y="131"/>
                </a:cubicBezTo>
                <a:cubicBezTo>
                  <a:pt x="563" y="131"/>
                  <a:pt x="563" y="131"/>
                  <a:pt x="563" y="131"/>
                </a:cubicBezTo>
                <a:cubicBezTo>
                  <a:pt x="566" y="133"/>
                  <a:pt x="566" y="133"/>
                  <a:pt x="566" y="133"/>
                </a:cubicBezTo>
                <a:cubicBezTo>
                  <a:pt x="566" y="133"/>
                  <a:pt x="566" y="133"/>
                  <a:pt x="566" y="133"/>
                </a:cubicBezTo>
                <a:cubicBezTo>
                  <a:pt x="566" y="136"/>
                  <a:pt x="566" y="136"/>
                  <a:pt x="566" y="136"/>
                </a:cubicBezTo>
                <a:cubicBezTo>
                  <a:pt x="566" y="136"/>
                  <a:pt x="566" y="136"/>
                  <a:pt x="566" y="136"/>
                </a:cubicBezTo>
                <a:cubicBezTo>
                  <a:pt x="566" y="139"/>
                  <a:pt x="566" y="139"/>
                  <a:pt x="566" y="139"/>
                </a:cubicBezTo>
                <a:cubicBezTo>
                  <a:pt x="566" y="139"/>
                  <a:pt x="566" y="139"/>
                  <a:pt x="566" y="139"/>
                </a:cubicBezTo>
                <a:cubicBezTo>
                  <a:pt x="566" y="142"/>
                  <a:pt x="566" y="142"/>
                  <a:pt x="566" y="142"/>
                </a:cubicBezTo>
                <a:cubicBezTo>
                  <a:pt x="566" y="142"/>
                  <a:pt x="566" y="142"/>
                  <a:pt x="566" y="142"/>
                </a:cubicBezTo>
                <a:cubicBezTo>
                  <a:pt x="566" y="143"/>
                  <a:pt x="566" y="143"/>
                  <a:pt x="566" y="143"/>
                </a:cubicBezTo>
                <a:cubicBezTo>
                  <a:pt x="566" y="143"/>
                  <a:pt x="566" y="143"/>
                  <a:pt x="566" y="143"/>
                </a:cubicBezTo>
                <a:cubicBezTo>
                  <a:pt x="565" y="146"/>
                  <a:pt x="565" y="146"/>
                  <a:pt x="565" y="146"/>
                </a:cubicBezTo>
                <a:cubicBezTo>
                  <a:pt x="565" y="146"/>
                  <a:pt x="565" y="146"/>
                  <a:pt x="565" y="146"/>
                </a:cubicBezTo>
                <a:cubicBezTo>
                  <a:pt x="564" y="148"/>
                  <a:pt x="564" y="148"/>
                  <a:pt x="564" y="148"/>
                </a:cubicBezTo>
                <a:cubicBezTo>
                  <a:pt x="564" y="148"/>
                  <a:pt x="564" y="148"/>
                  <a:pt x="564" y="148"/>
                </a:cubicBezTo>
                <a:cubicBezTo>
                  <a:pt x="564" y="150"/>
                  <a:pt x="564" y="150"/>
                  <a:pt x="564" y="150"/>
                </a:cubicBezTo>
                <a:cubicBezTo>
                  <a:pt x="564" y="150"/>
                  <a:pt x="564" y="150"/>
                  <a:pt x="564" y="150"/>
                </a:cubicBezTo>
                <a:cubicBezTo>
                  <a:pt x="564" y="152"/>
                  <a:pt x="564" y="152"/>
                  <a:pt x="564" y="152"/>
                </a:cubicBezTo>
                <a:cubicBezTo>
                  <a:pt x="564" y="152"/>
                  <a:pt x="564" y="152"/>
                  <a:pt x="564" y="152"/>
                </a:cubicBezTo>
                <a:cubicBezTo>
                  <a:pt x="538" y="171"/>
                  <a:pt x="538" y="171"/>
                  <a:pt x="538" y="171"/>
                </a:cubicBezTo>
                <a:cubicBezTo>
                  <a:pt x="538" y="171"/>
                  <a:pt x="538" y="171"/>
                  <a:pt x="538" y="171"/>
                </a:cubicBezTo>
                <a:cubicBezTo>
                  <a:pt x="562" y="163"/>
                  <a:pt x="562" y="163"/>
                  <a:pt x="562" y="163"/>
                </a:cubicBezTo>
                <a:cubicBezTo>
                  <a:pt x="562" y="163"/>
                  <a:pt x="562" y="163"/>
                  <a:pt x="562" y="163"/>
                </a:cubicBezTo>
                <a:cubicBezTo>
                  <a:pt x="565" y="166"/>
                  <a:pt x="565" y="166"/>
                  <a:pt x="565" y="166"/>
                </a:cubicBezTo>
                <a:cubicBezTo>
                  <a:pt x="565" y="166"/>
                  <a:pt x="565" y="166"/>
                  <a:pt x="565" y="166"/>
                </a:cubicBezTo>
                <a:cubicBezTo>
                  <a:pt x="564" y="169"/>
                  <a:pt x="564" y="169"/>
                  <a:pt x="564" y="169"/>
                </a:cubicBezTo>
                <a:cubicBezTo>
                  <a:pt x="564" y="169"/>
                  <a:pt x="564" y="169"/>
                  <a:pt x="564" y="169"/>
                </a:cubicBezTo>
                <a:cubicBezTo>
                  <a:pt x="564" y="171"/>
                  <a:pt x="564" y="171"/>
                  <a:pt x="564" y="171"/>
                </a:cubicBezTo>
                <a:cubicBezTo>
                  <a:pt x="564" y="171"/>
                  <a:pt x="564" y="171"/>
                  <a:pt x="564" y="171"/>
                </a:cubicBezTo>
                <a:cubicBezTo>
                  <a:pt x="563" y="174"/>
                  <a:pt x="563" y="174"/>
                  <a:pt x="563" y="174"/>
                </a:cubicBezTo>
                <a:cubicBezTo>
                  <a:pt x="563" y="174"/>
                  <a:pt x="563" y="174"/>
                  <a:pt x="563" y="174"/>
                </a:cubicBezTo>
                <a:cubicBezTo>
                  <a:pt x="563" y="176"/>
                  <a:pt x="563" y="176"/>
                  <a:pt x="563" y="176"/>
                </a:cubicBezTo>
                <a:cubicBezTo>
                  <a:pt x="563" y="176"/>
                  <a:pt x="563" y="176"/>
                  <a:pt x="563" y="176"/>
                </a:cubicBezTo>
                <a:cubicBezTo>
                  <a:pt x="561" y="179"/>
                  <a:pt x="561" y="179"/>
                  <a:pt x="561" y="179"/>
                </a:cubicBezTo>
                <a:cubicBezTo>
                  <a:pt x="561" y="179"/>
                  <a:pt x="561" y="179"/>
                  <a:pt x="561" y="179"/>
                </a:cubicBezTo>
                <a:cubicBezTo>
                  <a:pt x="560" y="180"/>
                  <a:pt x="560" y="180"/>
                  <a:pt x="560" y="180"/>
                </a:cubicBezTo>
                <a:cubicBezTo>
                  <a:pt x="560" y="180"/>
                  <a:pt x="560" y="180"/>
                  <a:pt x="560" y="180"/>
                </a:cubicBezTo>
                <a:cubicBezTo>
                  <a:pt x="558" y="182"/>
                  <a:pt x="558" y="182"/>
                  <a:pt x="558" y="182"/>
                </a:cubicBezTo>
                <a:cubicBezTo>
                  <a:pt x="558" y="182"/>
                  <a:pt x="558" y="182"/>
                  <a:pt x="558" y="182"/>
                </a:cubicBezTo>
                <a:cubicBezTo>
                  <a:pt x="556" y="182"/>
                  <a:pt x="556" y="182"/>
                  <a:pt x="556" y="182"/>
                </a:cubicBezTo>
                <a:cubicBezTo>
                  <a:pt x="556" y="182"/>
                  <a:pt x="556" y="182"/>
                  <a:pt x="556" y="182"/>
                </a:cubicBezTo>
                <a:cubicBezTo>
                  <a:pt x="539" y="198"/>
                  <a:pt x="539" y="198"/>
                  <a:pt x="539" y="198"/>
                </a:cubicBezTo>
                <a:cubicBezTo>
                  <a:pt x="539" y="198"/>
                  <a:pt x="539" y="198"/>
                  <a:pt x="539" y="198"/>
                </a:cubicBezTo>
                <a:cubicBezTo>
                  <a:pt x="535" y="201"/>
                  <a:pt x="535" y="201"/>
                  <a:pt x="535" y="201"/>
                </a:cubicBezTo>
                <a:cubicBezTo>
                  <a:pt x="535" y="201"/>
                  <a:pt x="535" y="201"/>
                  <a:pt x="535" y="201"/>
                </a:cubicBezTo>
                <a:cubicBezTo>
                  <a:pt x="532" y="205"/>
                  <a:pt x="532" y="205"/>
                  <a:pt x="532" y="205"/>
                </a:cubicBezTo>
                <a:cubicBezTo>
                  <a:pt x="532" y="205"/>
                  <a:pt x="532" y="205"/>
                  <a:pt x="532" y="205"/>
                </a:cubicBezTo>
                <a:cubicBezTo>
                  <a:pt x="527" y="209"/>
                  <a:pt x="527" y="209"/>
                  <a:pt x="527" y="209"/>
                </a:cubicBezTo>
                <a:cubicBezTo>
                  <a:pt x="527" y="209"/>
                  <a:pt x="527" y="209"/>
                  <a:pt x="527" y="209"/>
                </a:cubicBezTo>
                <a:cubicBezTo>
                  <a:pt x="524" y="213"/>
                  <a:pt x="524" y="213"/>
                  <a:pt x="524" y="213"/>
                </a:cubicBezTo>
                <a:cubicBezTo>
                  <a:pt x="524" y="213"/>
                  <a:pt x="524" y="213"/>
                  <a:pt x="524" y="213"/>
                </a:cubicBezTo>
                <a:cubicBezTo>
                  <a:pt x="520" y="216"/>
                  <a:pt x="520" y="216"/>
                  <a:pt x="520" y="216"/>
                </a:cubicBezTo>
                <a:cubicBezTo>
                  <a:pt x="520" y="216"/>
                  <a:pt x="520" y="216"/>
                  <a:pt x="520" y="216"/>
                </a:cubicBezTo>
                <a:cubicBezTo>
                  <a:pt x="517" y="219"/>
                  <a:pt x="517" y="219"/>
                  <a:pt x="517" y="219"/>
                </a:cubicBezTo>
                <a:cubicBezTo>
                  <a:pt x="517" y="219"/>
                  <a:pt x="517" y="219"/>
                  <a:pt x="517" y="219"/>
                </a:cubicBezTo>
                <a:cubicBezTo>
                  <a:pt x="513" y="221"/>
                  <a:pt x="513" y="221"/>
                  <a:pt x="513" y="221"/>
                </a:cubicBezTo>
                <a:cubicBezTo>
                  <a:pt x="513" y="221"/>
                  <a:pt x="513" y="221"/>
                  <a:pt x="513" y="221"/>
                </a:cubicBezTo>
                <a:cubicBezTo>
                  <a:pt x="509" y="221"/>
                  <a:pt x="509" y="221"/>
                  <a:pt x="509" y="221"/>
                </a:cubicBezTo>
                <a:cubicBezTo>
                  <a:pt x="509" y="221"/>
                  <a:pt x="509" y="221"/>
                  <a:pt x="509" y="221"/>
                </a:cubicBezTo>
                <a:cubicBezTo>
                  <a:pt x="507" y="219"/>
                  <a:pt x="507" y="219"/>
                  <a:pt x="507" y="219"/>
                </a:cubicBezTo>
                <a:cubicBezTo>
                  <a:pt x="507" y="219"/>
                  <a:pt x="507" y="219"/>
                  <a:pt x="507" y="219"/>
                </a:cubicBezTo>
                <a:cubicBezTo>
                  <a:pt x="507" y="217"/>
                  <a:pt x="507" y="217"/>
                  <a:pt x="507" y="217"/>
                </a:cubicBezTo>
                <a:cubicBezTo>
                  <a:pt x="507" y="217"/>
                  <a:pt x="507" y="217"/>
                  <a:pt x="507" y="217"/>
                </a:cubicBezTo>
                <a:cubicBezTo>
                  <a:pt x="508" y="215"/>
                  <a:pt x="508" y="215"/>
                  <a:pt x="508" y="215"/>
                </a:cubicBezTo>
                <a:cubicBezTo>
                  <a:pt x="508" y="215"/>
                  <a:pt x="508" y="215"/>
                  <a:pt x="508" y="215"/>
                </a:cubicBezTo>
                <a:cubicBezTo>
                  <a:pt x="509" y="214"/>
                  <a:pt x="509" y="214"/>
                  <a:pt x="509" y="214"/>
                </a:cubicBezTo>
                <a:cubicBezTo>
                  <a:pt x="509" y="214"/>
                  <a:pt x="509" y="214"/>
                  <a:pt x="509" y="214"/>
                </a:cubicBezTo>
                <a:cubicBezTo>
                  <a:pt x="509" y="212"/>
                  <a:pt x="509" y="212"/>
                  <a:pt x="509" y="212"/>
                </a:cubicBezTo>
                <a:cubicBezTo>
                  <a:pt x="509" y="212"/>
                  <a:pt x="509" y="212"/>
                  <a:pt x="509" y="212"/>
                </a:cubicBezTo>
                <a:cubicBezTo>
                  <a:pt x="510" y="210"/>
                  <a:pt x="510" y="210"/>
                  <a:pt x="510" y="210"/>
                </a:cubicBezTo>
                <a:cubicBezTo>
                  <a:pt x="510" y="210"/>
                  <a:pt x="510" y="210"/>
                  <a:pt x="510" y="210"/>
                </a:cubicBezTo>
                <a:cubicBezTo>
                  <a:pt x="510" y="208"/>
                  <a:pt x="510" y="208"/>
                  <a:pt x="510" y="208"/>
                </a:cubicBezTo>
                <a:cubicBezTo>
                  <a:pt x="510" y="208"/>
                  <a:pt x="510" y="208"/>
                  <a:pt x="510" y="208"/>
                </a:cubicBezTo>
                <a:cubicBezTo>
                  <a:pt x="512" y="205"/>
                  <a:pt x="512" y="205"/>
                  <a:pt x="512" y="205"/>
                </a:cubicBezTo>
                <a:cubicBezTo>
                  <a:pt x="512" y="205"/>
                  <a:pt x="512" y="205"/>
                  <a:pt x="512" y="205"/>
                </a:cubicBezTo>
                <a:cubicBezTo>
                  <a:pt x="509" y="208"/>
                  <a:pt x="509" y="208"/>
                  <a:pt x="509" y="208"/>
                </a:cubicBezTo>
                <a:cubicBezTo>
                  <a:pt x="509" y="208"/>
                  <a:pt x="509" y="208"/>
                  <a:pt x="509" y="208"/>
                </a:cubicBezTo>
                <a:cubicBezTo>
                  <a:pt x="508" y="210"/>
                  <a:pt x="508" y="210"/>
                  <a:pt x="508" y="210"/>
                </a:cubicBezTo>
                <a:cubicBezTo>
                  <a:pt x="508" y="210"/>
                  <a:pt x="508" y="210"/>
                  <a:pt x="508" y="210"/>
                </a:cubicBezTo>
                <a:cubicBezTo>
                  <a:pt x="507" y="212"/>
                  <a:pt x="507" y="212"/>
                  <a:pt x="507" y="212"/>
                </a:cubicBezTo>
                <a:cubicBezTo>
                  <a:pt x="507" y="212"/>
                  <a:pt x="507" y="212"/>
                  <a:pt x="507" y="212"/>
                </a:cubicBezTo>
                <a:cubicBezTo>
                  <a:pt x="507" y="213"/>
                  <a:pt x="507" y="213"/>
                  <a:pt x="507" y="213"/>
                </a:cubicBezTo>
                <a:cubicBezTo>
                  <a:pt x="507" y="213"/>
                  <a:pt x="507" y="213"/>
                  <a:pt x="507" y="213"/>
                </a:cubicBezTo>
                <a:cubicBezTo>
                  <a:pt x="505" y="214"/>
                  <a:pt x="505" y="214"/>
                  <a:pt x="505" y="214"/>
                </a:cubicBezTo>
                <a:cubicBezTo>
                  <a:pt x="505" y="214"/>
                  <a:pt x="505" y="214"/>
                  <a:pt x="505" y="214"/>
                </a:cubicBezTo>
                <a:cubicBezTo>
                  <a:pt x="504" y="215"/>
                  <a:pt x="504" y="215"/>
                  <a:pt x="504" y="215"/>
                </a:cubicBezTo>
                <a:cubicBezTo>
                  <a:pt x="504" y="215"/>
                  <a:pt x="504" y="215"/>
                  <a:pt x="504" y="215"/>
                </a:cubicBezTo>
                <a:cubicBezTo>
                  <a:pt x="503" y="216"/>
                  <a:pt x="503" y="216"/>
                  <a:pt x="503" y="216"/>
                </a:cubicBezTo>
                <a:cubicBezTo>
                  <a:pt x="503" y="216"/>
                  <a:pt x="503" y="216"/>
                  <a:pt x="503" y="216"/>
                </a:cubicBezTo>
                <a:cubicBezTo>
                  <a:pt x="503" y="217"/>
                  <a:pt x="503" y="217"/>
                  <a:pt x="503" y="217"/>
                </a:cubicBezTo>
                <a:cubicBezTo>
                  <a:pt x="503" y="217"/>
                  <a:pt x="503" y="217"/>
                  <a:pt x="503" y="217"/>
                </a:cubicBezTo>
                <a:cubicBezTo>
                  <a:pt x="500" y="223"/>
                  <a:pt x="500" y="223"/>
                  <a:pt x="500" y="223"/>
                </a:cubicBezTo>
                <a:cubicBezTo>
                  <a:pt x="500" y="223"/>
                  <a:pt x="500" y="223"/>
                  <a:pt x="500" y="223"/>
                </a:cubicBezTo>
                <a:cubicBezTo>
                  <a:pt x="497" y="228"/>
                  <a:pt x="497" y="228"/>
                  <a:pt x="497" y="228"/>
                </a:cubicBezTo>
                <a:cubicBezTo>
                  <a:pt x="497" y="228"/>
                  <a:pt x="497" y="228"/>
                  <a:pt x="497" y="228"/>
                </a:cubicBezTo>
                <a:cubicBezTo>
                  <a:pt x="494" y="233"/>
                  <a:pt x="494" y="233"/>
                  <a:pt x="494" y="233"/>
                </a:cubicBezTo>
                <a:cubicBezTo>
                  <a:pt x="494" y="233"/>
                  <a:pt x="494" y="233"/>
                  <a:pt x="494" y="233"/>
                </a:cubicBezTo>
                <a:cubicBezTo>
                  <a:pt x="490" y="237"/>
                  <a:pt x="490" y="237"/>
                  <a:pt x="490" y="237"/>
                </a:cubicBezTo>
                <a:cubicBezTo>
                  <a:pt x="490" y="237"/>
                  <a:pt x="490" y="237"/>
                  <a:pt x="490" y="237"/>
                </a:cubicBezTo>
                <a:cubicBezTo>
                  <a:pt x="487" y="243"/>
                  <a:pt x="487" y="243"/>
                  <a:pt x="487" y="243"/>
                </a:cubicBezTo>
                <a:cubicBezTo>
                  <a:pt x="487" y="243"/>
                  <a:pt x="487" y="243"/>
                  <a:pt x="487" y="243"/>
                </a:cubicBezTo>
                <a:cubicBezTo>
                  <a:pt x="486" y="247"/>
                  <a:pt x="486" y="247"/>
                  <a:pt x="486" y="247"/>
                </a:cubicBezTo>
                <a:cubicBezTo>
                  <a:pt x="486" y="247"/>
                  <a:pt x="486" y="247"/>
                  <a:pt x="486" y="247"/>
                </a:cubicBezTo>
                <a:cubicBezTo>
                  <a:pt x="485" y="252"/>
                  <a:pt x="485" y="252"/>
                  <a:pt x="485" y="252"/>
                </a:cubicBezTo>
                <a:cubicBezTo>
                  <a:pt x="485" y="252"/>
                  <a:pt x="485" y="252"/>
                  <a:pt x="485" y="252"/>
                </a:cubicBezTo>
                <a:cubicBezTo>
                  <a:pt x="489" y="256"/>
                  <a:pt x="489" y="256"/>
                  <a:pt x="489" y="256"/>
                </a:cubicBezTo>
                <a:cubicBezTo>
                  <a:pt x="489" y="256"/>
                  <a:pt x="489" y="256"/>
                  <a:pt x="489" y="256"/>
                </a:cubicBezTo>
                <a:cubicBezTo>
                  <a:pt x="489" y="257"/>
                  <a:pt x="489" y="257"/>
                  <a:pt x="489" y="257"/>
                </a:cubicBezTo>
                <a:cubicBezTo>
                  <a:pt x="489" y="257"/>
                  <a:pt x="489" y="257"/>
                  <a:pt x="489" y="257"/>
                </a:cubicBezTo>
                <a:cubicBezTo>
                  <a:pt x="490" y="258"/>
                  <a:pt x="490" y="258"/>
                  <a:pt x="490" y="258"/>
                </a:cubicBezTo>
                <a:cubicBezTo>
                  <a:pt x="490" y="258"/>
                  <a:pt x="490" y="258"/>
                  <a:pt x="490" y="258"/>
                </a:cubicBezTo>
                <a:cubicBezTo>
                  <a:pt x="490" y="258"/>
                  <a:pt x="490" y="258"/>
                  <a:pt x="490" y="258"/>
                </a:cubicBezTo>
                <a:cubicBezTo>
                  <a:pt x="490" y="258"/>
                  <a:pt x="490" y="258"/>
                  <a:pt x="490" y="258"/>
                </a:cubicBezTo>
                <a:cubicBezTo>
                  <a:pt x="493" y="258"/>
                  <a:pt x="493" y="258"/>
                  <a:pt x="493" y="258"/>
                </a:cubicBezTo>
                <a:cubicBezTo>
                  <a:pt x="493" y="258"/>
                  <a:pt x="493" y="258"/>
                  <a:pt x="493" y="258"/>
                </a:cubicBezTo>
                <a:cubicBezTo>
                  <a:pt x="494" y="258"/>
                  <a:pt x="494" y="258"/>
                  <a:pt x="494" y="258"/>
                </a:cubicBezTo>
                <a:cubicBezTo>
                  <a:pt x="494" y="258"/>
                  <a:pt x="494" y="258"/>
                  <a:pt x="494" y="258"/>
                </a:cubicBezTo>
                <a:cubicBezTo>
                  <a:pt x="496" y="258"/>
                  <a:pt x="496" y="258"/>
                  <a:pt x="496" y="258"/>
                </a:cubicBezTo>
                <a:cubicBezTo>
                  <a:pt x="496" y="258"/>
                  <a:pt x="496" y="258"/>
                  <a:pt x="496" y="258"/>
                </a:cubicBezTo>
                <a:cubicBezTo>
                  <a:pt x="497" y="258"/>
                  <a:pt x="497" y="258"/>
                  <a:pt x="497" y="258"/>
                </a:cubicBezTo>
                <a:cubicBezTo>
                  <a:pt x="497" y="258"/>
                  <a:pt x="497" y="258"/>
                  <a:pt x="497" y="258"/>
                </a:cubicBezTo>
                <a:cubicBezTo>
                  <a:pt x="499" y="257"/>
                  <a:pt x="499" y="257"/>
                  <a:pt x="499" y="257"/>
                </a:cubicBezTo>
                <a:cubicBezTo>
                  <a:pt x="499" y="257"/>
                  <a:pt x="499" y="257"/>
                  <a:pt x="499" y="257"/>
                </a:cubicBezTo>
                <a:cubicBezTo>
                  <a:pt x="506" y="250"/>
                  <a:pt x="506" y="250"/>
                  <a:pt x="506" y="250"/>
                </a:cubicBezTo>
                <a:cubicBezTo>
                  <a:pt x="506" y="250"/>
                  <a:pt x="506" y="250"/>
                  <a:pt x="506" y="250"/>
                </a:cubicBezTo>
                <a:cubicBezTo>
                  <a:pt x="514" y="242"/>
                  <a:pt x="514" y="242"/>
                  <a:pt x="514" y="242"/>
                </a:cubicBezTo>
                <a:cubicBezTo>
                  <a:pt x="514" y="242"/>
                  <a:pt x="514" y="242"/>
                  <a:pt x="514" y="242"/>
                </a:cubicBezTo>
                <a:cubicBezTo>
                  <a:pt x="519" y="233"/>
                  <a:pt x="519" y="233"/>
                  <a:pt x="519" y="233"/>
                </a:cubicBezTo>
                <a:cubicBezTo>
                  <a:pt x="519" y="233"/>
                  <a:pt x="519" y="233"/>
                  <a:pt x="519" y="233"/>
                </a:cubicBezTo>
                <a:cubicBezTo>
                  <a:pt x="525" y="223"/>
                  <a:pt x="525" y="223"/>
                  <a:pt x="525" y="223"/>
                </a:cubicBezTo>
                <a:cubicBezTo>
                  <a:pt x="525" y="223"/>
                  <a:pt x="525" y="223"/>
                  <a:pt x="525" y="223"/>
                </a:cubicBezTo>
                <a:cubicBezTo>
                  <a:pt x="531" y="214"/>
                  <a:pt x="531" y="214"/>
                  <a:pt x="531" y="214"/>
                </a:cubicBezTo>
                <a:cubicBezTo>
                  <a:pt x="531" y="214"/>
                  <a:pt x="531" y="214"/>
                  <a:pt x="531" y="214"/>
                </a:cubicBezTo>
                <a:cubicBezTo>
                  <a:pt x="537" y="205"/>
                  <a:pt x="537" y="205"/>
                  <a:pt x="537" y="205"/>
                </a:cubicBezTo>
                <a:cubicBezTo>
                  <a:pt x="537" y="205"/>
                  <a:pt x="537" y="205"/>
                  <a:pt x="537" y="205"/>
                </a:cubicBezTo>
                <a:cubicBezTo>
                  <a:pt x="544" y="198"/>
                  <a:pt x="544" y="198"/>
                  <a:pt x="544" y="198"/>
                </a:cubicBezTo>
                <a:cubicBezTo>
                  <a:pt x="544" y="198"/>
                  <a:pt x="544" y="198"/>
                  <a:pt x="544" y="198"/>
                </a:cubicBezTo>
                <a:cubicBezTo>
                  <a:pt x="554" y="190"/>
                  <a:pt x="554" y="190"/>
                  <a:pt x="554" y="190"/>
                </a:cubicBezTo>
                <a:cubicBezTo>
                  <a:pt x="554" y="190"/>
                  <a:pt x="554" y="190"/>
                  <a:pt x="554" y="190"/>
                </a:cubicBezTo>
                <a:cubicBezTo>
                  <a:pt x="554" y="190"/>
                  <a:pt x="554" y="190"/>
                  <a:pt x="554" y="190"/>
                </a:cubicBezTo>
                <a:cubicBezTo>
                  <a:pt x="554" y="190"/>
                  <a:pt x="554" y="190"/>
                  <a:pt x="554" y="190"/>
                </a:cubicBezTo>
                <a:cubicBezTo>
                  <a:pt x="555" y="190"/>
                  <a:pt x="555" y="190"/>
                  <a:pt x="555" y="190"/>
                </a:cubicBezTo>
                <a:cubicBezTo>
                  <a:pt x="555" y="190"/>
                  <a:pt x="555" y="190"/>
                  <a:pt x="555" y="190"/>
                </a:cubicBezTo>
                <a:cubicBezTo>
                  <a:pt x="556" y="190"/>
                  <a:pt x="556" y="190"/>
                  <a:pt x="556" y="190"/>
                </a:cubicBezTo>
                <a:cubicBezTo>
                  <a:pt x="556" y="190"/>
                  <a:pt x="556" y="190"/>
                  <a:pt x="556" y="190"/>
                </a:cubicBezTo>
                <a:cubicBezTo>
                  <a:pt x="557" y="189"/>
                  <a:pt x="557" y="189"/>
                  <a:pt x="557" y="189"/>
                </a:cubicBezTo>
                <a:cubicBezTo>
                  <a:pt x="557" y="189"/>
                  <a:pt x="557" y="189"/>
                  <a:pt x="557" y="189"/>
                </a:cubicBezTo>
                <a:cubicBezTo>
                  <a:pt x="558" y="189"/>
                  <a:pt x="558" y="189"/>
                  <a:pt x="558" y="189"/>
                </a:cubicBezTo>
                <a:cubicBezTo>
                  <a:pt x="558" y="189"/>
                  <a:pt x="558" y="189"/>
                  <a:pt x="558" y="189"/>
                </a:cubicBezTo>
                <a:cubicBezTo>
                  <a:pt x="559" y="189"/>
                  <a:pt x="559" y="189"/>
                  <a:pt x="559" y="189"/>
                </a:cubicBezTo>
                <a:cubicBezTo>
                  <a:pt x="559" y="189"/>
                  <a:pt x="559" y="189"/>
                  <a:pt x="559" y="189"/>
                </a:cubicBezTo>
                <a:cubicBezTo>
                  <a:pt x="560" y="189"/>
                  <a:pt x="560" y="189"/>
                  <a:pt x="560" y="189"/>
                </a:cubicBezTo>
                <a:cubicBezTo>
                  <a:pt x="560" y="189"/>
                  <a:pt x="560" y="189"/>
                  <a:pt x="560" y="189"/>
                </a:cubicBezTo>
                <a:cubicBezTo>
                  <a:pt x="561" y="189"/>
                  <a:pt x="561" y="189"/>
                  <a:pt x="561" y="189"/>
                </a:cubicBezTo>
                <a:cubicBezTo>
                  <a:pt x="561" y="189"/>
                  <a:pt x="561" y="189"/>
                  <a:pt x="561" y="189"/>
                </a:cubicBezTo>
                <a:cubicBezTo>
                  <a:pt x="561" y="192"/>
                  <a:pt x="561" y="192"/>
                  <a:pt x="561" y="192"/>
                </a:cubicBezTo>
                <a:cubicBezTo>
                  <a:pt x="561" y="192"/>
                  <a:pt x="561" y="192"/>
                  <a:pt x="561" y="192"/>
                </a:cubicBezTo>
                <a:cubicBezTo>
                  <a:pt x="561" y="195"/>
                  <a:pt x="561" y="195"/>
                  <a:pt x="561" y="195"/>
                </a:cubicBezTo>
                <a:cubicBezTo>
                  <a:pt x="561" y="195"/>
                  <a:pt x="561" y="195"/>
                  <a:pt x="561" y="195"/>
                </a:cubicBezTo>
                <a:cubicBezTo>
                  <a:pt x="561" y="198"/>
                  <a:pt x="561" y="198"/>
                  <a:pt x="561" y="198"/>
                </a:cubicBezTo>
                <a:cubicBezTo>
                  <a:pt x="561" y="198"/>
                  <a:pt x="561" y="198"/>
                  <a:pt x="561" y="198"/>
                </a:cubicBezTo>
                <a:cubicBezTo>
                  <a:pt x="562" y="200"/>
                  <a:pt x="562" y="200"/>
                  <a:pt x="562" y="200"/>
                </a:cubicBezTo>
                <a:cubicBezTo>
                  <a:pt x="562" y="200"/>
                  <a:pt x="562" y="200"/>
                  <a:pt x="562" y="200"/>
                </a:cubicBezTo>
                <a:cubicBezTo>
                  <a:pt x="561" y="203"/>
                  <a:pt x="561" y="203"/>
                  <a:pt x="561" y="203"/>
                </a:cubicBezTo>
                <a:cubicBezTo>
                  <a:pt x="561" y="203"/>
                  <a:pt x="561" y="203"/>
                  <a:pt x="561" y="203"/>
                </a:cubicBezTo>
                <a:cubicBezTo>
                  <a:pt x="561" y="205"/>
                  <a:pt x="561" y="205"/>
                  <a:pt x="561" y="205"/>
                </a:cubicBezTo>
                <a:cubicBezTo>
                  <a:pt x="561" y="205"/>
                  <a:pt x="561" y="205"/>
                  <a:pt x="561" y="205"/>
                </a:cubicBezTo>
                <a:cubicBezTo>
                  <a:pt x="561" y="208"/>
                  <a:pt x="561" y="208"/>
                  <a:pt x="561" y="208"/>
                </a:cubicBezTo>
                <a:cubicBezTo>
                  <a:pt x="561" y="208"/>
                  <a:pt x="561" y="208"/>
                  <a:pt x="561" y="208"/>
                </a:cubicBezTo>
                <a:cubicBezTo>
                  <a:pt x="561" y="210"/>
                  <a:pt x="561" y="210"/>
                  <a:pt x="561" y="210"/>
                </a:cubicBezTo>
                <a:cubicBezTo>
                  <a:pt x="561" y="210"/>
                  <a:pt x="561" y="210"/>
                  <a:pt x="561" y="210"/>
                </a:cubicBezTo>
                <a:cubicBezTo>
                  <a:pt x="559" y="211"/>
                  <a:pt x="559" y="211"/>
                  <a:pt x="559" y="211"/>
                </a:cubicBezTo>
                <a:cubicBezTo>
                  <a:pt x="559" y="211"/>
                  <a:pt x="559" y="211"/>
                  <a:pt x="559" y="211"/>
                </a:cubicBezTo>
                <a:cubicBezTo>
                  <a:pt x="558" y="212"/>
                  <a:pt x="558" y="212"/>
                  <a:pt x="558" y="212"/>
                </a:cubicBezTo>
                <a:cubicBezTo>
                  <a:pt x="558" y="212"/>
                  <a:pt x="558" y="212"/>
                  <a:pt x="558" y="212"/>
                </a:cubicBezTo>
                <a:cubicBezTo>
                  <a:pt x="557" y="213"/>
                  <a:pt x="557" y="213"/>
                  <a:pt x="557" y="213"/>
                </a:cubicBezTo>
                <a:cubicBezTo>
                  <a:pt x="557" y="213"/>
                  <a:pt x="557" y="213"/>
                  <a:pt x="557" y="213"/>
                </a:cubicBezTo>
                <a:cubicBezTo>
                  <a:pt x="556" y="213"/>
                  <a:pt x="556" y="213"/>
                  <a:pt x="556" y="213"/>
                </a:cubicBezTo>
                <a:cubicBezTo>
                  <a:pt x="556" y="213"/>
                  <a:pt x="556" y="213"/>
                  <a:pt x="556" y="213"/>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5" y="214"/>
                  <a:pt x="555" y="214"/>
                  <a:pt x="555" y="214"/>
                </a:cubicBezTo>
                <a:cubicBezTo>
                  <a:pt x="553" y="215"/>
                  <a:pt x="553" y="215"/>
                  <a:pt x="553" y="215"/>
                </a:cubicBezTo>
                <a:cubicBezTo>
                  <a:pt x="553" y="215"/>
                  <a:pt x="553" y="215"/>
                  <a:pt x="553" y="215"/>
                </a:cubicBezTo>
                <a:cubicBezTo>
                  <a:pt x="553" y="217"/>
                  <a:pt x="553" y="217"/>
                  <a:pt x="553" y="217"/>
                </a:cubicBezTo>
                <a:cubicBezTo>
                  <a:pt x="553" y="217"/>
                  <a:pt x="553" y="217"/>
                  <a:pt x="553" y="217"/>
                </a:cubicBezTo>
                <a:cubicBezTo>
                  <a:pt x="553" y="219"/>
                  <a:pt x="553" y="219"/>
                  <a:pt x="553" y="219"/>
                </a:cubicBezTo>
                <a:cubicBezTo>
                  <a:pt x="553" y="219"/>
                  <a:pt x="553" y="219"/>
                  <a:pt x="553" y="219"/>
                </a:cubicBezTo>
                <a:cubicBezTo>
                  <a:pt x="553" y="220"/>
                  <a:pt x="553" y="220"/>
                  <a:pt x="553" y="220"/>
                </a:cubicBezTo>
                <a:cubicBezTo>
                  <a:pt x="553" y="220"/>
                  <a:pt x="553" y="220"/>
                  <a:pt x="553" y="220"/>
                </a:cubicBezTo>
                <a:cubicBezTo>
                  <a:pt x="553" y="222"/>
                  <a:pt x="553" y="222"/>
                  <a:pt x="553" y="222"/>
                </a:cubicBezTo>
                <a:cubicBezTo>
                  <a:pt x="553" y="222"/>
                  <a:pt x="553" y="222"/>
                  <a:pt x="553" y="222"/>
                </a:cubicBezTo>
                <a:cubicBezTo>
                  <a:pt x="554" y="223"/>
                  <a:pt x="554" y="223"/>
                  <a:pt x="554" y="223"/>
                </a:cubicBezTo>
                <a:cubicBezTo>
                  <a:pt x="554" y="223"/>
                  <a:pt x="554" y="223"/>
                  <a:pt x="554" y="223"/>
                </a:cubicBezTo>
                <a:cubicBezTo>
                  <a:pt x="555" y="225"/>
                  <a:pt x="555" y="225"/>
                  <a:pt x="555" y="225"/>
                </a:cubicBezTo>
                <a:cubicBezTo>
                  <a:pt x="555" y="225"/>
                  <a:pt x="555" y="225"/>
                  <a:pt x="555" y="225"/>
                </a:cubicBezTo>
                <a:cubicBezTo>
                  <a:pt x="556" y="225"/>
                  <a:pt x="556" y="225"/>
                  <a:pt x="556" y="225"/>
                </a:cubicBezTo>
                <a:cubicBezTo>
                  <a:pt x="556" y="225"/>
                  <a:pt x="556" y="225"/>
                  <a:pt x="556" y="225"/>
                </a:cubicBezTo>
                <a:cubicBezTo>
                  <a:pt x="562" y="227"/>
                  <a:pt x="562" y="227"/>
                  <a:pt x="562" y="227"/>
                </a:cubicBezTo>
                <a:cubicBezTo>
                  <a:pt x="562" y="227"/>
                  <a:pt x="562" y="227"/>
                  <a:pt x="562" y="227"/>
                </a:cubicBezTo>
                <a:cubicBezTo>
                  <a:pt x="558" y="268"/>
                  <a:pt x="558" y="268"/>
                  <a:pt x="558" y="268"/>
                </a:cubicBezTo>
                <a:cubicBezTo>
                  <a:pt x="558" y="268"/>
                  <a:pt x="558" y="268"/>
                  <a:pt x="558" y="268"/>
                </a:cubicBezTo>
                <a:cubicBezTo>
                  <a:pt x="555" y="269"/>
                  <a:pt x="555" y="269"/>
                  <a:pt x="555" y="269"/>
                </a:cubicBezTo>
                <a:cubicBezTo>
                  <a:pt x="555" y="269"/>
                  <a:pt x="555" y="269"/>
                  <a:pt x="555" y="269"/>
                </a:cubicBezTo>
                <a:cubicBezTo>
                  <a:pt x="551" y="270"/>
                  <a:pt x="551" y="270"/>
                  <a:pt x="551" y="270"/>
                </a:cubicBezTo>
                <a:cubicBezTo>
                  <a:pt x="551" y="270"/>
                  <a:pt x="551" y="270"/>
                  <a:pt x="551" y="270"/>
                </a:cubicBezTo>
                <a:cubicBezTo>
                  <a:pt x="548" y="272"/>
                  <a:pt x="548" y="272"/>
                  <a:pt x="548" y="272"/>
                </a:cubicBezTo>
                <a:cubicBezTo>
                  <a:pt x="548" y="272"/>
                  <a:pt x="548" y="272"/>
                  <a:pt x="548" y="272"/>
                </a:cubicBezTo>
                <a:cubicBezTo>
                  <a:pt x="546" y="272"/>
                  <a:pt x="546" y="272"/>
                  <a:pt x="546" y="272"/>
                </a:cubicBezTo>
                <a:cubicBezTo>
                  <a:pt x="546" y="272"/>
                  <a:pt x="546" y="272"/>
                  <a:pt x="546" y="272"/>
                </a:cubicBezTo>
                <a:cubicBezTo>
                  <a:pt x="543" y="274"/>
                  <a:pt x="543" y="274"/>
                  <a:pt x="543" y="274"/>
                </a:cubicBezTo>
                <a:cubicBezTo>
                  <a:pt x="543" y="274"/>
                  <a:pt x="543" y="274"/>
                  <a:pt x="543" y="274"/>
                </a:cubicBezTo>
                <a:cubicBezTo>
                  <a:pt x="541" y="275"/>
                  <a:pt x="541" y="275"/>
                  <a:pt x="541" y="275"/>
                </a:cubicBezTo>
                <a:cubicBezTo>
                  <a:pt x="541" y="275"/>
                  <a:pt x="541" y="275"/>
                  <a:pt x="541" y="275"/>
                </a:cubicBezTo>
                <a:cubicBezTo>
                  <a:pt x="539" y="276"/>
                  <a:pt x="539" y="276"/>
                  <a:pt x="539" y="276"/>
                </a:cubicBezTo>
                <a:cubicBezTo>
                  <a:pt x="539" y="276"/>
                  <a:pt x="539" y="276"/>
                  <a:pt x="539" y="276"/>
                </a:cubicBezTo>
                <a:cubicBezTo>
                  <a:pt x="538" y="277"/>
                  <a:pt x="538" y="277"/>
                  <a:pt x="538" y="277"/>
                </a:cubicBezTo>
                <a:cubicBezTo>
                  <a:pt x="538" y="277"/>
                  <a:pt x="538" y="277"/>
                  <a:pt x="538" y="277"/>
                </a:cubicBezTo>
                <a:cubicBezTo>
                  <a:pt x="538" y="279"/>
                  <a:pt x="538" y="279"/>
                  <a:pt x="538" y="279"/>
                </a:cubicBezTo>
                <a:cubicBezTo>
                  <a:pt x="538" y="279"/>
                  <a:pt x="538" y="279"/>
                  <a:pt x="538" y="279"/>
                </a:cubicBezTo>
                <a:cubicBezTo>
                  <a:pt x="539" y="280"/>
                  <a:pt x="539" y="280"/>
                  <a:pt x="539" y="280"/>
                </a:cubicBezTo>
                <a:cubicBezTo>
                  <a:pt x="539" y="280"/>
                  <a:pt x="539" y="280"/>
                  <a:pt x="539" y="280"/>
                </a:cubicBezTo>
                <a:cubicBezTo>
                  <a:pt x="539" y="281"/>
                  <a:pt x="539" y="281"/>
                  <a:pt x="539" y="281"/>
                </a:cubicBezTo>
                <a:cubicBezTo>
                  <a:pt x="539" y="281"/>
                  <a:pt x="539" y="281"/>
                  <a:pt x="539" y="281"/>
                </a:cubicBezTo>
                <a:cubicBezTo>
                  <a:pt x="540" y="282"/>
                  <a:pt x="540" y="282"/>
                  <a:pt x="540" y="282"/>
                </a:cubicBezTo>
                <a:cubicBezTo>
                  <a:pt x="540" y="282"/>
                  <a:pt x="540" y="282"/>
                  <a:pt x="540" y="282"/>
                </a:cubicBezTo>
                <a:cubicBezTo>
                  <a:pt x="540" y="282"/>
                  <a:pt x="540" y="282"/>
                  <a:pt x="540" y="282"/>
                </a:cubicBezTo>
                <a:cubicBezTo>
                  <a:pt x="540" y="282"/>
                  <a:pt x="540" y="282"/>
                  <a:pt x="540" y="282"/>
                </a:cubicBezTo>
                <a:cubicBezTo>
                  <a:pt x="541" y="283"/>
                  <a:pt x="541" y="283"/>
                  <a:pt x="541" y="283"/>
                </a:cubicBezTo>
                <a:cubicBezTo>
                  <a:pt x="541" y="283"/>
                  <a:pt x="541" y="283"/>
                  <a:pt x="541" y="283"/>
                </a:cubicBezTo>
                <a:cubicBezTo>
                  <a:pt x="541" y="284"/>
                  <a:pt x="541" y="284"/>
                  <a:pt x="541" y="284"/>
                </a:cubicBezTo>
                <a:cubicBezTo>
                  <a:pt x="541" y="284"/>
                  <a:pt x="541" y="284"/>
                  <a:pt x="541" y="284"/>
                </a:cubicBezTo>
                <a:cubicBezTo>
                  <a:pt x="542" y="284"/>
                  <a:pt x="542" y="284"/>
                  <a:pt x="542" y="284"/>
                </a:cubicBezTo>
                <a:cubicBezTo>
                  <a:pt x="542" y="284"/>
                  <a:pt x="542" y="284"/>
                  <a:pt x="542" y="284"/>
                </a:cubicBezTo>
                <a:cubicBezTo>
                  <a:pt x="543" y="285"/>
                  <a:pt x="543" y="285"/>
                  <a:pt x="543" y="285"/>
                </a:cubicBezTo>
                <a:cubicBezTo>
                  <a:pt x="543" y="285"/>
                  <a:pt x="543" y="285"/>
                  <a:pt x="543" y="285"/>
                </a:cubicBezTo>
                <a:cubicBezTo>
                  <a:pt x="545" y="286"/>
                  <a:pt x="545" y="286"/>
                  <a:pt x="545" y="286"/>
                </a:cubicBezTo>
                <a:cubicBezTo>
                  <a:pt x="545" y="286"/>
                  <a:pt x="545" y="286"/>
                  <a:pt x="545" y="286"/>
                </a:cubicBezTo>
                <a:cubicBezTo>
                  <a:pt x="547" y="287"/>
                  <a:pt x="547" y="287"/>
                  <a:pt x="547" y="287"/>
                </a:cubicBezTo>
                <a:cubicBezTo>
                  <a:pt x="547" y="287"/>
                  <a:pt x="547" y="287"/>
                  <a:pt x="547" y="287"/>
                </a:cubicBezTo>
                <a:cubicBezTo>
                  <a:pt x="549" y="287"/>
                  <a:pt x="549" y="287"/>
                  <a:pt x="549" y="287"/>
                </a:cubicBezTo>
                <a:cubicBezTo>
                  <a:pt x="549" y="287"/>
                  <a:pt x="549" y="287"/>
                  <a:pt x="549" y="287"/>
                </a:cubicBezTo>
                <a:cubicBezTo>
                  <a:pt x="550" y="288"/>
                  <a:pt x="550" y="288"/>
                  <a:pt x="550" y="288"/>
                </a:cubicBezTo>
                <a:cubicBezTo>
                  <a:pt x="550" y="288"/>
                  <a:pt x="550" y="288"/>
                  <a:pt x="550" y="288"/>
                </a:cubicBezTo>
                <a:cubicBezTo>
                  <a:pt x="553" y="288"/>
                  <a:pt x="553" y="288"/>
                  <a:pt x="553" y="288"/>
                </a:cubicBezTo>
                <a:cubicBezTo>
                  <a:pt x="553" y="288"/>
                  <a:pt x="553" y="288"/>
                  <a:pt x="553" y="288"/>
                </a:cubicBezTo>
                <a:cubicBezTo>
                  <a:pt x="554" y="289"/>
                  <a:pt x="554" y="289"/>
                  <a:pt x="554" y="289"/>
                </a:cubicBezTo>
                <a:cubicBezTo>
                  <a:pt x="554" y="289"/>
                  <a:pt x="554" y="289"/>
                  <a:pt x="554" y="289"/>
                </a:cubicBezTo>
                <a:cubicBezTo>
                  <a:pt x="556" y="289"/>
                  <a:pt x="556" y="289"/>
                  <a:pt x="556" y="289"/>
                </a:cubicBezTo>
                <a:cubicBezTo>
                  <a:pt x="556" y="289"/>
                  <a:pt x="556" y="289"/>
                  <a:pt x="556" y="289"/>
                </a:cubicBezTo>
                <a:cubicBezTo>
                  <a:pt x="554" y="375"/>
                  <a:pt x="554" y="375"/>
                  <a:pt x="554" y="375"/>
                </a:cubicBezTo>
                <a:cubicBezTo>
                  <a:pt x="554" y="375"/>
                  <a:pt x="554" y="375"/>
                  <a:pt x="554" y="375"/>
                </a:cubicBezTo>
                <a:cubicBezTo>
                  <a:pt x="550" y="378"/>
                  <a:pt x="550" y="378"/>
                  <a:pt x="550" y="378"/>
                </a:cubicBezTo>
                <a:cubicBezTo>
                  <a:pt x="550" y="378"/>
                  <a:pt x="550" y="378"/>
                  <a:pt x="550" y="378"/>
                </a:cubicBezTo>
                <a:cubicBezTo>
                  <a:pt x="545" y="379"/>
                  <a:pt x="545" y="379"/>
                  <a:pt x="545" y="379"/>
                </a:cubicBezTo>
                <a:cubicBezTo>
                  <a:pt x="545" y="379"/>
                  <a:pt x="545" y="379"/>
                  <a:pt x="545" y="379"/>
                </a:cubicBezTo>
                <a:cubicBezTo>
                  <a:pt x="541" y="379"/>
                  <a:pt x="541" y="379"/>
                  <a:pt x="541" y="379"/>
                </a:cubicBezTo>
                <a:cubicBezTo>
                  <a:pt x="541" y="379"/>
                  <a:pt x="541" y="379"/>
                  <a:pt x="541" y="379"/>
                </a:cubicBezTo>
                <a:cubicBezTo>
                  <a:pt x="536" y="379"/>
                  <a:pt x="536" y="379"/>
                  <a:pt x="536" y="379"/>
                </a:cubicBezTo>
                <a:cubicBezTo>
                  <a:pt x="536" y="379"/>
                  <a:pt x="536" y="379"/>
                  <a:pt x="536" y="379"/>
                </a:cubicBezTo>
                <a:cubicBezTo>
                  <a:pt x="532" y="378"/>
                  <a:pt x="532" y="378"/>
                  <a:pt x="532" y="378"/>
                </a:cubicBezTo>
                <a:cubicBezTo>
                  <a:pt x="532" y="378"/>
                  <a:pt x="532" y="378"/>
                  <a:pt x="532" y="378"/>
                </a:cubicBezTo>
                <a:cubicBezTo>
                  <a:pt x="526" y="378"/>
                  <a:pt x="526" y="378"/>
                  <a:pt x="526" y="378"/>
                </a:cubicBezTo>
                <a:cubicBezTo>
                  <a:pt x="526" y="378"/>
                  <a:pt x="526" y="378"/>
                  <a:pt x="526" y="378"/>
                </a:cubicBezTo>
                <a:cubicBezTo>
                  <a:pt x="523" y="378"/>
                  <a:pt x="523" y="378"/>
                  <a:pt x="523" y="378"/>
                </a:cubicBezTo>
                <a:cubicBezTo>
                  <a:pt x="523" y="378"/>
                  <a:pt x="523" y="378"/>
                  <a:pt x="523" y="378"/>
                </a:cubicBezTo>
                <a:cubicBezTo>
                  <a:pt x="518" y="378"/>
                  <a:pt x="518" y="378"/>
                  <a:pt x="518" y="378"/>
                </a:cubicBezTo>
                <a:cubicBezTo>
                  <a:pt x="518" y="378"/>
                  <a:pt x="518" y="378"/>
                  <a:pt x="518" y="378"/>
                </a:cubicBezTo>
                <a:cubicBezTo>
                  <a:pt x="515" y="378"/>
                  <a:pt x="515" y="378"/>
                  <a:pt x="515" y="378"/>
                </a:cubicBezTo>
                <a:cubicBezTo>
                  <a:pt x="515" y="378"/>
                  <a:pt x="515" y="378"/>
                  <a:pt x="515" y="378"/>
                </a:cubicBezTo>
                <a:cubicBezTo>
                  <a:pt x="514" y="381"/>
                  <a:pt x="514" y="381"/>
                  <a:pt x="514" y="381"/>
                </a:cubicBezTo>
                <a:cubicBezTo>
                  <a:pt x="514" y="381"/>
                  <a:pt x="514" y="381"/>
                  <a:pt x="514" y="381"/>
                </a:cubicBezTo>
                <a:cubicBezTo>
                  <a:pt x="522" y="383"/>
                  <a:pt x="522" y="383"/>
                  <a:pt x="522" y="383"/>
                </a:cubicBezTo>
                <a:cubicBezTo>
                  <a:pt x="522" y="383"/>
                  <a:pt x="522" y="383"/>
                  <a:pt x="522" y="383"/>
                </a:cubicBezTo>
                <a:cubicBezTo>
                  <a:pt x="531" y="386"/>
                  <a:pt x="531" y="386"/>
                  <a:pt x="531" y="386"/>
                </a:cubicBezTo>
                <a:cubicBezTo>
                  <a:pt x="531" y="386"/>
                  <a:pt x="531" y="386"/>
                  <a:pt x="531" y="386"/>
                </a:cubicBezTo>
                <a:cubicBezTo>
                  <a:pt x="538" y="390"/>
                  <a:pt x="538" y="390"/>
                  <a:pt x="538" y="390"/>
                </a:cubicBezTo>
                <a:cubicBezTo>
                  <a:pt x="538" y="390"/>
                  <a:pt x="538" y="390"/>
                  <a:pt x="538" y="390"/>
                </a:cubicBezTo>
                <a:cubicBezTo>
                  <a:pt x="546" y="393"/>
                  <a:pt x="546" y="393"/>
                  <a:pt x="546" y="393"/>
                </a:cubicBezTo>
                <a:cubicBezTo>
                  <a:pt x="546" y="393"/>
                  <a:pt x="546" y="393"/>
                  <a:pt x="546" y="393"/>
                </a:cubicBezTo>
                <a:cubicBezTo>
                  <a:pt x="553" y="397"/>
                  <a:pt x="553" y="397"/>
                  <a:pt x="553" y="397"/>
                </a:cubicBezTo>
                <a:cubicBezTo>
                  <a:pt x="553" y="397"/>
                  <a:pt x="553" y="397"/>
                  <a:pt x="553" y="397"/>
                </a:cubicBezTo>
                <a:cubicBezTo>
                  <a:pt x="559" y="402"/>
                  <a:pt x="559" y="402"/>
                  <a:pt x="559" y="402"/>
                </a:cubicBezTo>
                <a:cubicBezTo>
                  <a:pt x="559" y="402"/>
                  <a:pt x="559" y="402"/>
                  <a:pt x="559" y="402"/>
                </a:cubicBezTo>
                <a:cubicBezTo>
                  <a:pt x="565" y="408"/>
                  <a:pt x="565" y="408"/>
                  <a:pt x="565" y="408"/>
                </a:cubicBezTo>
                <a:cubicBezTo>
                  <a:pt x="565" y="408"/>
                  <a:pt x="565" y="408"/>
                  <a:pt x="565" y="408"/>
                </a:cubicBezTo>
                <a:cubicBezTo>
                  <a:pt x="571" y="412"/>
                  <a:pt x="571" y="412"/>
                  <a:pt x="571" y="412"/>
                </a:cubicBezTo>
                <a:lnTo>
                  <a:pt x="573" y="412"/>
                </a:lnTo>
                <a:close/>
                <a:moveTo>
                  <a:pt x="1446" y="406"/>
                </a:moveTo>
                <a:cubicBezTo>
                  <a:pt x="1469" y="399"/>
                  <a:pt x="1469" y="399"/>
                  <a:pt x="1469" y="399"/>
                </a:cubicBezTo>
                <a:cubicBezTo>
                  <a:pt x="1469" y="399"/>
                  <a:pt x="1469" y="399"/>
                  <a:pt x="1469" y="399"/>
                </a:cubicBezTo>
                <a:cubicBezTo>
                  <a:pt x="1469" y="398"/>
                  <a:pt x="1469" y="398"/>
                  <a:pt x="1469" y="398"/>
                </a:cubicBezTo>
                <a:cubicBezTo>
                  <a:pt x="1469" y="398"/>
                  <a:pt x="1469" y="398"/>
                  <a:pt x="1469" y="398"/>
                </a:cubicBezTo>
                <a:cubicBezTo>
                  <a:pt x="1472" y="397"/>
                  <a:pt x="1472" y="397"/>
                  <a:pt x="1472" y="397"/>
                </a:cubicBezTo>
                <a:cubicBezTo>
                  <a:pt x="1472" y="397"/>
                  <a:pt x="1472" y="397"/>
                  <a:pt x="1472" y="397"/>
                </a:cubicBezTo>
                <a:cubicBezTo>
                  <a:pt x="1473" y="396"/>
                  <a:pt x="1473" y="396"/>
                  <a:pt x="1473" y="396"/>
                </a:cubicBezTo>
                <a:cubicBezTo>
                  <a:pt x="1473" y="396"/>
                  <a:pt x="1473" y="396"/>
                  <a:pt x="1473" y="396"/>
                </a:cubicBezTo>
                <a:cubicBezTo>
                  <a:pt x="1476" y="396"/>
                  <a:pt x="1476" y="396"/>
                  <a:pt x="1476" y="396"/>
                </a:cubicBezTo>
                <a:cubicBezTo>
                  <a:pt x="1476" y="396"/>
                  <a:pt x="1476" y="396"/>
                  <a:pt x="1476" y="396"/>
                </a:cubicBezTo>
                <a:cubicBezTo>
                  <a:pt x="1477" y="396"/>
                  <a:pt x="1477" y="396"/>
                  <a:pt x="1477" y="396"/>
                </a:cubicBezTo>
                <a:cubicBezTo>
                  <a:pt x="1477" y="396"/>
                  <a:pt x="1477" y="396"/>
                  <a:pt x="1477" y="396"/>
                </a:cubicBezTo>
                <a:cubicBezTo>
                  <a:pt x="1479" y="396"/>
                  <a:pt x="1479" y="396"/>
                  <a:pt x="1479" y="396"/>
                </a:cubicBezTo>
                <a:cubicBezTo>
                  <a:pt x="1479" y="396"/>
                  <a:pt x="1479" y="396"/>
                  <a:pt x="1479" y="396"/>
                </a:cubicBezTo>
                <a:cubicBezTo>
                  <a:pt x="1480" y="395"/>
                  <a:pt x="1480" y="395"/>
                  <a:pt x="1480" y="395"/>
                </a:cubicBezTo>
                <a:cubicBezTo>
                  <a:pt x="1480" y="395"/>
                  <a:pt x="1480" y="395"/>
                  <a:pt x="1480" y="395"/>
                </a:cubicBezTo>
                <a:cubicBezTo>
                  <a:pt x="1482" y="393"/>
                  <a:pt x="1482" y="393"/>
                  <a:pt x="1482" y="393"/>
                </a:cubicBezTo>
                <a:cubicBezTo>
                  <a:pt x="1482" y="393"/>
                  <a:pt x="1482" y="393"/>
                  <a:pt x="1482" y="393"/>
                </a:cubicBezTo>
                <a:cubicBezTo>
                  <a:pt x="1509" y="378"/>
                  <a:pt x="1509" y="378"/>
                  <a:pt x="1509" y="378"/>
                </a:cubicBezTo>
                <a:cubicBezTo>
                  <a:pt x="1509" y="378"/>
                  <a:pt x="1509" y="378"/>
                  <a:pt x="1509" y="378"/>
                </a:cubicBezTo>
                <a:cubicBezTo>
                  <a:pt x="1517" y="377"/>
                  <a:pt x="1517" y="377"/>
                  <a:pt x="1517" y="377"/>
                </a:cubicBezTo>
                <a:cubicBezTo>
                  <a:pt x="1517" y="377"/>
                  <a:pt x="1517" y="377"/>
                  <a:pt x="1517" y="377"/>
                </a:cubicBezTo>
                <a:cubicBezTo>
                  <a:pt x="1523" y="374"/>
                  <a:pt x="1523" y="374"/>
                  <a:pt x="1523" y="374"/>
                </a:cubicBezTo>
                <a:cubicBezTo>
                  <a:pt x="1523" y="374"/>
                  <a:pt x="1523" y="374"/>
                  <a:pt x="1523" y="374"/>
                </a:cubicBezTo>
                <a:cubicBezTo>
                  <a:pt x="1528" y="370"/>
                  <a:pt x="1528" y="370"/>
                  <a:pt x="1528" y="370"/>
                </a:cubicBezTo>
                <a:cubicBezTo>
                  <a:pt x="1528" y="370"/>
                  <a:pt x="1528" y="370"/>
                  <a:pt x="1528" y="370"/>
                </a:cubicBezTo>
                <a:cubicBezTo>
                  <a:pt x="1533" y="366"/>
                  <a:pt x="1533" y="366"/>
                  <a:pt x="1533" y="366"/>
                </a:cubicBezTo>
                <a:cubicBezTo>
                  <a:pt x="1533" y="366"/>
                  <a:pt x="1533" y="366"/>
                  <a:pt x="1533" y="366"/>
                </a:cubicBezTo>
                <a:cubicBezTo>
                  <a:pt x="1538" y="362"/>
                  <a:pt x="1538" y="362"/>
                  <a:pt x="1538" y="362"/>
                </a:cubicBezTo>
                <a:cubicBezTo>
                  <a:pt x="1538" y="362"/>
                  <a:pt x="1538" y="362"/>
                  <a:pt x="1538" y="362"/>
                </a:cubicBezTo>
                <a:cubicBezTo>
                  <a:pt x="1542" y="357"/>
                  <a:pt x="1542" y="357"/>
                  <a:pt x="1542" y="357"/>
                </a:cubicBezTo>
                <a:cubicBezTo>
                  <a:pt x="1542" y="357"/>
                  <a:pt x="1542" y="357"/>
                  <a:pt x="1542" y="357"/>
                </a:cubicBezTo>
                <a:cubicBezTo>
                  <a:pt x="1545" y="353"/>
                  <a:pt x="1545" y="353"/>
                  <a:pt x="1545" y="353"/>
                </a:cubicBezTo>
                <a:cubicBezTo>
                  <a:pt x="1545" y="353"/>
                  <a:pt x="1545" y="353"/>
                  <a:pt x="1545" y="353"/>
                </a:cubicBezTo>
                <a:cubicBezTo>
                  <a:pt x="1550" y="348"/>
                  <a:pt x="1550" y="348"/>
                  <a:pt x="1550" y="348"/>
                </a:cubicBezTo>
                <a:cubicBezTo>
                  <a:pt x="1550" y="348"/>
                  <a:pt x="1550" y="348"/>
                  <a:pt x="1550" y="348"/>
                </a:cubicBezTo>
                <a:cubicBezTo>
                  <a:pt x="1568" y="312"/>
                  <a:pt x="1568" y="312"/>
                  <a:pt x="1568" y="312"/>
                </a:cubicBezTo>
                <a:cubicBezTo>
                  <a:pt x="1568" y="312"/>
                  <a:pt x="1568" y="312"/>
                  <a:pt x="1568" y="312"/>
                </a:cubicBezTo>
                <a:cubicBezTo>
                  <a:pt x="1583" y="269"/>
                  <a:pt x="1583" y="269"/>
                  <a:pt x="1583" y="269"/>
                </a:cubicBezTo>
                <a:cubicBezTo>
                  <a:pt x="1583" y="269"/>
                  <a:pt x="1583" y="269"/>
                  <a:pt x="1583" y="269"/>
                </a:cubicBezTo>
                <a:cubicBezTo>
                  <a:pt x="1584" y="269"/>
                  <a:pt x="1584" y="269"/>
                  <a:pt x="1584" y="269"/>
                </a:cubicBezTo>
                <a:cubicBezTo>
                  <a:pt x="1584" y="269"/>
                  <a:pt x="1584" y="269"/>
                  <a:pt x="1584" y="269"/>
                </a:cubicBezTo>
                <a:cubicBezTo>
                  <a:pt x="1586" y="267"/>
                  <a:pt x="1586" y="267"/>
                  <a:pt x="1586" y="267"/>
                </a:cubicBezTo>
                <a:cubicBezTo>
                  <a:pt x="1586" y="267"/>
                  <a:pt x="1586" y="267"/>
                  <a:pt x="1586" y="267"/>
                </a:cubicBezTo>
                <a:cubicBezTo>
                  <a:pt x="1588" y="266"/>
                  <a:pt x="1588" y="266"/>
                  <a:pt x="1588" y="266"/>
                </a:cubicBezTo>
                <a:cubicBezTo>
                  <a:pt x="1588" y="266"/>
                  <a:pt x="1588" y="266"/>
                  <a:pt x="1588" y="266"/>
                </a:cubicBezTo>
                <a:cubicBezTo>
                  <a:pt x="1591" y="264"/>
                  <a:pt x="1591" y="264"/>
                  <a:pt x="1591" y="264"/>
                </a:cubicBezTo>
                <a:cubicBezTo>
                  <a:pt x="1591" y="264"/>
                  <a:pt x="1591" y="264"/>
                  <a:pt x="1591" y="264"/>
                </a:cubicBezTo>
                <a:cubicBezTo>
                  <a:pt x="1593" y="263"/>
                  <a:pt x="1593" y="263"/>
                  <a:pt x="1593" y="263"/>
                </a:cubicBezTo>
                <a:cubicBezTo>
                  <a:pt x="1593" y="263"/>
                  <a:pt x="1593" y="263"/>
                  <a:pt x="1593" y="263"/>
                </a:cubicBezTo>
                <a:cubicBezTo>
                  <a:pt x="1597" y="262"/>
                  <a:pt x="1597" y="262"/>
                  <a:pt x="1597" y="262"/>
                </a:cubicBezTo>
                <a:cubicBezTo>
                  <a:pt x="1597" y="262"/>
                  <a:pt x="1597" y="262"/>
                  <a:pt x="1597" y="262"/>
                </a:cubicBezTo>
                <a:cubicBezTo>
                  <a:pt x="1599" y="262"/>
                  <a:pt x="1599" y="262"/>
                  <a:pt x="1599" y="262"/>
                </a:cubicBezTo>
                <a:cubicBezTo>
                  <a:pt x="1599" y="262"/>
                  <a:pt x="1599" y="262"/>
                  <a:pt x="1599" y="262"/>
                </a:cubicBezTo>
                <a:cubicBezTo>
                  <a:pt x="1602" y="261"/>
                  <a:pt x="1602" y="261"/>
                  <a:pt x="1602" y="261"/>
                </a:cubicBezTo>
                <a:cubicBezTo>
                  <a:pt x="1602" y="261"/>
                  <a:pt x="1602" y="261"/>
                  <a:pt x="1602" y="261"/>
                </a:cubicBezTo>
                <a:cubicBezTo>
                  <a:pt x="1602" y="260"/>
                  <a:pt x="1602" y="260"/>
                  <a:pt x="1602" y="260"/>
                </a:cubicBezTo>
                <a:cubicBezTo>
                  <a:pt x="1602" y="260"/>
                  <a:pt x="1602" y="260"/>
                  <a:pt x="1602" y="260"/>
                </a:cubicBezTo>
                <a:cubicBezTo>
                  <a:pt x="1604" y="258"/>
                  <a:pt x="1604" y="258"/>
                  <a:pt x="1604" y="258"/>
                </a:cubicBezTo>
                <a:cubicBezTo>
                  <a:pt x="1604" y="258"/>
                  <a:pt x="1604" y="258"/>
                  <a:pt x="1604" y="258"/>
                </a:cubicBezTo>
                <a:cubicBezTo>
                  <a:pt x="1606" y="257"/>
                  <a:pt x="1606" y="257"/>
                  <a:pt x="1606" y="257"/>
                </a:cubicBezTo>
                <a:cubicBezTo>
                  <a:pt x="1606" y="257"/>
                  <a:pt x="1606" y="257"/>
                  <a:pt x="1606" y="257"/>
                </a:cubicBezTo>
                <a:cubicBezTo>
                  <a:pt x="1609" y="256"/>
                  <a:pt x="1609" y="256"/>
                  <a:pt x="1609" y="256"/>
                </a:cubicBezTo>
                <a:cubicBezTo>
                  <a:pt x="1609" y="256"/>
                  <a:pt x="1609" y="256"/>
                  <a:pt x="1609" y="256"/>
                </a:cubicBezTo>
                <a:cubicBezTo>
                  <a:pt x="1611" y="256"/>
                  <a:pt x="1611" y="256"/>
                  <a:pt x="1611" y="256"/>
                </a:cubicBezTo>
                <a:cubicBezTo>
                  <a:pt x="1611" y="256"/>
                  <a:pt x="1611" y="256"/>
                  <a:pt x="1611" y="256"/>
                </a:cubicBezTo>
                <a:cubicBezTo>
                  <a:pt x="1613" y="255"/>
                  <a:pt x="1613" y="255"/>
                  <a:pt x="1613" y="255"/>
                </a:cubicBezTo>
                <a:cubicBezTo>
                  <a:pt x="1613" y="255"/>
                  <a:pt x="1613" y="255"/>
                  <a:pt x="1613" y="255"/>
                </a:cubicBezTo>
                <a:cubicBezTo>
                  <a:pt x="1616" y="255"/>
                  <a:pt x="1616" y="255"/>
                  <a:pt x="1616" y="255"/>
                </a:cubicBezTo>
                <a:cubicBezTo>
                  <a:pt x="1616" y="255"/>
                  <a:pt x="1616" y="255"/>
                  <a:pt x="1616" y="255"/>
                </a:cubicBezTo>
                <a:cubicBezTo>
                  <a:pt x="1619" y="254"/>
                  <a:pt x="1619" y="254"/>
                  <a:pt x="1619" y="254"/>
                </a:cubicBezTo>
                <a:cubicBezTo>
                  <a:pt x="1619" y="254"/>
                  <a:pt x="1619" y="254"/>
                  <a:pt x="1619" y="254"/>
                </a:cubicBezTo>
                <a:cubicBezTo>
                  <a:pt x="1697" y="217"/>
                  <a:pt x="1697" y="217"/>
                  <a:pt x="1697" y="217"/>
                </a:cubicBezTo>
                <a:cubicBezTo>
                  <a:pt x="1697" y="217"/>
                  <a:pt x="1697" y="217"/>
                  <a:pt x="1697" y="217"/>
                </a:cubicBezTo>
                <a:cubicBezTo>
                  <a:pt x="1695" y="215"/>
                  <a:pt x="1695" y="215"/>
                  <a:pt x="1695" y="215"/>
                </a:cubicBezTo>
                <a:cubicBezTo>
                  <a:pt x="1695" y="215"/>
                  <a:pt x="1695" y="215"/>
                  <a:pt x="1695" y="215"/>
                </a:cubicBezTo>
                <a:cubicBezTo>
                  <a:pt x="1691" y="214"/>
                  <a:pt x="1691" y="214"/>
                  <a:pt x="1691" y="214"/>
                </a:cubicBezTo>
                <a:cubicBezTo>
                  <a:pt x="1691" y="214"/>
                  <a:pt x="1691" y="214"/>
                  <a:pt x="1691" y="214"/>
                </a:cubicBezTo>
                <a:cubicBezTo>
                  <a:pt x="1688" y="212"/>
                  <a:pt x="1688" y="212"/>
                  <a:pt x="1688" y="212"/>
                </a:cubicBezTo>
                <a:cubicBezTo>
                  <a:pt x="1688" y="212"/>
                  <a:pt x="1688" y="212"/>
                  <a:pt x="1688" y="212"/>
                </a:cubicBezTo>
                <a:cubicBezTo>
                  <a:pt x="1685" y="210"/>
                  <a:pt x="1685" y="210"/>
                  <a:pt x="1685" y="210"/>
                </a:cubicBezTo>
                <a:cubicBezTo>
                  <a:pt x="1685" y="210"/>
                  <a:pt x="1685" y="210"/>
                  <a:pt x="1685" y="210"/>
                </a:cubicBezTo>
                <a:cubicBezTo>
                  <a:pt x="1682" y="209"/>
                  <a:pt x="1682" y="209"/>
                  <a:pt x="1682" y="209"/>
                </a:cubicBezTo>
                <a:cubicBezTo>
                  <a:pt x="1682" y="209"/>
                  <a:pt x="1682" y="209"/>
                  <a:pt x="1682" y="209"/>
                </a:cubicBezTo>
                <a:cubicBezTo>
                  <a:pt x="1679" y="207"/>
                  <a:pt x="1679" y="207"/>
                  <a:pt x="1679" y="207"/>
                </a:cubicBezTo>
                <a:cubicBezTo>
                  <a:pt x="1679" y="207"/>
                  <a:pt x="1679" y="207"/>
                  <a:pt x="1679" y="207"/>
                </a:cubicBezTo>
                <a:cubicBezTo>
                  <a:pt x="1675" y="206"/>
                  <a:pt x="1675" y="206"/>
                  <a:pt x="1675" y="206"/>
                </a:cubicBezTo>
                <a:cubicBezTo>
                  <a:pt x="1675" y="206"/>
                  <a:pt x="1675" y="206"/>
                  <a:pt x="1675" y="206"/>
                </a:cubicBezTo>
                <a:cubicBezTo>
                  <a:pt x="1673" y="205"/>
                  <a:pt x="1673" y="205"/>
                  <a:pt x="1673" y="205"/>
                </a:cubicBezTo>
                <a:cubicBezTo>
                  <a:pt x="1673" y="205"/>
                  <a:pt x="1673" y="205"/>
                  <a:pt x="1673" y="205"/>
                </a:cubicBezTo>
                <a:cubicBezTo>
                  <a:pt x="1664" y="214"/>
                  <a:pt x="1664" y="214"/>
                  <a:pt x="1664" y="214"/>
                </a:cubicBezTo>
                <a:cubicBezTo>
                  <a:pt x="1664" y="214"/>
                  <a:pt x="1664" y="214"/>
                  <a:pt x="1664" y="214"/>
                </a:cubicBezTo>
                <a:cubicBezTo>
                  <a:pt x="1654" y="221"/>
                  <a:pt x="1654" y="221"/>
                  <a:pt x="1654" y="221"/>
                </a:cubicBezTo>
                <a:cubicBezTo>
                  <a:pt x="1654" y="221"/>
                  <a:pt x="1654" y="221"/>
                  <a:pt x="1654" y="221"/>
                </a:cubicBezTo>
                <a:cubicBezTo>
                  <a:pt x="1645" y="229"/>
                  <a:pt x="1645" y="229"/>
                  <a:pt x="1645" y="229"/>
                </a:cubicBezTo>
                <a:cubicBezTo>
                  <a:pt x="1645" y="229"/>
                  <a:pt x="1645" y="229"/>
                  <a:pt x="1645" y="229"/>
                </a:cubicBezTo>
                <a:cubicBezTo>
                  <a:pt x="1636" y="234"/>
                  <a:pt x="1636" y="234"/>
                  <a:pt x="1636" y="234"/>
                </a:cubicBezTo>
                <a:cubicBezTo>
                  <a:pt x="1636" y="234"/>
                  <a:pt x="1636" y="234"/>
                  <a:pt x="1636" y="234"/>
                </a:cubicBezTo>
                <a:cubicBezTo>
                  <a:pt x="1624" y="240"/>
                  <a:pt x="1624" y="240"/>
                  <a:pt x="1624" y="240"/>
                </a:cubicBezTo>
                <a:cubicBezTo>
                  <a:pt x="1624" y="240"/>
                  <a:pt x="1624" y="240"/>
                  <a:pt x="1624" y="240"/>
                </a:cubicBezTo>
                <a:cubicBezTo>
                  <a:pt x="1613" y="244"/>
                  <a:pt x="1613" y="244"/>
                  <a:pt x="1613" y="244"/>
                </a:cubicBezTo>
                <a:cubicBezTo>
                  <a:pt x="1613" y="244"/>
                  <a:pt x="1613" y="244"/>
                  <a:pt x="1613" y="244"/>
                </a:cubicBezTo>
                <a:cubicBezTo>
                  <a:pt x="1602" y="248"/>
                  <a:pt x="1602" y="248"/>
                  <a:pt x="1602" y="248"/>
                </a:cubicBezTo>
                <a:cubicBezTo>
                  <a:pt x="1602" y="248"/>
                  <a:pt x="1602" y="248"/>
                  <a:pt x="1602" y="248"/>
                </a:cubicBezTo>
                <a:cubicBezTo>
                  <a:pt x="1590" y="251"/>
                  <a:pt x="1590" y="251"/>
                  <a:pt x="1590" y="251"/>
                </a:cubicBezTo>
                <a:cubicBezTo>
                  <a:pt x="1586" y="249"/>
                  <a:pt x="1586" y="249"/>
                  <a:pt x="1586" y="249"/>
                </a:cubicBezTo>
                <a:cubicBezTo>
                  <a:pt x="1606" y="141"/>
                  <a:pt x="1606" y="141"/>
                  <a:pt x="1606" y="141"/>
                </a:cubicBezTo>
                <a:cubicBezTo>
                  <a:pt x="1606" y="141"/>
                  <a:pt x="1606" y="141"/>
                  <a:pt x="1606" y="141"/>
                </a:cubicBezTo>
                <a:cubicBezTo>
                  <a:pt x="1606" y="138"/>
                  <a:pt x="1607" y="134"/>
                  <a:pt x="1607" y="131"/>
                </a:cubicBezTo>
                <a:cubicBezTo>
                  <a:pt x="1607" y="131"/>
                  <a:pt x="1607" y="131"/>
                  <a:pt x="1607" y="131"/>
                </a:cubicBezTo>
                <a:cubicBezTo>
                  <a:pt x="1605" y="123"/>
                  <a:pt x="1605" y="122"/>
                  <a:pt x="1601" y="114"/>
                </a:cubicBezTo>
                <a:cubicBezTo>
                  <a:pt x="1601" y="114"/>
                  <a:pt x="1601" y="114"/>
                  <a:pt x="1601" y="114"/>
                </a:cubicBezTo>
                <a:cubicBezTo>
                  <a:pt x="1599" y="112"/>
                  <a:pt x="1597" y="109"/>
                  <a:pt x="1595" y="106"/>
                </a:cubicBezTo>
                <a:cubicBezTo>
                  <a:pt x="1595" y="106"/>
                  <a:pt x="1595" y="106"/>
                  <a:pt x="1595" y="106"/>
                </a:cubicBezTo>
                <a:cubicBezTo>
                  <a:pt x="1588" y="100"/>
                  <a:pt x="1588" y="100"/>
                  <a:pt x="1588" y="100"/>
                </a:cubicBezTo>
                <a:cubicBezTo>
                  <a:pt x="1588" y="100"/>
                  <a:pt x="1588" y="100"/>
                  <a:pt x="1588" y="100"/>
                </a:cubicBezTo>
                <a:cubicBezTo>
                  <a:pt x="1580" y="94"/>
                  <a:pt x="1580" y="94"/>
                  <a:pt x="1580" y="94"/>
                </a:cubicBezTo>
                <a:cubicBezTo>
                  <a:pt x="1580" y="94"/>
                  <a:pt x="1580" y="94"/>
                  <a:pt x="1580" y="94"/>
                </a:cubicBezTo>
                <a:cubicBezTo>
                  <a:pt x="1571" y="87"/>
                  <a:pt x="1571" y="87"/>
                  <a:pt x="1571" y="87"/>
                </a:cubicBezTo>
                <a:cubicBezTo>
                  <a:pt x="1571" y="87"/>
                  <a:pt x="1571" y="87"/>
                  <a:pt x="1571" y="87"/>
                </a:cubicBezTo>
                <a:cubicBezTo>
                  <a:pt x="1564" y="81"/>
                  <a:pt x="1564" y="81"/>
                  <a:pt x="1564" y="81"/>
                </a:cubicBezTo>
                <a:cubicBezTo>
                  <a:pt x="1564" y="81"/>
                  <a:pt x="1564" y="81"/>
                  <a:pt x="1564" y="81"/>
                </a:cubicBezTo>
                <a:cubicBezTo>
                  <a:pt x="1562" y="81"/>
                  <a:pt x="1562" y="81"/>
                  <a:pt x="1562" y="81"/>
                </a:cubicBezTo>
                <a:cubicBezTo>
                  <a:pt x="1562" y="81"/>
                  <a:pt x="1562" y="81"/>
                  <a:pt x="1562" y="81"/>
                </a:cubicBezTo>
                <a:cubicBezTo>
                  <a:pt x="1560" y="81"/>
                  <a:pt x="1560" y="81"/>
                  <a:pt x="1560" y="81"/>
                </a:cubicBezTo>
                <a:cubicBezTo>
                  <a:pt x="1560" y="81"/>
                  <a:pt x="1560" y="81"/>
                  <a:pt x="1560" y="81"/>
                </a:cubicBezTo>
                <a:cubicBezTo>
                  <a:pt x="1558" y="80"/>
                  <a:pt x="1558" y="80"/>
                  <a:pt x="1558" y="80"/>
                </a:cubicBezTo>
                <a:cubicBezTo>
                  <a:pt x="1558" y="80"/>
                  <a:pt x="1558" y="80"/>
                  <a:pt x="1558" y="80"/>
                </a:cubicBezTo>
                <a:cubicBezTo>
                  <a:pt x="1557" y="79"/>
                  <a:pt x="1557" y="79"/>
                  <a:pt x="1557" y="79"/>
                </a:cubicBezTo>
                <a:cubicBezTo>
                  <a:pt x="1557" y="79"/>
                  <a:pt x="1557" y="79"/>
                  <a:pt x="1557" y="79"/>
                </a:cubicBezTo>
                <a:cubicBezTo>
                  <a:pt x="1554" y="80"/>
                  <a:pt x="1554" y="80"/>
                  <a:pt x="1551" y="80"/>
                </a:cubicBezTo>
                <a:cubicBezTo>
                  <a:pt x="1551" y="80"/>
                  <a:pt x="1551" y="80"/>
                  <a:pt x="1551" y="80"/>
                </a:cubicBezTo>
                <a:cubicBezTo>
                  <a:pt x="1551" y="80"/>
                  <a:pt x="1551" y="80"/>
                  <a:pt x="1551" y="80"/>
                </a:cubicBezTo>
                <a:cubicBezTo>
                  <a:pt x="1551" y="80"/>
                  <a:pt x="1551" y="80"/>
                  <a:pt x="1551" y="80"/>
                </a:cubicBezTo>
                <a:cubicBezTo>
                  <a:pt x="1550" y="82"/>
                  <a:pt x="1550" y="82"/>
                  <a:pt x="1550" y="82"/>
                </a:cubicBezTo>
                <a:cubicBezTo>
                  <a:pt x="1550" y="82"/>
                  <a:pt x="1550" y="82"/>
                  <a:pt x="1550" y="82"/>
                </a:cubicBezTo>
                <a:cubicBezTo>
                  <a:pt x="1556" y="90"/>
                  <a:pt x="1556" y="90"/>
                  <a:pt x="1556" y="90"/>
                </a:cubicBezTo>
                <a:cubicBezTo>
                  <a:pt x="1556" y="90"/>
                  <a:pt x="1556" y="90"/>
                  <a:pt x="1556" y="90"/>
                </a:cubicBezTo>
                <a:cubicBezTo>
                  <a:pt x="1560" y="99"/>
                  <a:pt x="1560" y="99"/>
                  <a:pt x="1560" y="99"/>
                </a:cubicBezTo>
                <a:cubicBezTo>
                  <a:pt x="1560" y="99"/>
                  <a:pt x="1560" y="99"/>
                  <a:pt x="1560" y="99"/>
                </a:cubicBezTo>
                <a:cubicBezTo>
                  <a:pt x="1562" y="107"/>
                  <a:pt x="1562" y="107"/>
                  <a:pt x="1562" y="107"/>
                </a:cubicBezTo>
                <a:cubicBezTo>
                  <a:pt x="1562" y="107"/>
                  <a:pt x="1562" y="107"/>
                  <a:pt x="1562" y="107"/>
                </a:cubicBezTo>
                <a:cubicBezTo>
                  <a:pt x="1565" y="114"/>
                  <a:pt x="1565" y="114"/>
                  <a:pt x="1565" y="114"/>
                </a:cubicBezTo>
                <a:cubicBezTo>
                  <a:pt x="1565" y="114"/>
                  <a:pt x="1565" y="114"/>
                  <a:pt x="1565" y="114"/>
                </a:cubicBezTo>
                <a:cubicBezTo>
                  <a:pt x="1566" y="120"/>
                  <a:pt x="1566" y="125"/>
                  <a:pt x="1567" y="130"/>
                </a:cubicBezTo>
                <a:cubicBezTo>
                  <a:pt x="1567" y="130"/>
                  <a:pt x="1567" y="130"/>
                  <a:pt x="1567" y="130"/>
                </a:cubicBezTo>
                <a:cubicBezTo>
                  <a:pt x="1571" y="145"/>
                  <a:pt x="1574" y="143"/>
                  <a:pt x="1572" y="160"/>
                </a:cubicBezTo>
                <a:cubicBezTo>
                  <a:pt x="1572" y="160"/>
                  <a:pt x="1572" y="160"/>
                  <a:pt x="1572" y="160"/>
                </a:cubicBezTo>
                <a:cubicBezTo>
                  <a:pt x="1572" y="175"/>
                  <a:pt x="1572" y="175"/>
                  <a:pt x="1572" y="175"/>
                </a:cubicBezTo>
                <a:cubicBezTo>
                  <a:pt x="1572" y="175"/>
                  <a:pt x="1572" y="175"/>
                  <a:pt x="1572" y="175"/>
                </a:cubicBezTo>
                <a:cubicBezTo>
                  <a:pt x="1572" y="190"/>
                  <a:pt x="1572" y="190"/>
                  <a:pt x="1572" y="190"/>
                </a:cubicBezTo>
                <a:cubicBezTo>
                  <a:pt x="1572" y="190"/>
                  <a:pt x="1572" y="190"/>
                  <a:pt x="1572" y="190"/>
                </a:cubicBezTo>
                <a:cubicBezTo>
                  <a:pt x="1574" y="205"/>
                  <a:pt x="1574" y="205"/>
                  <a:pt x="1574" y="205"/>
                </a:cubicBezTo>
                <a:cubicBezTo>
                  <a:pt x="1574" y="205"/>
                  <a:pt x="1574" y="205"/>
                  <a:pt x="1574" y="205"/>
                </a:cubicBezTo>
                <a:cubicBezTo>
                  <a:pt x="1572" y="220"/>
                  <a:pt x="1572" y="220"/>
                  <a:pt x="1572" y="220"/>
                </a:cubicBezTo>
                <a:cubicBezTo>
                  <a:pt x="1572" y="220"/>
                  <a:pt x="1572" y="220"/>
                  <a:pt x="1572" y="220"/>
                </a:cubicBezTo>
                <a:cubicBezTo>
                  <a:pt x="1570" y="234"/>
                  <a:pt x="1570" y="234"/>
                  <a:pt x="1570" y="234"/>
                </a:cubicBezTo>
                <a:cubicBezTo>
                  <a:pt x="1570" y="234"/>
                  <a:pt x="1570" y="234"/>
                  <a:pt x="1570" y="234"/>
                </a:cubicBezTo>
                <a:cubicBezTo>
                  <a:pt x="1565" y="248"/>
                  <a:pt x="1565" y="248"/>
                  <a:pt x="1565" y="248"/>
                </a:cubicBezTo>
                <a:cubicBezTo>
                  <a:pt x="1565" y="248"/>
                  <a:pt x="1565" y="248"/>
                  <a:pt x="1565" y="248"/>
                </a:cubicBezTo>
                <a:cubicBezTo>
                  <a:pt x="1558" y="259"/>
                  <a:pt x="1558" y="259"/>
                  <a:pt x="1558" y="259"/>
                </a:cubicBezTo>
                <a:cubicBezTo>
                  <a:pt x="1558" y="259"/>
                  <a:pt x="1558" y="259"/>
                  <a:pt x="1558" y="259"/>
                </a:cubicBezTo>
                <a:cubicBezTo>
                  <a:pt x="1511" y="269"/>
                  <a:pt x="1511" y="269"/>
                  <a:pt x="1511" y="269"/>
                </a:cubicBezTo>
                <a:cubicBezTo>
                  <a:pt x="1511" y="269"/>
                  <a:pt x="1511" y="269"/>
                  <a:pt x="1511" y="269"/>
                </a:cubicBezTo>
                <a:cubicBezTo>
                  <a:pt x="1469" y="282"/>
                  <a:pt x="1469" y="282"/>
                  <a:pt x="1469" y="282"/>
                </a:cubicBezTo>
                <a:cubicBezTo>
                  <a:pt x="1469" y="282"/>
                  <a:pt x="1469" y="282"/>
                  <a:pt x="1469" y="282"/>
                </a:cubicBezTo>
                <a:cubicBezTo>
                  <a:pt x="1455" y="286"/>
                  <a:pt x="1455" y="286"/>
                  <a:pt x="1455" y="286"/>
                </a:cubicBezTo>
                <a:cubicBezTo>
                  <a:pt x="1455" y="286"/>
                  <a:pt x="1455" y="286"/>
                  <a:pt x="1455" y="286"/>
                </a:cubicBezTo>
                <a:cubicBezTo>
                  <a:pt x="1442" y="290"/>
                  <a:pt x="1442" y="290"/>
                  <a:pt x="1442" y="290"/>
                </a:cubicBezTo>
                <a:cubicBezTo>
                  <a:pt x="1442" y="290"/>
                  <a:pt x="1442" y="290"/>
                  <a:pt x="1442" y="290"/>
                </a:cubicBezTo>
                <a:cubicBezTo>
                  <a:pt x="1427" y="295"/>
                  <a:pt x="1427" y="295"/>
                  <a:pt x="1427" y="295"/>
                </a:cubicBezTo>
                <a:cubicBezTo>
                  <a:pt x="1427" y="295"/>
                  <a:pt x="1427" y="295"/>
                  <a:pt x="1427" y="295"/>
                </a:cubicBezTo>
                <a:cubicBezTo>
                  <a:pt x="1415" y="299"/>
                  <a:pt x="1415" y="299"/>
                  <a:pt x="1415" y="299"/>
                </a:cubicBezTo>
                <a:cubicBezTo>
                  <a:pt x="1415" y="299"/>
                  <a:pt x="1415" y="299"/>
                  <a:pt x="1415" y="299"/>
                </a:cubicBezTo>
                <a:cubicBezTo>
                  <a:pt x="1401" y="305"/>
                  <a:pt x="1401" y="305"/>
                  <a:pt x="1401" y="305"/>
                </a:cubicBezTo>
                <a:cubicBezTo>
                  <a:pt x="1401" y="305"/>
                  <a:pt x="1401" y="305"/>
                  <a:pt x="1401" y="305"/>
                </a:cubicBezTo>
                <a:cubicBezTo>
                  <a:pt x="1387" y="310"/>
                  <a:pt x="1387" y="310"/>
                  <a:pt x="1387" y="310"/>
                </a:cubicBezTo>
                <a:cubicBezTo>
                  <a:pt x="1387" y="310"/>
                  <a:pt x="1387" y="310"/>
                  <a:pt x="1387" y="310"/>
                </a:cubicBezTo>
                <a:cubicBezTo>
                  <a:pt x="1374" y="313"/>
                  <a:pt x="1374" y="313"/>
                  <a:pt x="1374" y="313"/>
                </a:cubicBezTo>
                <a:cubicBezTo>
                  <a:pt x="1374" y="313"/>
                  <a:pt x="1374" y="313"/>
                  <a:pt x="1374" y="313"/>
                </a:cubicBezTo>
                <a:cubicBezTo>
                  <a:pt x="1361" y="316"/>
                  <a:pt x="1361" y="316"/>
                  <a:pt x="1361" y="316"/>
                </a:cubicBezTo>
                <a:cubicBezTo>
                  <a:pt x="1361" y="316"/>
                  <a:pt x="1361" y="316"/>
                  <a:pt x="1361" y="316"/>
                </a:cubicBezTo>
                <a:cubicBezTo>
                  <a:pt x="1393" y="337"/>
                  <a:pt x="1393" y="337"/>
                  <a:pt x="1393" y="337"/>
                </a:cubicBezTo>
                <a:cubicBezTo>
                  <a:pt x="1393" y="337"/>
                  <a:pt x="1393" y="337"/>
                  <a:pt x="1393" y="337"/>
                </a:cubicBezTo>
                <a:cubicBezTo>
                  <a:pt x="1396" y="338"/>
                  <a:pt x="1396" y="338"/>
                  <a:pt x="1396" y="338"/>
                </a:cubicBezTo>
                <a:cubicBezTo>
                  <a:pt x="1396" y="338"/>
                  <a:pt x="1396" y="338"/>
                  <a:pt x="1396" y="338"/>
                </a:cubicBezTo>
                <a:cubicBezTo>
                  <a:pt x="1400" y="338"/>
                  <a:pt x="1400" y="338"/>
                  <a:pt x="1400" y="338"/>
                </a:cubicBezTo>
                <a:cubicBezTo>
                  <a:pt x="1400" y="338"/>
                  <a:pt x="1400" y="338"/>
                  <a:pt x="1400" y="338"/>
                </a:cubicBezTo>
                <a:cubicBezTo>
                  <a:pt x="1403" y="338"/>
                  <a:pt x="1403" y="338"/>
                  <a:pt x="1403" y="338"/>
                </a:cubicBezTo>
                <a:cubicBezTo>
                  <a:pt x="1403" y="338"/>
                  <a:pt x="1403" y="338"/>
                  <a:pt x="1403" y="338"/>
                </a:cubicBezTo>
                <a:cubicBezTo>
                  <a:pt x="1407" y="338"/>
                  <a:pt x="1407" y="338"/>
                  <a:pt x="1407" y="338"/>
                </a:cubicBezTo>
                <a:cubicBezTo>
                  <a:pt x="1407" y="338"/>
                  <a:pt x="1407" y="338"/>
                  <a:pt x="1407" y="338"/>
                </a:cubicBezTo>
                <a:cubicBezTo>
                  <a:pt x="1411" y="337"/>
                  <a:pt x="1411" y="337"/>
                  <a:pt x="1411" y="337"/>
                </a:cubicBezTo>
                <a:cubicBezTo>
                  <a:pt x="1411" y="337"/>
                  <a:pt x="1411" y="337"/>
                  <a:pt x="1411" y="337"/>
                </a:cubicBezTo>
                <a:cubicBezTo>
                  <a:pt x="1415" y="335"/>
                  <a:pt x="1415" y="335"/>
                  <a:pt x="1415" y="335"/>
                </a:cubicBezTo>
                <a:cubicBezTo>
                  <a:pt x="1415" y="335"/>
                  <a:pt x="1415" y="335"/>
                  <a:pt x="1415" y="335"/>
                </a:cubicBezTo>
                <a:cubicBezTo>
                  <a:pt x="1417" y="333"/>
                  <a:pt x="1417" y="333"/>
                  <a:pt x="1417" y="333"/>
                </a:cubicBezTo>
                <a:cubicBezTo>
                  <a:pt x="1417" y="333"/>
                  <a:pt x="1417" y="333"/>
                  <a:pt x="1417" y="333"/>
                </a:cubicBezTo>
                <a:cubicBezTo>
                  <a:pt x="1420" y="330"/>
                  <a:pt x="1420" y="330"/>
                  <a:pt x="1420" y="330"/>
                </a:cubicBezTo>
                <a:cubicBezTo>
                  <a:pt x="1420" y="330"/>
                  <a:pt x="1420" y="330"/>
                  <a:pt x="1420" y="330"/>
                </a:cubicBezTo>
                <a:cubicBezTo>
                  <a:pt x="1450" y="315"/>
                  <a:pt x="1450" y="315"/>
                  <a:pt x="1450" y="315"/>
                </a:cubicBezTo>
                <a:cubicBezTo>
                  <a:pt x="1450" y="315"/>
                  <a:pt x="1450" y="315"/>
                  <a:pt x="1450" y="315"/>
                </a:cubicBezTo>
                <a:cubicBezTo>
                  <a:pt x="1463" y="310"/>
                  <a:pt x="1463" y="310"/>
                  <a:pt x="1463" y="310"/>
                </a:cubicBezTo>
                <a:cubicBezTo>
                  <a:pt x="1463" y="310"/>
                  <a:pt x="1463" y="310"/>
                  <a:pt x="1463" y="310"/>
                </a:cubicBezTo>
                <a:cubicBezTo>
                  <a:pt x="1476" y="305"/>
                  <a:pt x="1476" y="305"/>
                  <a:pt x="1476" y="305"/>
                </a:cubicBezTo>
                <a:cubicBezTo>
                  <a:pt x="1476" y="305"/>
                  <a:pt x="1476" y="305"/>
                  <a:pt x="1476" y="305"/>
                </a:cubicBezTo>
                <a:cubicBezTo>
                  <a:pt x="1489" y="299"/>
                  <a:pt x="1489" y="299"/>
                  <a:pt x="1489" y="299"/>
                </a:cubicBezTo>
                <a:cubicBezTo>
                  <a:pt x="1489" y="299"/>
                  <a:pt x="1489" y="299"/>
                  <a:pt x="1489" y="299"/>
                </a:cubicBezTo>
                <a:cubicBezTo>
                  <a:pt x="1503" y="292"/>
                  <a:pt x="1503" y="292"/>
                  <a:pt x="1503" y="292"/>
                </a:cubicBezTo>
                <a:cubicBezTo>
                  <a:pt x="1503" y="292"/>
                  <a:pt x="1503" y="292"/>
                  <a:pt x="1503" y="292"/>
                </a:cubicBezTo>
                <a:cubicBezTo>
                  <a:pt x="1516" y="287"/>
                  <a:pt x="1516" y="287"/>
                  <a:pt x="1516" y="287"/>
                </a:cubicBezTo>
                <a:cubicBezTo>
                  <a:pt x="1516" y="287"/>
                  <a:pt x="1516" y="287"/>
                  <a:pt x="1516" y="287"/>
                </a:cubicBezTo>
                <a:cubicBezTo>
                  <a:pt x="1528" y="282"/>
                  <a:pt x="1528" y="282"/>
                  <a:pt x="1528" y="282"/>
                </a:cubicBezTo>
                <a:cubicBezTo>
                  <a:pt x="1528" y="282"/>
                  <a:pt x="1528" y="282"/>
                  <a:pt x="1528" y="282"/>
                </a:cubicBezTo>
                <a:cubicBezTo>
                  <a:pt x="1542" y="279"/>
                  <a:pt x="1542" y="279"/>
                  <a:pt x="1542" y="279"/>
                </a:cubicBezTo>
                <a:cubicBezTo>
                  <a:pt x="1542" y="279"/>
                  <a:pt x="1542" y="279"/>
                  <a:pt x="1542" y="279"/>
                </a:cubicBezTo>
                <a:cubicBezTo>
                  <a:pt x="1556" y="277"/>
                  <a:pt x="1556" y="277"/>
                  <a:pt x="1556" y="277"/>
                </a:cubicBezTo>
                <a:cubicBezTo>
                  <a:pt x="1556" y="277"/>
                  <a:pt x="1556" y="277"/>
                  <a:pt x="1556" y="277"/>
                </a:cubicBezTo>
                <a:cubicBezTo>
                  <a:pt x="1556" y="279"/>
                  <a:pt x="1556" y="279"/>
                  <a:pt x="1556" y="279"/>
                </a:cubicBezTo>
                <a:cubicBezTo>
                  <a:pt x="1556" y="279"/>
                  <a:pt x="1556" y="279"/>
                  <a:pt x="1556" y="279"/>
                </a:cubicBezTo>
                <a:cubicBezTo>
                  <a:pt x="1557" y="280"/>
                  <a:pt x="1557" y="280"/>
                  <a:pt x="1557" y="280"/>
                </a:cubicBezTo>
                <a:cubicBezTo>
                  <a:pt x="1557" y="280"/>
                  <a:pt x="1557" y="280"/>
                  <a:pt x="1557" y="280"/>
                </a:cubicBezTo>
                <a:cubicBezTo>
                  <a:pt x="1557" y="282"/>
                  <a:pt x="1557" y="282"/>
                  <a:pt x="1557" y="282"/>
                </a:cubicBezTo>
                <a:cubicBezTo>
                  <a:pt x="1557" y="282"/>
                  <a:pt x="1557" y="282"/>
                  <a:pt x="1557" y="282"/>
                </a:cubicBezTo>
                <a:cubicBezTo>
                  <a:pt x="1558" y="282"/>
                  <a:pt x="1558" y="282"/>
                  <a:pt x="1558" y="282"/>
                </a:cubicBezTo>
                <a:cubicBezTo>
                  <a:pt x="1558" y="282"/>
                  <a:pt x="1558" y="282"/>
                  <a:pt x="1558" y="282"/>
                </a:cubicBezTo>
                <a:cubicBezTo>
                  <a:pt x="1558" y="284"/>
                  <a:pt x="1558" y="284"/>
                  <a:pt x="1558" y="284"/>
                </a:cubicBezTo>
                <a:cubicBezTo>
                  <a:pt x="1558" y="284"/>
                  <a:pt x="1558" y="284"/>
                  <a:pt x="1558" y="284"/>
                </a:cubicBezTo>
                <a:cubicBezTo>
                  <a:pt x="1558" y="284"/>
                  <a:pt x="1558" y="284"/>
                  <a:pt x="1558" y="284"/>
                </a:cubicBezTo>
                <a:cubicBezTo>
                  <a:pt x="1558" y="284"/>
                  <a:pt x="1558" y="284"/>
                  <a:pt x="1558" y="284"/>
                </a:cubicBezTo>
                <a:cubicBezTo>
                  <a:pt x="1558" y="286"/>
                  <a:pt x="1558" y="286"/>
                  <a:pt x="1558" y="286"/>
                </a:cubicBezTo>
                <a:cubicBezTo>
                  <a:pt x="1558" y="286"/>
                  <a:pt x="1558" y="286"/>
                  <a:pt x="1558" y="286"/>
                </a:cubicBezTo>
                <a:cubicBezTo>
                  <a:pt x="1559" y="286"/>
                  <a:pt x="1559" y="286"/>
                  <a:pt x="1559" y="286"/>
                </a:cubicBezTo>
                <a:cubicBezTo>
                  <a:pt x="1559" y="286"/>
                  <a:pt x="1559" y="286"/>
                  <a:pt x="1559" y="286"/>
                </a:cubicBezTo>
                <a:cubicBezTo>
                  <a:pt x="1552" y="301"/>
                  <a:pt x="1552" y="301"/>
                  <a:pt x="1552" y="301"/>
                </a:cubicBezTo>
                <a:cubicBezTo>
                  <a:pt x="1552" y="301"/>
                  <a:pt x="1552" y="301"/>
                  <a:pt x="1552" y="301"/>
                </a:cubicBezTo>
                <a:cubicBezTo>
                  <a:pt x="1547" y="314"/>
                  <a:pt x="1547" y="314"/>
                  <a:pt x="1547" y="314"/>
                </a:cubicBezTo>
                <a:cubicBezTo>
                  <a:pt x="1547" y="314"/>
                  <a:pt x="1547" y="314"/>
                  <a:pt x="1547" y="314"/>
                </a:cubicBezTo>
                <a:cubicBezTo>
                  <a:pt x="1540" y="328"/>
                  <a:pt x="1540" y="328"/>
                  <a:pt x="1540" y="328"/>
                </a:cubicBezTo>
                <a:cubicBezTo>
                  <a:pt x="1540" y="328"/>
                  <a:pt x="1540" y="328"/>
                  <a:pt x="1540" y="328"/>
                </a:cubicBezTo>
                <a:cubicBezTo>
                  <a:pt x="1533" y="339"/>
                  <a:pt x="1533" y="339"/>
                  <a:pt x="1533" y="339"/>
                </a:cubicBezTo>
                <a:cubicBezTo>
                  <a:pt x="1533" y="339"/>
                  <a:pt x="1533" y="339"/>
                  <a:pt x="1533" y="339"/>
                </a:cubicBezTo>
                <a:cubicBezTo>
                  <a:pt x="1523" y="351"/>
                  <a:pt x="1523" y="351"/>
                  <a:pt x="1523" y="351"/>
                </a:cubicBezTo>
                <a:cubicBezTo>
                  <a:pt x="1523" y="351"/>
                  <a:pt x="1523" y="351"/>
                  <a:pt x="1523" y="351"/>
                </a:cubicBezTo>
                <a:cubicBezTo>
                  <a:pt x="1514" y="361"/>
                  <a:pt x="1514" y="361"/>
                  <a:pt x="1514" y="361"/>
                </a:cubicBezTo>
                <a:cubicBezTo>
                  <a:pt x="1514" y="361"/>
                  <a:pt x="1514" y="361"/>
                  <a:pt x="1514" y="361"/>
                </a:cubicBezTo>
                <a:cubicBezTo>
                  <a:pt x="1502" y="370"/>
                  <a:pt x="1502" y="370"/>
                  <a:pt x="1502" y="370"/>
                </a:cubicBezTo>
                <a:cubicBezTo>
                  <a:pt x="1502" y="370"/>
                  <a:pt x="1502" y="370"/>
                  <a:pt x="1502" y="370"/>
                </a:cubicBezTo>
                <a:cubicBezTo>
                  <a:pt x="1490" y="378"/>
                  <a:pt x="1490" y="378"/>
                  <a:pt x="1490" y="378"/>
                </a:cubicBezTo>
                <a:cubicBezTo>
                  <a:pt x="1490" y="378"/>
                  <a:pt x="1490" y="378"/>
                  <a:pt x="1490" y="378"/>
                </a:cubicBezTo>
                <a:cubicBezTo>
                  <a:pt x="1484" y="382"/>
                  <a:pt x="1484" y="382"/>
                  <a:pt x="1484" y="382"/>
                </a:cubicBezTo>
                <a:cubicBezTo>
                  <a:pt x="1484" y="382"/>
                  <a:pt x="1484" y="382"/>
                  <a:pt x="1484" y="382"/>
                </a:cubicBezTo>
                <a:cubicBezTo>
                  <a:pt x="1478" y="386"/>
                  <a:pt x="1478" y="386"/>
                  <a:pt x="1478" y="386"/>
                </a:cubicBezTo>
                <a:cubicBezTo>
                  <a:pt x="1478" y="386"/>
                  <a:pt x="1478" y="386"/>
                  <a:pt x="1478" y="386"/>
                </a:cubicBezTo>
                <a:cubicBezTo>
                  <a:pt x="1470" y="389"/>
                  <a:pt x="1470" y="389"/>
                  <a:pt x="1470" y="389"/>
                </a:cubicBezTo>
                <a:cubicBezTo>
                  <a:pt x="1470" y="389"/>
                  <a:pt x="1470" y="389"/>
                  <a:pt x="1470" y="389"/>
                </a:cubicBezTo>
                <a:cubicBezTo>
                  <a:pt x="1463" y="391"/>
                  <a:pt x="1463" y="391"/>
                  <a:pt x="1463" y="391"/>
                </a:cubicBezTo>
                <a:cubicBezTo>
                  <a:pt x="1463" y="391"/>
                  <a:pt x="1463" y="391"/>
                  <a:pt x="1463" y="391"/>
                </a:cubicBezTo>
                <a:cubicBezTo>
                  <a:pt x="1456" y="395"/>
                  <a:pt x="1456" y="395"/>
                  <a:pt x="1456" y="395"/>
                </a:cubicBezTo>
                <a:cubicBezTo>
                  <a:pt x="1456" y="395"/>
                  <a:pt x="1456" y="395"/>
                  <a:pt x="1456" y="395"/>
                </a:cubicBezTo>
                <a:cubicBezTo>
                  <a:pt x="1449" y="397"/>
                  <a:pt x="1449" y="397"/>
                  <a:pt x="1449" y="397"/>
                </a:cubicBezTo>
                <a:cubicBezTo>
                  <a:pt x="1449" y="397"/>
                  <a:pt x="1449" y="397"/>
                  <a:pt x="1449" y="397"/>
                </a:cubicBezTo>
                <a:cubicBezTo>
                  <a:pt x="1444" y="401"/>
                  <a:pt x="1444" y="401"/>
                  <a:pt x="1444" y="401"/>
                </a:cubicBezTo>
                <a:cubicBezTo>
                  <a:pt x="1444" y="401"/>
                  <a:pt x="1444" y="401"/>
                  <a:pt x="1444" y="401"/>
                </a:cubicBezTo>
                <a:cubicBezTo>
                  <a:pt x="1442" y="406"/>
                  <a:pt x="1442" y="406"/>
                  <a:pt x="1442" y="406"/>
                </a:cubicBezTo>
                <a:lnTo>
                  <a:pt x="1446" y="406"/>
                </a:lnTo>
                <a:close/>
                <a:moveTo>
                  <a:pt x="303" y="401"/>
                </a:moveTo>
                <a:cubicBezTo>
                  <a:pt x="312" y="401"/>
                  <a:pt x="312" y="401"/>
                  <a:pt x="312" y="401"/>
                </a:cubicBezTo>
                <a:cubicBezTo>
                  <a:pt x="312" y="401"/>
                  <a:pt x="312" y="401"/>
                  <a:pt x="312" y="401"/>
                </a:cubicBezTo>
                <a:cubicBezTo>
                  <a:pt x="313" y="401"/>
                  <a:pt x="313" y="401"/>
                  <a:pt x="313" y="401"/>
                </a:cubicBezTo>
                <a:cubicBezTo>
                  <a:pt x="313" y="401"/>
                  <a:pt x="313" y="401"/>
                  <a:pt x="313" y="401"/>
                </a:cubicBezTo>
                <a:cubicBezTo>
                  <a:pt x="315" y="399"/>
                  <a:pt x="315" y="399"/>
                  <a:pt x="315" y="399"/>
                </a:cubicBezTo>
                <a:cubicBezTo>
                  <a:pt x="315" y="399"/>
                  <a:pt x="315" y="399"/>
                  <a:pt x="315" y="399"/>
                </a:cubicBezTo>
                <a:cubicBezTo>
                  <a:pt x="317" y="398"/>
                  <a:pt x="317" y="398"/>
                  <a:pt x="317" y="398"/>
                </a:cubicBezTo>
                <a:cubicBezTo>
                  <a:pt x="317" y="398"/>
                  <a:pt x="317" y="398"/>
                  <a:pt x="317" y="398"/>
                </a:cubicBezTo>
                <a:cubicBezTo>
                  <a:pt x="319" y="396"/>
                  <a:pt x="319" y="396"/>
                  <a:pt x="319" y="396"/>
                </a:cubicBezTo>
                <a:cubicBezTo>
                  <a:pt x="319" y="396"/>
                  <a:pt x="319" y="396"/>
                  <a:pt x="319" y="396"/>
                </a:cubicBezTo>
                <a:cubicBezTo>
                  <a:pt x="320" y="396"/>
                  <a:pt x="320" y="396"/>
                  <a:pt x="320" y="396"/>
                </a:cubicBezTo>
                <a:cubicBezTo>
                  <a:pt x="320" y="396"/>
                  <a:pt x="320" y="396"/>
                  <a:pt x="320" y="396"/>
                </a:cubicBezTo>
                <a:cubicBezTo>
                  <a:pt x="323" y="394"/>
                  <a:pt x="323" y="394"/>
                  <a:pt x="323" y="394"/>
                </a:cubicBezTo>
                <a:cubicBezTo>
                  <a:pt x="323" y="394"/>
                  <a:pt x="323" y="394"/>
                  <a:pt x="323" y="394"/>
                </a:cubicBezTo>
                <a:cubicBezTo>
                  <a:pt x="324" y="393"/>
                  <a:pt x="324" y="393"/>
                  <a:pt x="324" y="393"/>
                </a:cubicBezTo>
                <a:cubicBezTo>
                  <a:pt x="324" y="393"/>
                  <a:pt x="324" y="393"/>
                  <a:pt x="324" y="393"/>
                </a:cubicBezTo>
                <a:cubicBezTo>
                  <a:pt x="328" y="391"/>
                  <a:pt x="328" y="391"/>
                  <a:pt x="328" y="391"/>
                </a:cubicBezTo>
                <a:cubicBezTo>
                  <a:pt x="328" y="391"/>
                  <a:pt x="328" y="391"/>
                  <a:pt x="328" y="391"/>
                </a:cubicBezTo>
                <a:cubicBezTo>
                  <a:pt x="327" y="390"/>
                  <a:pt x="327" y="390"/>
                  <a:pt x="327" y="390"/>
                </a:cubicBezTo>
                <a:cubicBezTo>
                  <a:pt x="327" y="390"/>
                  <a:pt x="327" y="390"/>
                  <a:pt x="327" y="390"/>
                </a:cubicBezTo>
                <a:cubicBezTo>
                  <a:pt x="327" y="388"/>
                  <a:pt x="327" y="388"/>
                  <a:pt x="327" y="388"/>
                </a:cubicBezTo>
                <a:cubicBezTo>
                  <a:pt x="327" y="388"/>
                  <a:pt x="327" y="388"/>
                  <a:pt x="327" y="388"/>
                </a:cubicBezTo>
                <a:cubicBezTo>
                  <a:pt x="327" y="387"/>
                  <a:pt x="327" y="387"/>
                  <a:pt x="327" y="387"/>
                </a:cubicBezTo>
                <a:cubicBezTo>
                  <a:pt x="327" y="387"/>
                  <a:pt x="327" y="387"/>
                  <a:pt x="327" y="387"/>
                </a:cubicBezTo>
                <a:cubicBezTo>
                  <a:pt x="327" y="385"/>
                  <a:pt x="327" y="385"/>
                  <a:pt x="327" y="385"/>
                </a:cubicBezTo>
                <a:cubicBezTo>
                  <a:pt x="327" y="385"/>
                  <a:pt x="327" y="385"/>
                  <a:pt x="327" y="385"/>
                </a:cubicBezTo>
                <a:cubicBezTo>
                  <a:pt x="326" y="384"/>
                  <a:pt x="326" y="384"/>
                  <a:pt x="326" y="384"/>
                </a:cubicBezTo>
                <a:cubicBezTo>
                  <a:pt x="326" y="384"/>
                  <a:pt x="326" y="384"/>
                  <a:pt x="326" y="384"/>
                </a:cubicBezTo>
                <a:cubicBezTo>
                  <a:pt x="326" y="383"/>
                  <a:pt x="326" y="383"/>
                  <a:pt x="326" y="383"/>
                </a:cubicBezTo>
                <a:cubicBezTo>
                  <a:pt x="326" y="383"/>
                  <a:pt x="326" y="383"/>
                  <a:pt x="326" y="383"/>
                </a:cubicBezTo>
                <a:cubicBezTo>
                  <a:pt x="324" y="382"/>
                  <a:pt x="324" y="382"/>
                  <a:pt x="324" y="382"/>
                </a:cubicBezTo>
                <a:cubicBezTo>
                  <a:pt x="324" y="382"/>
                  <a:pt x="324" y="382"/>
                  <a:pt x="324" y="382"/>
                </a:cubicBezTo>
                <a:cubicBezTo>
                  <a:pt x="324" y="381"/>
                  <a:pt x="324" y="381"/>
                  <a:pt x="324" y="381"/>
                </a:cubicBezTo>
                <a:cubicBezTo>
                  <a:pt x="324" y="381"/>
                  <a:pt x="324" y="381"/>
                  <a:pt x="324" y="381"/>
                </a:cubicBezTo>
                <a:cubicBezTo>
                  <a:pt x="320" y="377"/>
                  <a:pt x="320" y="377"/>
                  <a:pt x="320" y="377"/>
                </a:cubicBezTo>
                <a:cubicBezTo>
                  <a:pt x="320" y="377"/>
                  <a:pt x="320" y="377"/>
                  <a:pt x="320" y="377"/>
                </a:cubicBezTo>
                <a:cubicBezTo>
                  <a:pt x="316" y="372"/>
                  <a:pt x="316" y="372"/>
                  <a:pt x="316" y="372"/>
                </a:cubicBezTo>
                <a:cubicBezTo>
                  <a:pt x="316" y="372"/>
                  <a:pt x="316" y="372"/>
                  <a:pt x="316" y="372"/>
                </a:cubicBezTo>
                <a:cubicBezTo>
                  <a:pt x="311" y="368"/>
                  <a:pt x="311" y="368"/>
                  <a:pt x="311" y="368"/>
                </a:cubicBezTo>
                <a:cubicBezTo>
                  <a:pt x="311" y="368"/>
                  <a:pt x="311" y="368"/>
                  <a:pt x="311" y="368"/>
                </a:cubicBezTo>
                <a:cubicBezTo>
                  <a:pt x="305" y="364"/>
                  <a:pt x="305" y="364"/>
                  <a:pt x="305" y="364"/>
                </a:cubicBezTo>
                <a:cubicBezTo>
                  <a:pt x="305" y="364"/>
                  <a:pt x="305" y="364"/>
                  <a:pt x="305" y="364"/>
                </a:cubicBezTo>
                <a:cubicBezTo>
                  <a:pt x="299" y="361"/>
                  <a:pt x="299" y="361"/>
                  <a:pt x="299" y="361"/>
                </a:cubicBezTo>
                <a:cubicBezTo>
                  <a:pt x="299" y="361"/>
                  <a:pt x="299" y="361"/>
                  <a:pt x="299" y="361"/>
                </a:cubicBezTo>
                <a:cubicBezTo>
                  <a:pt x="293" y="357"/>
                  <a:pt x="293" y="357"/>
                  <a:pt x="293" y="357"/>
                </a:cubicBezTo>
                <a:cubicBezTo>
                  <a:pt x="293" y="357"/>
                  <a:pt x="293" y="357"/>
                  <a:pt x="293" y="357"/>
                </a:cubicBezTo>
                <a:cubicBezTo>
                  <a:pt x="286" y="354"/>
                  <a:pt x="286" y="354"/>
                  <a:pt x="286" y="354"/>
                </a:cubicBezTo>
                <a:cubicBezTo>
                  <a:pt x="286" y="354"/>
                  <a:pt x="286" y="354"/>
                  <a:pt x="286" y="354"/>
                </a:cubicBezTo>
                <a:cubicBezTo>
                  <a:pt x="281" y="352"/>
                  <a:pt x="281" y="352"/>
                  <a:pt x="281" y="352"/>
                </a:cubicBezTo>
                <a:cubicBezTo>
                  <a:pt x="281" y="352"/>
                  <a:pt x="281" y="352"/>
                  <a:pt x="281" y="352"/>
                </a:cubicBezTo>
                <a:cubicBezTo>
                  <a:pt x="279" y="353"/>
                  <a:pt x="279" y="353"/>
                  <a:pt x="279" y="353"/>
                </a:cubicBezTo>
                <a:cubicBezTo>
                  <a:pt x="279" y="353"/>
                  <a:pt x="279" y="353"/>
                  <a:pt x="279" y="353"/>
                </a:cubicBezTo>
                <a:cubicBezTo>
                  <a:pt x="278" y="353"/>
                  <a:pt x="278" y="353"/>
                  <a:pt x="278" y="353"/>
                </a:cubicBezTo>
                <a:cubicBezTo>
                  <a:pt x="278" y="353"/>
                  <a:pt x="278" y="353"/>
                  <a:pt x="278" y="353"/>
                </a:cubicBezTo>
                <a:cubicBezTo>
                  <a:pt x="277" y="354"/>
                  <a:pt x="277" y="354"/>
                  <a:pt x="277" y="354"/>
                </a:cubicBezTo>
                <a:cubicBezTo>
                  <a:pt x="277" y="354"/>
                  <a:pt x="277" y="354"/>
                  <a:pt x="277" y="354"/>
                </a:cubicBezTo>
                <a:cubicBezTo>
                  <a:pt x="276" y="354"/>
                  <a:pt x="276" y="354"/>
                  <a:pt x="276" y="354"/>
                </a:cubicBezTo>
                <a:cubicBezTo>
                  <a:pt x="276" y="354"/>
                  <a:pt x="276" y="354"/>
                  <a:pt x="276" y="354"/>
                </a:cubicBezTo>
                <a:cubicBezTo>
                  <a:pt x="275" y="355"/>
                  <a:pt x="275" y="355"/>
                  <a:pt x="275" y="355"/>
                </a:cubicBezTo>
                <a:cubicBezTo>
                  <a:pt x="275" y="355"/>
                  <a:pt x="275" y="355"/>
                  <a:pt x="275" y="355"/>
                </a:cubicBezTo>
                <a:cubicBezTo>
                  <a:pt x="275" y="355"/>
                  <a:pt x="275" y="355"/>
                  <a:pt x="275" y="355"/>
                </a:cubicBezTo>
                <a:cubicBezTo>
                  <a:pt x="275" y="355"/>
                  <a:pt x="275" y="355"/>
                  <a:pt x="275" y="355"/>
                </a:cubicBezTo>
                <a:cubicBezTo>
                  <a:pt x="275" y="356"/>
                  <a:pt x="275" y="356"/>
                  <a:pt x="275" y="356"/>
                </a:cubicBezTo>
                <a:cubicBezTo>
                  <a:pt x="275" y="356"/>
                  <a:pt x="275" y="356"/>
                  <a:pt x="275" y="356"/>
                </a:cubicBezTo>
                <a:cubicBezTo>
                  <a:pt x="275" y="356"/>
                  <a:pt x="275" y="356"/>
                  <a:pt x="275" y="356"/>
                </a:cubicBezTo>
                <a:cubicBezTo>
                  <a:pt x="275" y="356"/>
                  <a:pt x="275" y="356"/>
                  <a:pt x="275" y="356"/>
                </a:cubicBezTo>
                <a:cubicBezTo>
                  <a:pt x="279" y="360"/>
                  <a:pt x="279" y="360"/>
                  <a:pt x="279" y="360"/>
                </a:cubicBezTo>
                <a:cubicBezTo>
                  <a:pt x="279" y="360"/>
                  <a:pt x="279" y="360"/>
                  <a:pt x="279" y="360"/>
                </a:cubicBezTo>
                <a:cubicBezTo>
                  <a:pt x="284" y="364"/>
                  <a:pt x="284" y="364"/>
                  <a:pt x="284" y="364"/>
                </a:cubicBezTo>
                <a:cubicBezTo>
                  <a:pt x="284" y="364"/>
                  <a:pt x="284" y="364"/>
                  <a:pt x="284" y="364"/>
                </a:cubicBezTo>
                <a:cubicBezTo>
                  <a:pt x="288" y="369"/>
                  <a:pt x="288" y="369"/>
                  <a:pt x="288" y="369"/>
                </a:cubicBezTo>
                <a:cubicBezTo>
                  <a:pt x="288" y="369"/>
                  <a:pt x="288" y="369"/>
                  <a:pt x="288" y="369"/>
                </a:cubicBezTo>
                <a:cubicBezTo>
                  <a:pt x="291" y="374"/>
                  <a:pt x="291" y="374"/>
                  <a:pt x="291" y="374"/>
                </a:cubicBezTo>
                <a:cubicBezTo>
                  <a:pt x="291" y="374"/>
                  <a:pt x="291" y="374"/>
                  <a:pt x="291" y="374"/>
                </a:cubicBezTo>
                <a:cubicBezTo>
                  <a:pt x="292" y="380"/>
                  <a:pt x="292" y="380"/>
                  <a:pt x="292" y="380"/>
                </a:cubicBezTo>
                <a:cubicBezTo>
                  <a:pt x="292" y="380"/>
                  <a:pt x="292" y="380"/>
                  <a:pt x="292" y="380"/>
                </a:cubicBezTo>
                <a:cubicBezTo>
                  <a:pt x="294" y="384"/>
                  <a:pt x="294" y="384"/>
                  <a:pt x="294" y="384"/>
                </a:cubicBezTo>
                <a:cubicBezTo>
                  <a:pt x="294" y="384"/>
                  <a:pt x="294" y="384"/>
                  <a:pt x="294" y="384"/>
                </a:cubicBezTo>
                <a:cubicBezTo>
                  <a:pt x="294" y="390"/>
                  <a:pt x="294" y="390"/>
                  <a:pt x="294" y="390"/>
                </a:cubicBezTo>
                <a:cubicBezTo>
                  <a:pt x="294" y="390"/>
                  <a:pt x="294" y="390"/>
                  <a:pt x="294" y="390"/>
                </a:cubicBezTo>
                <a:cubicBezTo>
                  <a:pt x="295" y="395"/>
                  <a:pt x="295" y="395"/>
                  <a:pt x="295" y="395"/>
                </a:cubicBezTo>
                <a:cubicBezTo>
                  <a:pt x="295" y="395"/>
                  <a:pt x="295" y="395"/>
                  <a:pt x="295" y="395"/>
                </a:cubicBezTo>
                <a:cubicBezTo>
                  <a:pt x="295" y="396"/>
                  <a:pt x="295" y="396"/>
                  <a:pt x="295" y="396"/>
                </a:cubicBezTo>
                <a:cubicBezTo>
                  <a:pt x="295" y="396"/>
                  <a:pt x="295" y="396"/>
                  <a:pt x="295" y="396"/>
                </a:cubicBezTo>
                <a:cubicBezTo>
                  <a:pt x="296" y="397"/>
                  <a:pt x="296" y="397"/>
                  <a:pt x="296" y="397"/>
                </a:cubicBezTo>
                <a:cubicBezTo>
                  <a:pt x="296" y="397"/>
                  <a:pt x="296" y="397"/>
                  <a:pt x="296" y="397"/>
                </a:cubicBezTo>
                <a:cubicBezTo>
                  <a:pt x="297" y="398"/>
                  <a:pt x="297" y="398"/>
                  <a:pt x="297" y="398"/>
                </a:cubicBezTo>
                <a:cubicBezTo>
                  <a:pt x="297" y="398"/>
                  <a:pt x="297" y="398"/>
                  <a:pt x="297" y="398"/>
                </a:cubicBezTo>
                <a:cubicBezTo>
                  <a:pt x="298" y="399"/>
                  <a:pt x="298" y="399"/>
                  <a:pt x="298" y="399"/>
                </a:cubicBezTo>
                <a:cubicBezTo>
                  <a:pt x="298" y="399"/>
                  <a:pt x="298" y="399"/>
                  <a:pt x="298" y="399"/>
                </a:cubicBezTo>
                <a:cubicBezTo>
                  <a:pt x="298" y="400"/>
                  <a:pt x="298" y="400"/>
                  <a:pt x="298" y="400"/>
                </a:cubicBezTo>
                <a:cubicBezTo>
                  <a:pt x="298" y="400"/>
                  <a:pt x="298" y="400"/>
                  <a:pt x="298" y="400"/>
                </a:cubicBezTo>
                <a:cubicBezTo>
                  <a:pt x="300" y="401"/>
                  <a:pt x="300" y="401"/>
                  <a:pt x="300" y="401"/>
                </a:cubicBezTo>
                <a:cubicBezTo>
                  <a:pt x="300" y="401"/>
                  <a:pt x="300" y="401"/>
                  <a:pt x="300" y="401"/>
                </a:cubicBezTo>
                <a:cubicBezTo>
                  <a:pt x="301" y="401"/>
                  <a:pt x="301" y="401"/>
                  <a:pt x="301" y="401"/>
                </a:cubicBezTo>
                <a:cubicBezTo>
                  <a:pt x="301" y="401"/>
                  <a:pt x="301" y="401"/>
                  <a:pt x="301" y="401"/>
                </a:cubicBezTo>
                <a:cubicBezTo>
                  <a:pt x="303" y="401"/>
                  <a:pt x="303" y="401"/>
                  <a:pt x="303" y="401"/>
                </a:cubicBezTo>
                <a:close/>
                <a:moveTo>
                  <a:pt x="1278" y="393"/>
                </a:moveTo>
                <a:cubicBezTo>
                  <a:pt x="1278" y="392"/>
                  <a:pt x="1278" y="392"/>
                  <a:pt x="1278" y="392"/>
                </a:cubicBezTo>
                <a:cubicBezTo>
                  <a:pt x="1278" y="392"/>
                  <a:pt x="1278" y="392"/>
                  <a:pt x="1278" y="392"/>
                </a:cubicBezTo>
                <a:cubicBezTo>
                  <a:pt x="1278" y="391"/>
                  <a:pt x="1278" y="391"/>
                  <a:pt x="1278" y="391"/>
                </a:cubicBezTo>
                <a:cubicBezTo>
                  <a:pt x="1278" y="391"/>
                  <a:pt x="1278" y="391"/>
                  <a:pt x="1278" y="391"/>
                </a:cubicBezTo>
                <a:cubicBezTo>
                  <a:pt x="1279" y="391"/>
                  <a:pt x="1279" y="391"/>
                  <a:pt x="1279" y="391"/>
                </a:cubicBezTo>
                <a:cubicBezTo>
                  <a:pt x="1279" y="391"/>
                  <a:pt x="1279" y="391"/>
                  <a:pt x="1279" y="391"/>
                </a:cubicBezTo>
                <a:cubicBezTo>
                  <a:pt x="1281" y="390"/>
                  <a:pt x="1281" y="390"/>
                  <a:pt x="1281" y="390"/>
                </a:cubicBezTo>
                <a:cubicBezTo>
                  <a:pt x="1281" y="390"/>
                  <a:pt x="1281" y="390"/>
                  <a:pt x="1281" y="390"/>
                </a:cubicBezTo>
                <a:cubicBezTo>
                  <a:pt x="1281" y="390"/>
                  <a:pt x="1281" y="390"/>
                  <a:pt x="1281" y="390"/>
                </a:cubicBezTo>
                <a:cubicBezTo>
                  <a:pt x="1281" y="390"/>
                  <a:pt x="1281" y="390"/>
                  <a:pt x="1281" y="390"/>
                </a:cubicBezTo>
                <a:cubicBezTo>
                  <a:pt x="1283" y="389"/>
                  <a:pt x="1283" y="389"/>
                  <a:pt x="1283" y="389"/>
                </a:cubicBezTo>
                <a:cubicBezTo>
                  <a:pt x="1283" y="389"/>
                  <a:pt x="1283" y="389"/>
                  <a:pt x="1283" y="389"/>
                </a:cubicBezTo>
                <a:cubicBezTo>
                  <a:pt x="1283" y="389"/>
                  <a:pt x="1283" y="389"/>
                  <a:pt x="1283" y="389"/>
                </a:cubicBezTo>
                <a:cubicBezTo>
                  <a:pt x="1283" y="389"/>
                  <a:pt x="1283" y="389"/>
                  <a:pt x="1283" y="389"/>
                </a:cubicBezTo>
                <a:cubicBezTo>
                  <a:pt x="1285" y="388"/>
                  <a:pt x="1285" y="388"/>
                  <a:pt x="1285" y="388"/>
                </a:cubicBezTo>
                <a:cubicBezTo>
                  <a:pt x="1285" y="388"/>
                  <a:pt x="1285" y="388"/>
                  <a:pt x="1285" y="388"/>
                </a:cubicBezTo>
                <a:cubicBezTo>
                  <a:pt x="1286" y="387"/>
                  <a:pt x="1286" y="387"/>
                  <a:pt x="1286" y="387"/>
                </a:cubicBezTo>
                <a:cubicBezTo>
                  <a:pt x="1286" y="387"/>
                  <a:pt x="1286" y="387"/>
                  <a:pt x="1286" y="387"/>
                </a:cubicBezTo>
                <a:cubicBezTo>
                  <a:pt x="1289" y="384"/>
                  <a:pt x="1289" y="384"/>
                  <a:pt x="1289" y="384"/>
                </a:cubicBezTo>
                <a:cubicBezTo>
                  <a:pt x="1289" y="384"/>
                  <a:pt x="1289" y="384"/>
                  <a:pt x="1289" y="384"/>
                </a:cubicBezTo>
                <a:cubicBezTo>
                  <a:pt x="1290" y="382"/>
                  <a:pt x="1290" y="382"/>
                  <a:pt x="1290" y="382"/>
                </a:cubicBezTo>
                <a:cubicBezTo>
                  <a:pt x="1290" y="382"/>
                  <a:pt x="1290" y="382"/>
                  <a:pt x="1290" y="382"/>
                </a:cubicBezTo>
                <a:cubicBezTo>
                  <a:pt x="1291" y="380"/>
                  <a:pt x="1291" y="380"/>
                  <a:pt x="1291" y="380"/>
                </a:cubicBezTo>
                <a:cubicBezTo>
                  <a:pt x="1291" y="380"/>
                  <a:pt x="1291" y="380"/>
                  <a:pt x="1291" y="380"/>
                </a:cubicBezTo>
                <a:cubicBezTo>
                  <a:pt x="1291" y="377"/>
                  <a:pt x="1291" y="377"/>
                  <a:pt x="1291" y="377"/>
                </a:cubicBezTo>
                <a:cubicBezTo>
                  <a:pt x="1291" y="377"/>
                  <a:pt x="1291" y="377"/>
                  <a:pt x="1291" y="377"/>
                </a:cubicBezTo>
                <a:cubicBezTo>
                  <a:pt x="1291" y="374"/>
                  <a:pt x="1291" y="374"/>
                  <a:pt x="1291" y="374"/>
                </a:cubicBezTo>
                <a:cubicBezTo>
                  <a:pt x="1291" y="374"/>
                  <a:pt x="1291" y="374"/>
                  <a:pt x="1291" y="374"/>
                </a:cubicBezTo>
                <a:cubicBezTo>
                  <a:pt x="1291" y="371"/>
                  <a:pt x="1291" y="371"/>
                  <a:pt x="1291" y="371"/>
                </a:cubicBezTo>
                <a:cubicBezTo>
                  <a:pt x="1291" y="371"/>
                  <a:pt x="1291" y="371"/>
                  <a:pt x="1291" y="371"/>
                </a:cubicBezTo>
                <a:cubicBezTo>
                  <a:pt x="1291" y="368"/>
                  <a:pt x="1291" y="368"/>
                  <a:pt x="1291" y="368"/>
                </a:cubicBezTo>
                <a:cubicBezTo>
                  <a:pt x="1291" y="368"/>
                  <a:pt x="1291" y="368"/>
                  <a:pt x="1291" y="368"/>
                </a:cubicBezTo>
                <a:cubicBezTo>
                  <a:pt x="1289" y="367"/>
                  <a:pt x="1289" y="367"/>
                  <a:pt x="1289" y="367"/>
                </a:cubicBezTo>
                <a:cubicBezTo>
                  <a:pt x="1289" y="367"/>
                  <a:pt x="1289" y="367"/>
                  <a:pt x="1289" y="367"/>
                </a:cubicBezTo>
                <a:cubicBezTo>
                  <a:pt x="1287" y="364"/>
                  <a:pt x="1287" y="364"/>
                  <a:pt x="1287" y="364"/>
                </a:cubicBezTo>
                <a:cubicBezTo>
                  <a:pt x="1287" y="364"/>
                  <a:pt x="1287" y="364"/>
                  <a:pt x="1287" y="364"/>
                </a:cubicBezTo>
                <a:cubicBezTo>
                  <a:pt x="1285" y="362"/>
                  <a:pt x="1285" y="362"/>
                  <a:pt x="1285" y="362"/>
                </a:cubicBezTo>
                <a:cubicBezTo>
                  <a:pt x="1285" y="362"/>
                  <a:pt x="1285" y="362"/>
                  <a:pt x="1285" y="362"/>
                </a:cubicBezTo>
                <a:cubicBezTo>
                  <a:pt x="1284" y="359"/>
                  <a:pt x="1284" y="359"/>
                  <a:pt x="1284" y="359"/>
                </a:cubicBezTo>
                <a:cubicBezTo>
                  <a:pt x="1284" y="359"/>
                  <a:pt x="1284" y="359"/>
                  <a:pt x="1284" y="359"/>
                </a:cubicBezTo>
                <a:cubicBezTo>
                  <a:pt x="1281" y="358"/>
                  <a:pt x="1281" y="358"/>
                  <a:pt x="1281" y="358"/>
                </a:cubicBezTo>
                <a:cubicBezTo>
                  <a:pt x="1281" y="358"/>
                  <a:pt x="1281" y="358"/>
                  <a:pt x="1281" y="358"/>
                </a:cubicBezTo>
                <a:cubicBezTo>
                  <a:pt x="1279" y="356"/>
                  <a:pt x="1279" y="356"/>
                  <a:pt x="1279" y="356"/>
                </a:cubicBezTo>
                <a:cubicBezTo>
                  <a:pt x="1279" y="356"/>
                  <a:pt x="1279" y="356"/>
                  <a:pt x="1279" y="356"/>
                </a:cubicBezTo>
                <a:cubicBezTo>
                  <a:pt x="1277" y="355"/>
                  <a:pt x="1277" y="355"/>
                  <a:pt x="1277" y="355"/>
                </a:cubicBezTo>
                <a:cubicBezTo>
                  <a:pt x="1277" y="355"/>
                  <a:pt x="1277" y="355"/>
                  <a:pt x="1277" y="355"/>
                </a:cubicBezTo>
                <a:cubicBezTo>
                  <a:pt x="1275" y="353"/>
                  <a:pt x="1275" y="353"/>
                  <a:pt x="1275" y="353"/>
                </a:cubicBezTo>
                <a:cubicBezTo>
                  <a:pt x="1275" y="353"/>
                  <a:pt x="1275" y="353"/>
                  <a:pt x="1275" y="353"/>
                </a:cubicBezTo>
                <a:cubicBezTo>
                  <a:pt x="1269" y="353"/>
                  <a:pt x="1269" y="353"/>
                  <a:pt x="1269" y="353"/>
                </a:cubicBezTo>
                <a:cubicBezTo>
                  <a:pt x="1269" y="353"/>
                  <a:pt x="1269" y="353"/>
                  <a:pt x="1269" y="353"/>
                </a:cubicBezTo>
                <a:cubicBezTo>
                  <a:pt x="1265" y="353"/>
                  <a:pt x="1265" y="353"/>
                  <a:pt x="1265" y="353"/>
                </a:cubicBezTo>
                <a:cubicBezTo>
                  <a:pt x="1265" y="353"/>
                  <a:pt x="1265" y="353"/>
                  <a:pt x="1265" y="353"/>
                </a:cubicBezTo>
                <a:cubicBezTo>
                  <a:pt x="1260" y="352"/>
                  <a:pt x="1260" y="352"/>
                  <a:pt x="1260" y="352"/>
                </a:cubicBezTo>
                <a:cubicBezTo>
                  <a:pt x="1260" y="352"/>
                  <a:pt x="1260" y="352"/>
                  <a:pt x="1260" y="352"/>
                </a:cubicBezTo>
                <a:cubicBezTo>
                  <a:pt x="1256" y="351"/>
                  <a:pt x="1256" y="351"/>
                  <a:pt x="1256" y="351"/>
                </a:cubicBezTo>
                <a:cubicBezTo>
                  <a:pt x="1256" y="351"/>
                  <a:pt x="1256" y="351"/>
                  <a:pt x="1256" y="351"/>
                </a:cubicBezTo>
                <a:cubicBezTo>
                  <a:pt x="1251" y="352"/>
                  <a:pt x="1251" y="352"/>
                  <a:pt x="1251" y="352"/>
                </a:cubicBezTo>
                <a:cubicBezTo>
                  <a:pt x="1251" y="352"/>
                  <a:pt x="1251" y="352"/>
                  <a:pt x="1251" y="352"/>
                </a:cubicBezTo>
                <a:cubicBezTo>
                  <a:pt x="1248" y="352"/>
                  <a:pt x="1248" y="352"/>
                  <a:pt x="1248" y="352"/>
                </a:cubicBezTo>
                <a:cubicBezTo>
                  <a:pt x="1248" y="352"/>
                  <a:pt x="1248" y="352"/>
                  <a:pt x="1248" y="352"/>
                </a:cubicBezTo>
                <a:cubicBezTo>
                  <a:pt x="1242" y="353"/>
                  <a:pt x="1242" y="353"/>
                  <a:pt x="1242" y="353"/>
                </a:cubicBezTo>
                <a:cubicBezTo>
                  <a:pt x="1242" y="353"/>
                  <a:pt x="1242" y="353"/>
                  <a:pt x="1242" y="353"/>
                </a:cubicBezTo>
                <a:cubicBezTo>
                  <a:pt x="1239" y="353"/>
                  <a:pt x="1239" y="353"/>
                  <a:pt x="1239" y="353"/>
                </a:cubicBezTo>
                <a:cubicBezTo>
                  <a:pt x="1239" y="353"/>
                  <a:pt x="1239" y="353"/>
                  <a:pt x="1239" y="353"/>
                </a:cubicBezTo>
                <a:cubicBezTo>
                  <a:pt x="1239" y="359"/>
                  <a:pt x="1239" y="359"/>
                  <a:pt x="1239" y="359"/>
                </a:cubicBezTo>
                <a:cubicBezTo>
                  <a:pt x="1239" y="359"/>
                  <a:pt x="1239" y="359"/>
                  <a:pt x="1239" y="359"/>
                </a:cubicBezTo>
                <a:cubicBezTo>
                  <a:pt x="1244" y="363"/>
                  <a:pt x="1244" y="363"/>
                  <a:pt x="1244" y="363"/>
                </a:cubicBezTo>
                <a:cubicBezTo>
                  <a:pt x="1244" y="363"/>
                  <a:pt x="1244" y="363"/>
                  <a:pt x="1244" y="363"/>
                </a:cubicBezTo>
                <a:cubicBezTo>
                  <a:pt x="1251" y="366"/>
                  <a:pt x="1251" y="366"/>
                  <a:pt x="1251" y="366"/>
                </a:cubicBezTo>
                <a:cubicBezTo>
                  <a:pt x="1251" y="366"/>
                  <a:pt x="1251" y="366"/>
                  <a:pt x="1251" y="366"/>
                </a:cubicBezTo>
                <a:cubicBezTo>
                  <a:pt x="1256" y="369"/>
                  <a:pt x="1256" y="369"/>
                  <a:pt x="1256" y="369"/>
                </a:cubicBezTo>
                <a:cubicBezTo>
                  <a:pt x="1256" y="369"/>
                  <a:pt x="1256" y="369"/>
                  <a:pt x="1256" y="369"/>
                </a:cubicBezTo>
                <a:cubicBezTo>
                  <a:pt x="1261" y="373"/>
                  <a:pt x="1261" y="373"/>
                  <a:pt x="1261" y="373"/>
                </a:cubicBezTo>
                <a:cubicBezTo>
                  <a:pt x="1261" y="373"/>
                  <a:pt x="1261" y="373"/>
                  <a:pt x="1261" y="373"/>
                </a:cubicBezTo>
                <a:cubicBezTo>
                  <a:pt x="1265" y="378"/>
                  <a:pt x="1265" y="378"/>
                  <a:pt x="1265" y="378"/>
                </a:cubicBezTo>
                <a:cubicBezTo>
                  <a:pt x="1265" y="378"/>
                  <a:pt x="1265" y="378"/>
                  <a:pt x="1265" y="378"/>
                </a:cubicBezTo>
                <a:cubicBezTo>
                  <a:pt x="1269" y="382"/>
                  <a:pt x="1269" y="382"/>
                  <a:pt x="1269" y="382"/>
                </a:cubicBezTo>
                <a:cubicBezTo>
                  <a:pt x="1269" y="382"/>
                  <a:pt x="1269" y="382"/>
                  <a:pt x="1269" y="382"/>
                </a:cubicBezTo>
                <a:cubicBezTo>
                  <a:pt x="1274" y="388"/>
                  <a:pt x="1274" y="388"/>
                  <a:pt x="1274" y="388"/>
                </a:cubicBezTo>
                <a:cubicBezTo>
                  <a:pt x="1274" y="388"/>
                  <a:pt x="1274" y="388"/>
                  <a:pt x="1274" y="388"/>
                </a:cubicBezTo>
                <a:cubicBezTo>
                  <a:pt x="1278" y="393"/>
                  <a:pt x="1278" y="393"/>
                  <a:pt x="1278" y="393"/>
                </a:cubicBezTo>
                <a:close/>
                <a:moveTo>
                  <a:pt x="1179" y="386"/>
                </a:moveTo>
                <a:cubicBezTo>
                  <a:pt x="1179" y="386"/>
                  <a:pt x="1179" y="386"/>
                  <a:pt x="1179" y="386"/>
                </a:cubicBezTo>
                <a:cubicBezTo>
                  <a:pt x="1179" y="386"/>
                  <a:pt x="1179" y="386"/>
                  <a:pt x="1179" y="386"/>
                </a:cubicBezTo>
                <a:cubicBezTo>
                  <a:pt x="1181" y="386"/>
                  <a:pt x="1181" y="386"/>
                  <a:pt x="1181" y="386"/>
                </a:cubicBezTo>
                <a:cubicBezTo>
                  <a:pt x="1181" y="386"/>
                  <a:pt x="1181" y="386"/>
                  <a:pt x="1181" y="386"/>
                </a:cubicBezTo>
                <a:cubicBezTo>
                  <a:pt x="1182" y="386"/>
                  <a:pt x="1182" y="386"/>
                  <a:pt x="1182" y="386"/>
                </a:cubicBezTo>
                <a:cubicBezTo>
                  <a:pt x="1182" y="386"/>
                  <a:pt x="1182" y="386"/>
                  <a:pt x="1182" y="386"/>
                </a:cubicBezTo>
                <a:cubicBezTo>
                  <a:pt x="1184" y="385"/>
                  <a:pt x="1184" y="385"/>
                  <a:pt x="1184" y="385"/>
                </a:cubicBezTo>
                <a:cubicBezTo>
                  <a:pt x="1184" y="385"/>
                  <a:pt x="1184" y="385"/>
                  <a:pt x="1184" y="385"/>
                </a:cubicBezTo>
                <a:cubicBezTo>
                  <a:pt x="1185" y="385"/>
                  <a:pt x="1185" y="385"/>
                  <a:pt x="1185" y="385"/>
                </a:cubicBezTo>
                <a:cubicBezTo>
                  <a:pt x="1185" y="385"/>
                  <a:pt x="1185" y="385"/>
                  <a:pt x="1185" y="385"/>
                </a:cubicBezTo>
                <a:cubicBezTo>
                  <a:pt x="1187" y="384"/>
                  <a:pt x="1187" y="384"/>
                  <a:pt x="1187" y="384"/>
                </a:cubicBezTo>
                <a:cubicBezTo>
                  <a:pt x="1187" y="384"/>
                  <a:pt x="1187" y="384"/>
                  <a:pt x="1187" y="384"/>
                </a:cubicBezTo>
                <a:cubicBezTo>
                  <a:pt x="1188" y="383"/>
                  <a:pt x="1188" y="383"/>
                  <a:pt x="1188" y="383"/>
                </a:cubicBezTo>
                <a:cubicBezTo>
                  <a:pt x="1188" y="383"/>
                  <a:pt x="1188" y="383"/>
                  <a:pt x="1188" y="383"/>
                </a:cubicBezTo>
                <a:cubicBezTo>
                  <a:pt x="1189" y="382"/>
                  <a:pt x="1189" y="382"/>
                  <a:pt x="1189" y="382"/>
                </a:cubicBezTo>
                <a:cubicBezTo>
                  <a:pt x="1189" y="382"/>
                  <a:pt x="1189" y="382"/>
                  <a:pt x="1189" y="382"/>
                </a:cubicBezTo>
                <a:cubicBezTo>
                  <a:pt x="1188" y="381"/>
                  <a:pt x="1188" y="381"/>
                  <a:pt x="1188" y="381"/>
                </a:cubicBezTo>
                <a:cubicBezTo>
                  <a:pt x="1188" y="381"/>
                  <a:pt x="1188" y="381"/>
                  <a:pt x="1188" y="381"/>
                </a:cubicBezTo>
                <a:cubicBezTo>
                  <a:pt x="1188" y="379"/>
                  <a:pt x="1188" y="379"/>
                  <a:pt x="1188" y="379"/>
                </a:cubicBezTo>
                <a:cubicBezTo>
                  <a:pt x="1188" y="379"/>
                  <a:pt x="1188" y="379"/>
                  <a:pt x="1188" y="379"/>
                </a:cubicBezTo>
                <a:cubicBezTo>
                  <a:pt x="1188" y="378"/>
                  <a:pt x="1188" y="378"/>
                  <a:pt x="1188" y="378"/>
                </a:cubicBezTo>
                <a:cubicBezTo>
                  <a:pt x="1188" y="378"/>
                  <a:pt x="1188" y="378"/>
                  <a:pt x="1188" y="378"/>
                </a:cubicBezTo>
                <a:cubicBezTo>
                  <a:pt x="1188" y="375"/>
                  <a:pt x="1188" y="375"/>
                  <a:pt x="1188" y="375"/>
                </a:cubicBezTo>
                <a:cubicBezTo>
                  <a:pt x="1188" y="375"/>
                  <a:pt x="1188" y="375"/>
                  <a:pt x="1188" y="375"/>
                </a:cubicBezTo>
                <a:cubicBezTo>
                  <a:pt x="1187" y="374"/>
                  <a:pt x="1187" y="374"/>
                  <a:pt x="1187" y="374"/>
                </a:cubicBezTo>
                <a:cubicBezTo>
                  <a:pt x="1187" y="374"/>
                  <a:pt x="1187" y="374"/>
                  <a:pt x="1187" y="374"/>
                </a:cubicBezTo>
                <a:cubicBezTo>
                  <a:pt x="1187" y="371"/>
                  <a:pt x="1187" y="371"/>
                  <a:pt x="1187" y="371"/>
                </a:cubicBezTo>
                <a:cubicBezTo>
                  <a:pt x="1187" y="371"/>
                  <a:pt x="1187" y="371"/>
                  <a:pt x="1187" y="371"/>
                </a:cubicBezTo>
                <a:cubicBezTo>
                  <a:pt x="1187" y="370"/>
                  <a:pt x="1187" y="370"/>
                  <a:pt x="1187" y="370"/>
                </a:cubicBezTo>
                <a:cubicBezTo>
                  <a:pt x="1187" y="370"/>
                  <a:pt x="1187" y="370"/>
                  <a:pt x="1187" y="370"/>
                </a:cubicBezTo>
                <a:cubicBezTo>
                  <a:pt x="1187" y="367"/>
                  <a:pt x="1187" y="367"/>
                  <a:pt x="1187" y="367"/>
                </a:cubicBezTo>
                <a:cubicBezTo>
                  <a:pt x="1187" y="367"/>
                  <a:pt x="1187" y="367"/>
                  <a:pt x="1187" y="367"/>
                </a:cubicBezTo>
                <a:cubicBezTo>
                  <a:pt x="1183" y="367"/>
                  <a:pt x="1183" y="367"/>
                  <a:pt x="1183" y="367"/>
                </a:cubicBezTo>
                <a:cubicBezTo>
                  <a:pt x="1183" y="367"/>
                  <a:pt x="1183" y="367"/>
                  <a:pt x="1183" y="367"/>
                </a:cubicBezTo>
                <a:cubicBezTo>
                  <a:pt x="1181" y="370"/>
                  <a:pt x="1181" y="370"/>
                  <a:pt x="1181" y="370"/>
                </a:cubicBezTo>
                <a:cubicBezTo>
                  <a:pt x="1181" y="370"/>
                  <a:pt x="1181" y="370"/>
                  <a:pt x="1181" y="370"/>
                </a:cubicBezTo>
                <a:cubicBezTo>
                  <a:pt x="1179" y="372"/>
                  <a:pt x="1179" y="372"/>
                  <a:pt x="1179" y="372"/>
                </a:cubicBezTo>
                <a:cubicBezTo>
                  <a:pt x="1179" y="372"/>
                  <a:pt x="1179" y="372"/>
                  <a:pt x="1179" y="372"/>
                </a:cubicBezTo>
                <a:cubicBezTo>
                  <a:pt x="1177" y="375"/>
                  <a:pt x="1177" y="375"/>
                  <a:pt x="1177" y="375"/>
                </a:cubicBezTo>
                <a:cubicBezTo>
                  <a:pt x="1177" y="375"/>
                  <a:pt x="1177" y="375"/>
                  <a:pt x="1177" y="375"/>
                </a:cubicBezTo>
                <a:cubicBezTo>
                  <a:pt x="1175" y="376"/>
                  <a:pt x="1175" y="376"/>
                  <a:pt x="1175" y="376"/>
                </a:cubicBezTo>
                <a:cubicBezTo>
                  <a:pt x="1175" y="376"/>
                  <a:pt x="1175" y="376"/>
                  <a:pt x="1175" y="376"/>
                </a:cubicBezTo>
                <a:cubicBezTo>
                  <a:pt x="1172" y="378"/>
                  <a:pt x="1172" y="378"/>
                  <a:pt x="1172" y="378"/>
                </a:cubicBezTo>
                <a:cubicBezTo>
                  <a:pt x="1172" y="378"/>
                  <a:pt x="1172" y="378"/>
                  <a:pt x="1172" y="378"/>
                </a:cubicBezTo>
                <a:cubicBezTo>
                  <a:pt x="1171" y="380"/>
                  <a:pt x="1171" y="380"/>
                  <a:pt x="1171" y="380"/>
                </a:cubicBezTo>
                <a:cubicBezTo>
                  <a:pt x="1171" y="380"/>
                  <a:pt x="1171" y="380"/>
                  <a:pt x="1171" y="380"/>
                </a:cubicBezTo>
                <a:cubicBezTo>
                  <a:pt x="1170" y="381"/>
                  <a:pt x="1170" y="381"/>
                  <a:pt x="1170" y="381"/>
                </a:cubicBezTo>
                <a:cubicBezTo>
                  <a:pt x="1170" y="381"/>
                  <a:pt x="1170" y="381"/>
                  <a:pt x="1170" y="381"/>
                </a:cubicBezTo>
                <a:cubicBezTo>
                  <a:pt x="1170" y="382"/>
                  <a:pt x="1170" y="382"/>
                  <a:pt x="1170" y="382"/>
                </a:cubicBezTo>
                <a:cubicBezTo>
                  <a:pt x="1170" y="382"/>
                  <a:pt x="1170" y="382"/>
                  <a:pt x="1170" y="382"/>
                </a:cubicBezTo>
                <a:cubicBezTo>
                  <a:pt x="1171" y="383"/>
                  <a:pt x="1171" y="383"/>
                  <a:pt x="1171" y="383"/>
                </a:cubicBezTo>
                <a:cubicBezTo>
                  <a:pt x="1171" y="383"/>
                  <a:pt x="1171" y="383"/>
                  <a:pt x="1171" y="383"/>
                </a:cubicBezTo>
                <a:cubicBezTo>
                  <a:pt x="1172" y="384"/>
                  <a:pt x="1172" y="384"/>
                  <a:pt x="1172" y="384"/>
                </a:cubicBezTo>
                <a:cubicBezTo>
                  <a:pt x="1172" y="384"/>
                  <a:pt x="1172" y="384"/>
                  <a:pt x="1172" y="384"/>
                </a:cubicBezTo>
                <a:cubicBezTo>
                  <a:pt x="1173" y="385"/>
                  <a:pt x="1173" y="385"/>
                  <a:pt x="1173" y="385"/>
                </a:cubicBezTo>
                <a:cubicBezTo>
                  <a:pt x="1173" y="385"/>
                  <a:pt x="1173" y="385"/>
                  <a:pt x="1173" y="385"/>
                </a:cubicBezTo>
                <a:cubicBezTo>
                  <a:pt x="1174" y="385"/>
                  <a:pt x="1174" y="385"/>
                  <a:pt x="1174" y="385"/>
                </a:cubicBezTo>
                <a:cubicBezTo>
                  <a:pt x="1174" y="385"/>
                  <a:pt x="1174" y="385"/>
                  <a:pt x="1174" y="385"/>
                </a:cubicBezTo>
                <a:cubicBezTo>
                  <a:pt x="1175" y="386"/>
                  <a:pt x="1175" y="386"/>
                  <a:pt x="1175" y="386"/>
                </a:cubicBezTo>
                <a:cubicBezTo>
                  <a:pt x="1175" y="386"/>
                  <a:pt x="1175" y="386"/>
                  <a:pt x="1175" y="386"/>
                </a:cubicBezTo>
                <a:cubicBezTo>
                  <a:pt x="1176" y="386"/>
                  <a:pt x="1176" y="386"/>
                  <a:pt x="1176" y="386"/>
                </a:cubicBezTo>
                <a:cubicBezTo>
                  <a:pt x="1176" y="386"/>
                  <a:pt x="1176" y="386"/>
                  <a:pt x="1176" y="386"/>
                </a:cubicBezTo>
                <a:cubicBezTo>
                  <a:pt x="1177" y="386"/>
                  <a:pt x="1177" y="386"/>
                  <a:pt x="1177" y="386"/>
                </a:cubicBezTo>
                <a:cubicBezTo>
                  <a:pt x="1177" y="386"/>
                  <a:pt x="1177" y="386"/>
                  <a:pt x="1177" y="386"/>
                </a:cubicBezTo>
                <a:cubicBezTo>
                  <a:pt x="1179" y="386"/>
                  <a:pt x="1179" y="386"/>
                  <a:pt x="1179" y="386"/>
                </a:cubicBezTo>
                <a:close/>
                <a:moveTo>
                  <a:pt x="778" y="381"/>
                </a:moveTo>
                <a:cubicBezTo>
                  <a:pt x="728" y="357"/>
                  <a:pt x="728" y="357"/>
                  <a:pt x="728" y="357"/>
                </a:cubicBezTo>
                <a:cubicBezTo>
                  <a:pt x="728" y="357"/>
                  <a:pt x="728" y="357"/>
                  <a:pt x="728" y="357"/>
                </a:cubicBezTo>
                <a:cubicBezTo>
                  <a:pt x="726" y="357"/>
                  <a:pt x="726" y="357"/>
                  <a:pt x="726" y="357"/>
                </a:cubicBezTo>
                <a:cubicBezTo>
                  <a:pt x="726" y="357"/>
                  <a:pt x="726" y="357"/>
                  <a:pt x="726" y="357"/>
                </a:cubicBezTo>
                <a:cubicBezTo>
                  <a:pt x="726" y="355"/>
                  <a:pt x="726" y="355"/>
                  <a:pt x="726" y="355"/>
                </a:cubicBezTo>
                <a:cubicBezTo>
                  <a:pt x="726" y="355"/>
                  <a:pt x="726" y="355"/>
                  <a:pt x="726" y="355"/>
                </a:cubicBezTo>
                <a:cubicBezTo>
                  <a:pt x="726" y="355"/>
                  <a:pt x="726" y="355"/>
                  <a:pt x="726" y="355"/>
                </a:cubicBezTo>
                <a:cubicBezTo>
                  <a:pt x="726" y="355"/>
                  <a:pt x="726" y="355"/>
                  <a:pt x="726" y="355"/>
                </a:cubicBezTo>
                <a:cubicBezTo>
                  <a:pt x="727" y="353"/>
                  <a:pt x="727" y="353"/>
                  <a:pt x="727" y="353"/>
                </a:cubicBezTo>
                <a:cubicBezTo>
                  <a:pt x="727" y="353"/>
                  <a:pt x="727" y="353"/>
                  <a:pt x="727" y="353"/>
                </a:cubicBezTo>
                <a:cubicBezTo>
                  <a:pt x="727" y="353"/>
                  <a:pt x="727" y="353"/>
                  <a:pt x="727" y="353"/>
                </a:cubicBezTo>
                <a:cubicBezTo>
                  <a:pt x="727" y="353"/>
                  <a:pt x="727" y="353"/>
                  <a:pt x="727" y="353"/>
                </a:cubicBezTo>
                <a:cubicBezTo>
                  <a:pt x="728" y="351"/>
                  <a:pt x="728" y="351"/>
                  <a:pt x="728" y="351"/>
                </a:cubicBezTo>
                <a:cubicBezTo>
                  <a:pt x="728" y="351"/>
                  <a:pt x="728" y="351"/>
                  <a:pt x="728" y="351"/>
                </a:cubicBezTo>
                <a:cubicBezTo>
                  <a:pt x="728" y="350"/>
                  <a:pt x="728" y="350"/>
                  <a:pt x="728" y="350"/>
                </a:cubicBezTo>
                <a:cubicBezTo>
                  <a:pt x="728" y="350"/>
                  <a:pt x="728" y="350"/>
                  <a:pt x="728" y="350"/>
                </a:cubicBezTo>
                <a:cubicBezTo>
                  <a:pt x="729" y="348"/>
                  <a:pt x="729" y="348"/>
                  <a:pt x="729" y="348"/>
                </a:cubicBezTo>
                <a:cubicBezTo>
                  <a:pt x="729" y="348"/>
                  <a:pt x="729" y="348"/>
                  <a:pt x="729" y="348"/>
                </a:cubicBezTo>
                <a:cubicBezTo>
                  <a:pt x="731" y="348"/>
                  <a:pt x="731" y="348"/>
                  <a:pt x="731" y="348"/>
                </a:cubicBezTo>
                <a:cubicBezTo>
                  <a:pt x="731" y="348"/>
                  <a:pt x="731" y="348"/>
                  <a:pt x="731" y="348"/>
                </a:cubicBezTo>
                <a:cubicBezTo>
                  <a:pt x="733" y="347"/>
                  <a:pt x="733" y="347"/>
                  <a:pt x="733" y="347"/>
                </a:cubicBezTo>
                <a:cubicBezTo>
                  <a:pt x="733" y="347"/>
                  <a:pt x="733" y="347"/>
                  <a:pt x="733" y="347"/>
                </a:cubicBezTo>
                <a:cubicBezTo>
                  <a:pt x="736" y="346"/>
                  <a:pt x="736" y="346"/>
                  <a:pt x="736" y="346"/>
                </a:cubicBezTo>
                <a:cubicBezTo>
                  <a:pt x="736" y="346"/>
                  <a:pt x="736" y="346"/>
                  <a:pt x="736" y="346"/>
                </a:cubicBezTo>
                <a:cubicBezTo>
                  <a:pt x="739" y="345"/>
                  <a:pt x="739" y="345"/>
                  <a:pt x="739" y="345"/>
                </a:cubicBezTo>
                <a:cubicBezTo>
                  <a:pt x="739" y="345"/>
                  <a:pt x="739" y="345"/>
                  <a:pt x="739" y="345"/>
                </a:cubicBezTo>
                <a:cubicBezTo>
                  <a:pt x="741" y="345"/>
                  <a:pt x="741" y="345"/>
                  <a:pt x="741" y="345"/>
                </a:cubicBezTo>
                <a:cubicBezTo>
                  <a:pt x="741" y="345"/>
                  <a:pt x="741" y="345"/>
                  <a:pt x="741" y="345"/>
                </a:cubicBezTo>
                <a:cubicBezTo>
                  <a:pt x="743" y="345"/>
                  <a:pt x="743" y="345"/>
                  <a:pt x="743" y="345"/>
                </a:cubicBezTo>
                <a:cubicBezTo>
                  <a:pt x="743" y="345"/>
                  <a:pt x="743" y="345"/>
                  <a:pt x="743" y="345"/>
                </a:cubicBezTo>
                <a:cubicBezTo>
                  <a:pt x="745" y="346"/>
                  <a:pt x="745" y="346"/>
                  <a:pt x="745" y="346"/>
                </a:cubicBezTo>
                <a:cubicBezTo>
                  <a:pt x="745" y="346"/>
                  <a:pt x="745" y="346"/>
                  <a:pt x="745" y="346"/>
                </a:cubicBezTo>
                <a:cubicBezTo>
                  <a:pt x="748" y="346"/>
                  <a:pt x="748" y="346"/>
                  <a:pt x="748" y="346"/>
                </a:cubicBezTo>
                <a:cubicBezTo>
                  <a:pt x="748" y="346"/>
                  <a:pt x="748" y="346"/>
                  <a:pt x="748" y="346"/>
                </a:cubicBezTo>
                <a:cubicBezTo>
                  <a:pt x="748" y="347"/>
                  <a:pt x="748" y="347"/>
                  <a:pt x="748" y="347"/>
                </a:cubicBezTo>
                <a:cubicBezTo>
                  <a:pt x="748" y="347"/>
                  <a:pt x="748" y="347"/>
                  <a:pt x="748" y="347"/>
                </a:cubicBezTo>
                <a:cubicBezTo>
                  <a:pt x="749" y="347"/>
                  <a:pt x="749" y="347"/>
                  <a:pt x="749" y="347"/>
                </a:cubicBezTo>
                <a:cubicBezTo>
                  <a:pt x="749" y="347"/>
                  <a:pt x="749" y="347"/>
                  <a:pt x="749" y="347"/>
                </a:cubicBezTo>
                <a:cubicBezTo>
                  <a:pt x="750" y="347"/>
                  <a:pt x="750" y="347"/>
                  <a:pt x="750" y="347"/>
                </a:cubicBezTo>
                <a:cubicBezTo>
                  <a:pt x="750" y="347"/>
                  <a:pt x="750" y="347"/>
                  <a:pt x="750" y="347"/>
                </a:cubicBezTo>
                <a:cubicBezTo>
                  <a:pt x="752" y="347"/>
                  <a:pt x="752" y="347"/>
                  <a:pt x="752" y="347"/>
                </a:cubicBezTo>
                <a:cubicBezTo>
                  <a:pt x="752" y="347"/>
                  <a:pt x="752" y="347"/>
                  <a:pt x="752" y="347"/>
                </a:cubicBezTo>
                <a:cubicBezTo>
                  <a:pt x="753" y="347"/>
                  <a:pt x="753" y="347"/>
                  <a:pt x="753" y="347"/>
                </a:cubicBezTo>
                <a:cubicBezTo>
                  <a:pt x="753" y="347"/>
                  <a:pt x="753" y="347"/>
                  <a:pt x="753" y="347"/>
                </a:cubicBezTo>
                <a:cubicBezTo>
                  <a:pt x="754" y="346"/>
                  <a:pt x="754" y="346"/>
                  <a:pt x="754" y="346"/>
                </a:cubicBezTo>
                <a:cubicBezTo>
                  <a:pt x="754" y="346"/>
                  <a:pt x="754" y="346"/>
                  <a:pt x="754" y="346"/>
                </a:cubicBezTo>
                <a:cubicBezTo>
                  <a:pt x="755" y="346"/>
                  <a:pt x="755" y="346"/>
                  <a:pt x="755" y="346"/>
                </a:cubicBezTo>
                <a:cubicBezTo>
                  <a:pt x="755" y="346"/>
                  <a:pt x="755" y="346"/>
                  <a:pt x="755" y="346"/>
                </a:cubicBezTo>
                <a:cubicBezTo>
                  <a:pt x="758" y="344"/>
                  <a:pt x="758" y="344"/>
                  <a:pt x="758" y="344"/>
                </a:cubicBezTo>
                <a:cubicBezTo>
                  <a:pt x="758" y="344"/>
                  <a:pt x="758" y="344"/>
                  <a:pt x="758" y="344"/>
                </a:cubicBezTo>
                <a:cubicBezTo>
                  <a:pt x="758" y="344"/>
                  <a:pt x="758" y="344"/>
                  <a:pt x="758" y="344"/>
                </a:cubicBezTo>
                <a:cubicBezTo>
                  <a:pt x="758" y="344"/>
                  <a:pt x="758" y="344"/>
                  <a:pt x="758" y="344"/>
                </a:cubicBezTo>
                <a:cubicBezTo>
                  <a:pt x="759" y="344"/>
                  <a:pt x="759" y="344"/>
                  <a:pt x="759" y="344"/>
                </a:cubicBezTo>
                <a:cubicBezTo>
                  <a:pt x="759" y="344"/>
                  <a:pt x="759" y="344"/>
                  <a:pt x="759" y="344"/>
                </a:cubicBezTo>
                <a:cubicBezTo>
                  <a:pt x="760" y="344"/>
                  <a:pt x="760" y="344"/>
                  <a:pt x="760" y="344"/>
                </a:cubicBezTo>
                <a:cubicBezTo>
                  <a:pt x="760" y="344"/>
                  <a:pt x="760" y="344"/>
                  <a:pt x="760" y="344"/>
                </a:cubicBezTo>
                <a:cubicBezTo>
                  <a:pt x="762" y="344"/>
                  <a:pt x="762" y="344"/>
                  <a:pt x="762" y="344"/>
                </a:cubicBezTo>
                <a:cubicBezTo>
                  <a:pt x="762" y="344"/>
                  <a:pt x="762" y="344"/>
                  <a:pt x="762" y="344"/>
                </a:cubicBezTo>
                <a:cubicBezTo>
                  <a:pt x="763" y="345"/>
                  <a:pt x="763" y="345"/>
                  <a:pt x="763" y="345"/>
                </a:cubicBezTo>
                <a:cubicBezTo>
                  <a:pt x="763" y="345"/>
                  <a:pt x="763" y="345"/>
                  <a:pt x="763" y="345"/>
                </a:cubicBezTo>
                <a:cubicBezTo>
                  <a:pt x="764" y="345"/>
                  <a:pt x="764" y="345"/>
                  <a:pt x="764" y="345"/>
                </a:cubicBezTo>
                <a:cubicBezTo>
                  <a:pt x="764" y="345"/>
                  <a:pt x="764" y="345"/>
                  <a:pt x="764" y="345"/>
                </a:cubicBezTo>
                <a:cubicBezTo>
                  <a:pt x="765" y="346"/>
                  <a:pt x="765" y="346"/>
                  <a:pt x="765" y="346"/>
                </a:cubicBezTo>
                <a:cubicBezTo>
                  <a:pt x="765" y="346"/>
                  <a:pt x="765" y="346"/>
                  <a:pt x="765" y="346"/>
                </a:cubicBezTo>
                <a:cubicBezTo>
                  <a:pt x="767" y="346"/>
                  <a:pt x="767" y="346"/>
                  <a:pt x="767" y="346"/>
                </a:cubicBezTo>
                <a:cubicBezTo>
                  <a:pt x="767" y="346"/>
                  <a:pt x="767" y="346"/>
                  <a:pt x="767" y="346"/>
                </a:cubicBezTo>
                <a:cubicBezTo>
                  <a:pt x="779" y="345"/>
                  <a:pt x="779" y="345"/>
                  <a:pt x="779" y="345"/>
                </a:cubicBezTo>
                <a:cubicBezTo>
                  <a:pt x="779" y="345"/>
                  <a:pt x="779" y="345"/>
                  <a:pt x="779" y="345"/>
                </a:cubicBezTo>
                <a:cubicBezTo>
                  <a:pt x="792" y="342"/>
                  <a:pt x="792" y="342"/>
                  <a:pt x="792" y="342"/>
                </a:cubicBezTo>
                <a:cubicBezTo>
                  <a:pt x="792" y="342"/>
                  <a:pt x="792" y="342"/>
                  <a:pt x="792" y="342"/>
                </a:cubicBezTo>
                <a:cubicBezTo>
                  <a:pt x="805" y="340"/>
                  <a:pt x="805" y="340"/>
                  <a:pt x="805" y="340"/>
                </a:cubicBezTo>
                <a:cubicBezTo>
                  <a:pt x="805" y="340"/>
                  <a:pt x="805" y="340"/>
                  <a:pt x="805" y="340"/>
                </a:cubicBezTo>
                <a:cubicBezTo>
                  <a:pt x="820" y="336"/>
                  <a:pt x="820" y="336"/>
                  <a:pt x="820" y="336"/>
                </a:cubicBezTo>
                <a:cubicBezTo>
                  <a:pt x="820" y="336"/>
                  <a:pt x="820" y="336"/>
                  <a:pt x="820" y="336"/>
                </a:cubicBezTo>
                <a:cubicBezTo>
                  <a:pt x="831" y="332"/>
                  <a:pt x="831" y="332"/>
                  <a:pt x="831" y="332"/>
                </a:cubicBezTo>
                <a:cubicBezTo>
                  <a:pt x="831" y="332"/>
                  <a:pt x="831" y="332"/>
                  <a:pt x="831" y="332"/>
                </a:cubicBezTo>
                <a:cubicBezTo>
                  <a:pt x="844" y="325"/>
                  <a:pt x="844" y="325"/>
                  <a:pt x="844" y="325"/>
                </a:cubicBezTo>
                <a:cubicBezTo>
                  <a:pt x="844" y="325"/>
                  <a:pt x="844" y="325"/>
                  <a:pt x="844" y="325"/>
                </a:cubicBezTo>
                <a:cubicBezTo>
                  <a:pt x="855" y="318"/>
                  <a:pt x="855" y="318"/>
                  <a:pt x="855" y="318"/>
                </a:cubicBezTo>
                <a:cubicBezTo>
                  <a:pt x="855" y="318"/>
                  <a:pt x="855" y="318"/>
                  <a:pt x="855" y="318"/>
                </a:cubicBezTo>
                <a:cubicBezTo>
                  <a:pt x="866" y="308"/>
                  <a:pt x="866" y="308"/>
                  <a:pt x="866" y="308"/>
                </a:cubicBezTo>
                <a:cubicBezTo>
                  <a:pt x="866" y="308"/>
                  <a:pt x="866" y="308"/>
                  <a:pt x="866" y="308"/>
                </a:cubicBezTo>
                <a:cubicBezTo>
                  <a:pt x="900" y="268"/>
                  <a:pt x="900" y="268"/>
                  <a:pt x="900" y="268"/>
                </a:cubicBezTo>
                <a:cubicBezTo>
                  <a:pt x="900" y="268"/>
                  <a:pt x="900" y="268"/>
                  <a:pt x="900" y="268"/>
                </a:cubicBezTo>
                <a:cubicBezTo>
                  <a:pt x="901" y="268"/>
                  <a:pt x="901" y="268"/>
                  <a:pt x="901" y="268"/>
                </a:cubicBezTo>
                <a:cubicBezTo>
                  <a:pt x="901" y="268"/>
                  <a:pt x="901" y="268"/>
                  <a:pt x="901" y="268"/>
                </a:cubicBezTo>
                <a:cubicBezTo>
                  <a:pt x="903" y="266"/>
                  <a:pt x="903" y="266"/>
                  <a:pt x="903" y="266"/>
                </a:cubicBezTo>
                <a:cubicBezTo>
                  <a:pt x="903" y="266"/>
                  <a:pt x="903" y="266"/>
                  <a:pt x="903" y="266"/>
                </a:cubicBezTo>
                <a:cubicBezTo>
                  <a:pt x="905" y="264"/>
                  <a:pt x="905" y="264"/>
                  <a:pt x="905" y="264"/>
                </a:cubicBezTo>
                <a:cubicBezTo>
                  <a:pt x="905" y="264"/>
                  <a:pt x="905" y="264"/>
                  <a:pt x="905" y="264"/>
                </a:cubicBezTo>
                <a:cubicBezTo>
                  <a:pt x="907" y="261"/>
                  <a:pt x="907" y="261"/>
                  <a:pt x="907" y="261"/>
                </a:cubicBezTo>
                <a:cubicBezTo>
                  <a:pt x="907" y="261"/>
                  <a:pt x="907" y="261"/>
                  <a:pt x="907" y="261"/>
                </a:cubicBezTo>
                <a:cubicBezTo>
                  <a:pt x="908" y="259"/>
                  <a:pt x="908" y="259"/>
                  <a:pt x="908" y="259"/>
                </a:cubicBezTo>
                <a:cubicBezTo>
                  <a:pt x="908" y="259"/>
                  <a:pt x="908" y="259"/>
                  <a:pt x="908" y="259"/>
                </a:cubicBezTo>
                <a:cubicBezTo>
                  <a:pt x="911" y="257"/>
                  <a:pt x="911" y="257"/>
                  <a:pt x="911" y="257"/>
                </a:cubicBezTo>
                <a:cubicBezTo>
                  <a:pt x="911" y="257"/>
                  <a:pt x="911" y="257"/>
                  <a:pt x="911" y="257"/>
                </a:cubicBezTo>
                <a:cubicBezTo>
                  <a:pt x="913" y="256"/>
                  <a:pt x="913" y="256"/>
                  <a:pt x="913" y="256"/>
                </a:cubicBezTo>
                <a:cubicBezTo>
                  <a:pt x="913" y="256"/>
                  <a:pt x="913" y="256"/>
                  <a:pt x="913" y="256"/>
                </a:cubicBezTo>
                <a:cubicBezTo>
                  <a:pt x="916" y="253"/>
                  <a:pt x="916" y="253"/>
                  <a:pt x="916" y="253"/>
                </a:cubicBezTo>
                <a:cubicBezTo>
                  <a:pt x="916" y="253"/>
                  <a:pt x="916" y="253"/>
                  <a:pt x="916" y="253"/>
                </a:cubicBezTo>
                <a:cubicBezTo>
                  <a:pt x="922" y="247"/>
                  <a:pt x="922" y="247"/>
                  <a:pt x="922" y="247"/>
                </a:cubicBezTo>
                <a:cubicBezTo>
                  <a:pt x="922" y="247"/>
                  <a:pt x="922" y="247"/>
                  <a:pt x="922" y="247"/>
                </a:cubicBezTo>
                <a:cubicBezTo>
                  <a:pt x="928" y="242"/>
                  <a:pt x="928" y="242"/>
                  <a:pt x="928" y="242"/>
                </a:cubicBezTo>
                <a:cubicBezTo>
                  <a:pt x="928" y="242"/>
                  <a:pt x="928" y="242"/>
                  <a:pt x="928" y="242"/>
                </a:cubicBezTo>
                <a:cubicBezTo>
                  <a:pt x="934" y="235"/>
                  <a:pt x="934" y="235"/>
                  <a:pt x="934" y="235"/>
                </a:cubicBezTo>
                <a:cubicBezTo>
                  <a:pt x="934" y="235"/>
                  <a:pt x="934" y="235"/>
                  <a:pt x="934" y="235"/>
                </a:cubicBezTo>
                <a:cubicBezTo>
                  <a:pt x="941" y="229"/>
                  <a:pt x="941" y="229"/>
                  <a:pt x="941" y="229"/>
                </a:cubicBezTo>
                <a:cubicBezTo>
                  <a:pt x="941" y="229"/>
                  <a:pt x="941" y="229"/>
                  <a:pt x="941" y="229"/>
                </a:cubicBezTo>
                <a:cubicBezTo>
                  <a:pt x="946" y="223"/>
                  <a:pt x="946" y="223"/>
                  <a:pt x="946" y="223"/>
                </a:cubicBezTo>
                <a:cubicBezTo>
                  <a:pt x="946" y="223"/>
                  <a:pt x="946" y="223"/>
                  <a:pt x="946" y="223"/>
                </a:cubicBezTo>
                <a:cubicBezTo>
                  <a:pt x="951" y="215"/>
                  <a:pt x="951" y="215"/>
                  <a:pt x="951" y="215"/>
                </a:cubicBezTo>
                <a:cubicBezTo>
                  <a:pt x="951" y="215"/>
                  <a:pt x="951" y="215"/>
                  <a:pt x="951" y="215"/>
                </a:cubicBezTo>
                <a:cubicBezTo>
                  <a:pt x="956" y="208"/>
                  <a:pt x="956" y="208"/>
                  <a:pt x="956" y="208"/>
                </a:cubicBezTo>
                <a:cubicBezTo>
                  <a:pt x="956" y="208"/>
                  <a:pt x="956" y="208"/>
                  <a:pt x="956" y="208"/>
                </a:cubicBezTo>
                <a:cubicBezTo>
                  <a:pt x="961" y="200"/>
                  <a:pt x="961" y="200"/>
                  <a:pt x="961" y="200"/>
                </a:cubicBezTo>
                <a:cubicBezTo>
                  <a:pt x="961" y="200"/>
                  <a:pt x="961" y="200"/>
                  <a:pt x="961" y="200"/>
                </a:cubicBezTo>
                <a:cubicBezTo>
                  <a:pt x="959" y="198"/>
                  <a:pt x="959" y="198"/>
                  <a:pt x="959" y="198"/>
                </a:cubicBezTo>
                <a:cubicBezTo>
                  <a:pt x="959" y="198"/>
                  <a:pt x="959" y="198"/>
                  <a:pt x="959" y="198"/>
                </a:cubicBezTo>
                <a:cubicBezTo>
                  <a:pt x="956" y="196"/>
                  <a:pt x="956" y="196"/>
                  <a:pt x="956" y="196"/>
                </a:cubicBezTo>
                <a:cubicBezTo>
                  <a:pt x="956" y="196"/>
                  <a:pt x="956" y="196"/>
                  <a:pt x="956" y="196"/>
                </a:cubicBezTo>
                <a:cubicBezTo>
                  <a:pt x="953" y="195"/>
                  <a:pt x="953" y="195"/>
                  <a:pt x="953" y="195"/>
                </a:cubicBezTo>
                <a:cubicBezTo>
                  <a:pt x="953" y="195"/>
                  <a:pt x="953" y="195"/>
                  <a:pt x="953" y="195"/>
                </a:cubicBezTo>
                <a:cubicBezTo>
                  <a:pt x="950" y="194"/>
                  <a:pt x="950" y="194"/>
                  <a:pt x="950" y="194"/>
                </a:cubicBezTo>
                <a:cubicBezTo>
                  <a:pt x="950" y="194"/>
                  <a:pt x="950" y="194"/>
                  <a:pt x="950" y="194"/>
                </a:cubicBezTo>
                <a:cubicBezTo>
                  <a:pt x="946" y="194"/>
                  <a:pt x="946" y="194"/>
                  <a:pt x="946" y="194"/>
                </a:cubicBezTo>
                <a:cubicBezTo>
                  <a:pt x="946" y="194"/>
                  <a:pt x="946" y="194"/>
                  <a:pt x="946" y="194"/>
                </a:cubicBezTo>
                <a:cubicBezTo>
                  <a:pt x="943" y="194"/>
                  <a:pt x="943" y="194"/>
                  <a:pt x="943" y="194"/>
                </a:cubicBezTo>
                <a:cubicBezTo>
                  <a:pt x="943" y="194"/>
                  <a:pt x="943" y="194"/>
                  <a:pt x="943" y="194"/>
                </a:cubicBezTo>
                <a:cubicBezTo>
                  <a:pt x="939" y="194"/>
                  <a:pt x="939" y="194"/>
                  <a:pt x="939" y="194"/>
                </a:cubicBezTo>
                <a:cubicBezTo>
                  <a:pt x="939" y="194"/>
                  <a:pt x="939" y="194"/>
                  <a:pt x="939" y="194"/>
                </a:cubicBezTo>
                <a:cubicBezTo>
                  <a:pt x="936" y="194"/>
                  <a:pt x="936" y="194"/>
                  <a:pt x="936" y="194"/>
                </a:cubicBezTo>
                <a:cubicBezTo>
                  <a:pt x="936" y="194"/>
                  <a:pt x="936" y="194"/>
                  <a:pt x="936" y="194"/>
                </a:cubicBezTo>
                <a:cubicBezTo>
                  <a:pt x="927" y="198"/>
                  <a:pt x="927" y="198"/>
                  <a:pt x="927" y="198"/>
                </a:cubicBezTo>
                <a:cubicBezTo>
                  <a:pt x="927" y="198"/>
                  <a:pt x="927" y="198"/>
                  <a:pt x="927" y="198"/>
                </a:cubicBezTo>
                <a:cubicBezTo>
                  <a:pt x="918" y="200"/>
                  <a:pt x="918" y="200"/>
                  <a:pt x="918" y="200"/>
                </a:cubicBezTo>
                <a:cubicBezTo>
                  <a:pt x="918" y="200"/>
                  <a:pt x="918" y="200"/>
                  <a:pt x="918" y="200"/>
                </a:cubicBezTo>
                <a:cubicBezTo>
                  <a:pt x="910" y="202"/>
                  <a:pt x="910" y="202"/>
                  <a:pt x="910" y="202"/>
                </a:cubicBezTo>
                <a:cubicBezTo>
                  <a:pt x="910" y="202"/>
                  <a:pt x="910" y="202"/>
                  <a:pt x="910" y="202"/>
                </a:cubicBezTo>
                <a:cubicBezTo>
                  <a:pt x="901" y="203"/>
                  <a:pt x="901" y="203"/>
                  <a:pt x="901" y="203"/>
                </a:cubicBezTo>
                <a:cubicBezTo>
                  <a:pt x="901" y="203"/>
                  <a:pt x="901" y="203"/>
                  <a:pt x="901" y="203"/>
                </a:cubicBezTo>
                <a:cubicBezTo>
                  <a:pt x="892" y="205"/>
                  <a:pt x="892" y="205"/>
                  <a:pt x="892" y="205"/>
                </a:cubicBezTo>
                <a:cubicBezTo>
                  <a:pt x="892" y="205"/>
                  <a:pt x="892" y="205"/>
                  <a:pt x="892" y="205"/>
                </a:cubicBezTo>
                <a:cubicBezTo>
                  <a:pt x="884" y="206"/>
                  <a:pt x="884" y="206"/>
                  <a:pt x="884" y="206"/>
                </a:cubicBezTo>
                <a:cubicBezTo>
                  <a:pt x="884" y="206"/>
                  <a:pt x="884" y="206"/>
                  <a:pt x="884" y="206"/>
                </a:cubicBezTo>
                <a:cubicBezTo>
                  <a:pt x="875" y="207"/>
                  <a:pt x="875" y="207"/>
                  <a:pt x="875" y="207"/>
                </a:cubicBezTo>
                <a:cubicBezTo>
                  <a:pt x="875" y="207"/>
                  <a:pt x="875" y="207"/>
                  <a:pt x="875" y="207"/>
                </a:cubicBezTo>
                <a:cubicBezTo>
                  <a:pt x="867" y="207"/>
                  <a:pt x="867" y="207"/>
                  <a:pt x="867" y="207"/>
                </a:cubicBezTo>
                <a:cubicBezTo>
                  <a:pt x="867" y="207"/>
                  <a:pt x="867" y="207"/>
                  <a:pt x="867" y="207"/>
                </a:cubicBezTo>
                <a:cubicBezTo>
                  <a:pt x="865" y="207"/>
                  <a:pt x="865" y="207"/>
                  <a:pt x="865" y="207"/>
                </a:cubicBezTo>
                <a:cubicBezTo>
                  <a:pt x="865" y="207"/>
                  <a:pt x="865" y="207"/>
                  <a:pt x="865" y="207"/>
                </a:cubicBezTo>
                <a:cubicBezTo>
                  <a:pt x="863" y="207"/>
                  <a:pt x="863" y="207"/>
                  <a:pt x="863" y="207"/>
                </a:cubicBezTo>
                <a:cubicBezTo>
                  <a:pt x="863" y="207"/>
                  <a:pt x="863" y="207"/>
                  <a:pt x="863" y="207"/>
                </a:cubicBezTo>
                <a:cubicBezTo>
                  <a:pt x="861" y="207"/>
                  <a:pt x="861" y="207"/>
                  <a:pt x="861" y="207"/>
                </a:cubicBezTo>
                <a:cubicBezTo>
                  <a:pt x="861" y="207"/>
                  <a:pt x="861" y="207"/>
                  <a:pt x="861" y="207"/>
                </a:cubicBezTo>
                <a:cubicBezTo>
                  <a:pt x="859" y="207"/>
                  <a:pt x="859" y="207"/>
                  <a:pt x="859" y="207"/>
                </a:cubicBezTo>
                <a:cubicBezTo>
                  <a:pt x="859" y="207"/>
                  <a:pt x="859" y="207"/>
                  <a:pt x="859" y="207"/>
                </a:cubicBezTo>
                <a:cubicBezTo>
                  <a:pt x="857" y="207"/>
                  <a:pt x="857" y="207"/>
                  <a:pt x="857" y="207"/>
                </a:cubicBezTo>
                <a:cubicBezTo>
                  <a:pt x="857" y="207"/>
                  <a:pt x="857" y="207"/>
                  <a:pt x="857" y="207"/>
                </a:cubicBezTo>
                <a:cubicBezTo>
                  <a:pt x="855" y="207"/>
                  <a:pt x="855" y="207"/>
                  <a:pt x="855" y="207"/>
                </a:cubicBezTo>
                <a:cubicBezTo>
                  <a:pt x="855" y="207"/>
                  <a:pt x="855" y="207"/>
                  <a:pt x="855" y="207"/>
                </a:cubicBezTo>
                <a:cubicBezTo>
                  <a:pt x="853" y="206"/>
                  <a:pt x="853" y="206"/>
                  <a:pt x="853" y="206"/>
                </a:cubicBezTo>
                <a:cubicBezTo>
                  <a:pt x="853" y="206"/>
                  <a:pt x="853" y="206"/>
                  <a:pt x="853" y="206"/>
                </a:cubicBezTo>
                <a:cubicBezTo>
                  <a:pt x="852" y="204"/>
                  <a:pt x="852" y="204"/>
                  <a:pt x="852" y="204"/>
                </a:cubicBezTo>
                <a:cubicBezTo>
                  <a:pt x="852" y="204"/>
                  <a:pt x="852" y="204"/>
                  <a:pt x="852" y="204"/>
                </a:cubicBezTo>
                <a:cubicBezTo>
                  <a:pt x="849" y="203"/>
                  <a:pt x="849" y="203"/>
                  <a:pt x="849" y="203"/>
                </a:cubicBezTo>
                <a:cubicBezTo>
                  <a:pt x="849" y="203"/>
                  <a:pt x="849" y="203"/>
                  <a:pt x="849" y="203"/>
                </a:cubicBezTo>
                <a:cubicBezTo>
                  <a:pt x="847" y="200"/>
                  <a:pt x="847" y="200"/>
                  <a:pt x="847" y="200"/>
                </a:cubicBezTo>
                <a:cubicBezTo>
                  <a:pt x="847" y="200"/>
                  <a:pt x="847" y="200"/>
                  <a:pt x="847" y="200"/>
                </a:cubicBezTo>
                <a:cubicBezTo>
                  <a:pt x="844" y="199"/>
                  <a:pt x="844" y="199"/>
                  <a:pt x="844" y="199"/>
                </a:cubicBezTo>
                <a:cubicBezTo>
                  <a:pt x="844" y="199"/>
                  <a:pt x="844" y="199"/>
                  <a:pt x="844" y="199"/>
                </a:cubicBezTo>
                <a:cubicBezTo>
                  <a:pt x="842" y="196"/>
                  <a:pt x="842" y="196"/>
                  <a:pt x="842" y="196"/>
                </a:cubicBezTo>
                <a:cubicBezTo>
                  <a:pt x="842" y="196"/>
                  <a:pt x="842" y="196"/>
                  <a:pt x="842" y="196"/>
                </a:cubicBezTo>
                <a:cubicBezTo>
                  <a:pt x="839" y="194"/>
                  <a:pt x="839" y="194"/>
                  <a:pt x="839" y="194"/>
                </a:cubicBezTo>
                <a:cubicBezTo>
                  <a:pt x="839" y="194"/>
                  <a:pt x="839" y="194"/>
                  <a:pt x="839" y="194"/>
                </a:cubicBezTo>
                <a:cubicBezTo>
                  <a:pt x="838" y="191"/>
                  <a:pt x="838" y="191"/>
                  <a:pt x="838" y="191"/>
                </a:cubicBezTo>
                <a:cubicBezTo>
                  <a:pt x="838" y="191"/>
                  <a:pt x="838" y="191"/>
                  <a:pt x="838" y="191"/>
                </a:cubicBezTo>
                <a:cubicBezTo>
                  <a:pt x="836" y="188"/>
                  <a:pt x="836" y="188"/>
                  <a:pt x="836" y="188"/>
                </a:cubicBezTo>
                <a:cubicBezTo>
                  <a:pt x="836" y="188"/>
                  <a:pt x="836" y="188"/>
                  <a:pt x="836" y="188"/>
                </a:cubicBezTo>
                <a:cubicBezTo>
                  <a:pt x="836" y="184"/>
                  <a:pt x="836" y="184"/>
                  <a:pt x="836" y="184"/>
                </a:cubicBezTo>
                <a:cubicBezTo>
                  <a:pt x="836" y="184"/>
                  <a:pt x="836" y="184"/>
                  <a:pt x="836" y="184"/>
                </a:cubicBezTo>
                <a:cubicBezTo>
                  <a:pt x="836" y="183"/>
                  <a:pt x="836" y="183"/>
                  <a:pt x="836" y="183"/>
                </a:cubicBezTo>
                <a:cubicBezTo>
                  <a:pt x="836" y="183"/>
                  <a:pt x="836" y="183"/>
                  <a:pt x="836" y="183"/>
                </a:cubicBezTo>
                <a:cubicBezTo>
                  <a:pt x="838" y="182"/>
                  <a:pt x="838" y="182"/>
                  <a:pt x="838" y="182"/>
                </a:cubicBezTo>
                <a:cubicBezTo>
                  <a:pt x="838" y="182"/>
                  <a:pt x="838" y="182"/>
                  <a:pt x="838" y="182"/>
                </a:cubicBezTo>
                <a:cubicBezTo>
                  <a:pt x="839" y="181"/>
                  <a:pt x="839" y="181"/>
                  <a:pt x="839" y="181"/>
                </a:cubicBezTo>
                <a:cubicBezTo>
                  <a:pt x="839" y="181"/>
                  <a:pt x="839" y="181"/>
                  <a:pt x="839" y="181"/>
                </a:cubicBezTo>
                <a:cubicBezTo>
                  <a:pt x="840" y="179"/>
                  <a:pt x="840" y="179"/>
                  <a:pt x="840" y="179"/>
                </a:cubicBezTo>
                <a:cubicBezTo>
                  <a:pt x="840" y="179"/>
                  <a:pt x="840" y="179"/>
                  <a:pt x="840" y="179"/>
                </a:cubicBezTo>
                <a:cubicBezTo>
                  <a:pt x="840" y="178"/>
                  <a:pt x="840" y="178"/>
                  <a:pt x="840" y="178"/>
                </a:cubicBezTo>
                <a:cubicBezTo>
                  <a:pt x="840" y="178"/>
                  <a:pt x="840" y="178"/>
                  <a:pt x="840" y="178"/>
                </a:cubicBezTo>
                <a:cubicBezTo>
                  <a:pt x="842" y="177"/>
                  <a:pt x="842" y="177"/>
                  <a:pt x="842" y="177"/>
                </a:cubicBezTo>
                <a:cubicBezTo>
                  <a:pt x="842" y="177"/>
                  <a:pt x="842" y="177"/>
                  <a:pt x="842" y="177"/>
                </a:cubicBezTo>
                <a:cubicBezTo>
                  <a:pt x="843" y="176"/>
                  <a:pt x="843" y="176"/>
                  <a:pt x="843" y="176"/>
                </a:cubicBezTo>
                <a:cubicBezTo>
                  <a:pt x="843" y="176"/>
                  <a:pt x="843" y="176"/>
                  <a:pt x="843" y="176"/>
                </a:cubicBezTo>
                <a:cubicBezTo>
                  <a:pt x="845" y="174"/>
                  <a:pt x="845" y="174"/>
                  <a:pt x="845" y="174"/>
                </a:cubicBezTo>
                <a:cubicBezTo>
                  <a:pt x="845" y="174"/>
                  <a:pt x="845" y="174"/>
                  <a:pt x="845" y="174"/>
                </a:cubicBezTo>
                <a:cubicBezTo>
                  <a:pt x="847" y="177"/>
                  <a:pt x="847" y="177"/>
                  <a:pt x="847" y="177"/>
                </a:cubicBezTo>
                <a:cubicBezTo>
                  <a:pt x="847" y="177"/>
                  <a:pt x="847" y="177"/>
                  <a:pt x="847" y="177"/>
                </a:cubicBezTo>
                <a:cubicBezTo>
                  <a:pt x="850" y="178"/>
                  <a:pt x="850" y="178"/>
                  <a:pt x="850" y="178"/>
                </a:cubicBezTo>
                <a:cubicBezTo>
                  <a:pt x="850" y="178"/>
                  <a:pt x="850" y="178"/>
                  <a:pt x="850" y="178"/>
                </a:cubicBezTo>
                <a:cubicBezTo>
                  <a:pt x="854" y="179"/>
                  <a:pt x="854" y="179"/>
                  <a:pt x="854" y="179"/>
                </a:cubicBezTo>
                <a:cubicBezTo>
                  <a:pt x="854" y="179"/>
                  <a:pt x="854" y="179"/>
                  <a:pt x="854" y="179"/>
                </a:cubicBezTo>
                <a:cubicBezTo>
                  <a:pt x="858" y="179"/>
                  <a:pt x="858" y="179"/>
                  <a:pt x="858" y="179"/>
                </a:cubicBezTo>
                <a:cubicBezTo>
                  <a:pt x="858" y="179"/>
                  <a:pt x="858" y="179"/>
                  <a:pt x="858" y="179"/>
                </a:cubicBezTo>
                <a:cubicBezTo>
                  <a:pt x="862" y="180"/>
                  <a:pt x="862" y="180"/>
                  <a:pt x="862" y="180"/>
                </a:cubicBezTo>
                <a:cubicBezTo>
                  <a:pt x="862" y="180"/>
                  <a:pt x="862" y="180"/>
                  <a:pt x="862" y="180"/>
                </a:cubicBezTo>
                <a:cubicBezTo>
                  <a:pt x="866" y="180"/>
                  <a:pt x="866" y="180"/>
                  <a:pt x="866" y="180"/>
                </a:cubicBezTo>
                <a:cubicBezTo>
                  <a:pt x="866" y="180"/>
                  <a:pt x="866" y="180"/>
                  <a:pt x="866" y="180"/>
                </a:cubicBezTo>
                <a:cubicBezTo>
                  <a:pt x="870" y="181"/>
                  <a:pt x="870" y="181"/>
                  <a:pt x="870" y="181"/>
                </a:cubicBezTo>
                <a:cubicBezTo>
                  <a:pt x="870" y="181"/>
                  <a:pt x="870" y="181"/>
                  <a:pt x="870" y="181"/>
                </a:cubicBezTo>
                <a:cubicBezTo>
                  <a:pt x="874" y="181"/>
                  <a:pt x="874" y="181"/>
                  <a:pt x="874" y="181"/>
                </a:cubicBezTo>
                <a:cubicBezTo>
                  <a:pt x="874" y="181"/>
                  <a:pt x="874" y="181"/>
                  <a:pt x="874" y="181"/>
                </a:cubicBezTo>
                <a:cubicBezTo>
                  <a:pt x="941" y="179"/>
                  <a:pt x="941" y="179"/>
                  <a:pt x="941" y="179"/>
                </a:cubicBezTo>
                <a:cubicBezTo>
                  <a:pt x="941" y="179"/>
                  <a:pt x="941" y="179"/>
                  <a:pt x="941" y="179"/>
                </a:cubicBezTo>
                <a:cubicBezTo>
                  <a:pt x="976" y="176"/>
                  <a:pt x="976" y="176"/>
                  <a:pt x="976" y="176"/>
                </a:cubicBezTo>
                <a:cubicBezTo>
                  <a:pt x="976" y="176"/>
                  <a:pt x="976" y="176"/>
                  <a:pt x="976" y="176"/>
                </a:cubicBezTo>
                <a:cubicBezTo>
                  <a:pt x="979" y="180"/>
                  <a:pt x="979" y="180"/>
                  <a:pt x="979" y="180"/>
                </a:cubicBezTo>
                <a:cubicBezTo>
                  <a:pt x="979" y="180"/>
                  <a:pt x="979" y="180"/>
                  <a:pt x="979" y="180"/>
                </a:cubicBezTo>
                <a:cubicBezTo>
                  <a:pt x="983" y="183"/>
                  <a:pt x="983" y="183"/>
                  <a:pt x="983" y="183"/>
                </a:cubicBezTo>
                <a:cubicBezTo>
                  <a:pt x="983" y="183"/>
                  <a:pt x="983" y="183"/>
                  <a:pt x="983" y="183"/>
                </a:cubicBezTo>
                <a:cubicBezTo>
                  <a:pt x="985" y="186"/>
                  <a:pt x="985" y="186"/>
                  <a:pt x="985" y="186"/>
                </a:cubicBezTo>
                <a:cubicBezTo>
                  <a:pt x="985" y="186"/>
                  <a:pt x="985" y="186"/>
                  <a:pt x="985" y="186"/>
                </a:cubicBezTo>
                <a:cubicBezTo>
                  <a:pt x="988" y="190"/>
                  <a:pt x="988" y="190"/>
                  <a:pt x="988" y="190"/>
                </a:cubicBezTo>
                <a:cubicBezTo>
                  <a:pt x="988" y="190"/>
                  <a:pt x="988" y="190"/>
                  <a:pt x="988" y="190"/>
                </a:cubicBezTo>
                <a:cubicBezTo>
                  <a:pt x="988" y="195"/>
                  <a:pt x="988" y="195"/>
                  <a:pt x="988" y="195"/>
                </a:cubicBezTo>
                <a:cubicBezTo>
                  <a:pt x="988" y="195"/>
                  <a:pt x="988" y="195"/>
                  <a:pt x="988" y="195"/>
                </a:cubicBezTo>
                <a:cubicBezTo>
                  <a:pt x="989" y="200"/>
                  <a:pt x="989" y="200"/>
                  <a:pt x="989" y="200"/>
                </a:cubicBezTo>
                <a:cubicBezTo>
                  <a:pt x="989" y="200"/>
                  <a:pt x="989" y="200"/>
                  <a:pt x="989" y="200"/>
                </a:cubicBezTo>
                <a:cubicBezTo>
                  <a:pt x="989" y="204"/>
                  <a:pt x="989" y="204"/>
                  <a:pt x="989" y="204"/>
                </a:cubicBezTo>
                <a:cubicBezTo>
                  <a:pt x="989" y="204"/>
                  <a:pt x="989" y="204"/>
                  <a:pt x="989" y="204"/>
                </a:cubicBezTo>
                <a:cubicBezTo>
                  <a:pt x="989" y="208"/>
                  <a:pt x="989" y="208"/>
                  <a:pt x="989" y="208"/>
                </a:cubicBezTo>
                <a:cubicBezTo>
                  <a:pt x="989" y="208"/>
                  <a:pt x="989" y="208"/>
                  <a:pt x="989" y="208"/>
                </a:cubicBezTo>
                <a:cubicBezTo>
                  <a:pt x="987" y="212"/>
                  <a:pt x="987" y="212"/>
                  <a:pt x="987" y="212"/>
                </a:cubicBezTo>
                <a:cubicBezTo>
                  <a:pt x="987" y="212"/>
                  <a:pt x="987" y="212"/>
                  <a:pt x="987" y="212"/>
                </a:cubicBezTo>
                <a:cubicBezTo>
                  <a:pt x="986" y="214"/>
                  <a:pt x="986" y="214"/>
                  <a:pt x="986" y="214"/>
                </a:cubicBezTo>
                <a:cubicBezTo>
                  <a:pt x="986" y="214"/>
                  <a:pt x="986" y="214"/>
                  <a:pt x="986" y="214"/>
                </a:cubicBezTo>
                <a:cubicBezTo>
                  <a:pt x="984" y="215"/>
                  <a:pt x="984" y="215"/>
                  <a:pt x="984" y="215"/>
                </a:cubicBezTo>
                <a:cubicBezTo>
                  <a:pt x="984" y="215"/>
                  <a:pt x="984" y="215"/>
                  <a:pt x="984" y="215"/>
                </a:cubicBezTo>
                <a:cubicBezTo>
                  <a:pt x="983" y="216"/>
                  <a:pt x="983" y="216"/>
                  <a:pt x="983" y="216"/>
                </a:cubicBezTo>
                <a:cubicBezTo>
                  <a:pt x="983" y="216"/>
                  <a:pt x="983" y="216"/>
                  <a:pt x="983" y="216"/>
                </a:cubicBezTo>
                <a:cubicBezTo>
                  <a:pt x="979" y="219"/>
                  <a:pt x="979" y="219"/>
                  <a:pt x="979" y="219"/>
                </a:cubicBezTo>
                <a:cubicBezTo>
                  <a:pt x="979" y="219"/>
                  <a:pt x="979" y="219"/>
                  <a:pt x="979" y="219"/>
                </a:cubicBezTo>
                <a:cubicBezTo>
                  <a:pt x="977" y="221"/>
                  <a:pt x="977" y="221"/>
                  <a:pt x="977" y="221"/>
                </a:cubicBezTo>
                <a:cubicBezTo>
                  <a:pt x="977" y="221"/>
                  <a:pt x="977" y="221"/>
                  <a:pt x="977" y="221"/>
                </a:cubicBezTo>
                <a:cubicBezTo>
                  <a:pt x="975" y="223"/>
                  <a:pt x="975" y="223"/>
                  <a:pt x="975" y="223"/>
                </a:cubicBezTo>
                <a:cubicBezTo>
                  <a:pt x="975" y="223"/>
                  <a:pt x="975" y="223"/>
                  <a:pt x="975" y="223"/>
                </a:cubicBezTo>
                <a:cubicBezTo>
                  <a:pt x="975" y="225"/>
                  <a:pt x="975" y="225"/>
                  <a:pt x="975" y="225"/>
                </a:cubicBezTo>
                <a:cubicBezTo>
                  <a:pt x="975" y="225"/>
                  <a:pt x="975" y="225"/>
                  <a:pt x="975" y="225"/>
                </a:cubicBezTo>
                <a:cubicBezTo>
                  <a:pt x="969" y="231"/>
                  <a:pt x="969" y="231"/>
                  <a:pt x="969" y="231"/>
                </a:cubicBezTo>
                <a:cubicBezTo>
                  <a:pt x="969" y="231"/>
                  <a:pt x="969" y="231"/>
                  <a:pt x="969" y="231"/>
                </a:cubicBezTo>
                <a:cubicBezTo>
                  <a:pt x="964" y="237"/>
                  <a:pt x="964" y="237"/>
                  <a:pt x="964" y="237"/>
                </a:cubicBezTo>
                <a:cubicBezTo>
                  <a:pt x="964" y="237"/>
                  <a:pt x="964" y="237"/>
                  <a:pt x="964" y="237"/>
                </a:cubicBezTo>
                <a:cubicBezTo>
                  <a:pt x="957" y="243"/>
                  <a:pt x="957" y="243"/>
                  <a:pt x="957" y="243"/>
                </a:cubicBezTo>
                <a:cubicBezTo>
                  <a:pt x="957" y="243"/>
                  <a:pt x="957" y="243"/>
                  <a:pt x="957" y="243"/>
                </a:cubicBezTo>
                <a:cubicBezTo>
                  <a:pt x="953" y="249"/>
                  <a:pt x="953" y="249"/>
                  <a:pt x="953" y="249"/>
                </a:cubicBezTo>
                <a:cubicBezTo>
                  <a:pt x="953" y="249"/>
                  <a:pt x="953" y="249"/>
                  <a:pt x="953" y="249"/>
                </a:cubicBezTo>
                <a:cubicBezTo>
                  <a:pt x="947" y="256"/>
                  <a:pt x="947" y="256"/>
                  <a:pt x="947" y="256"/>
                </a:cubicBezTo>
                <a:cubicBezTo>
                  <a:pt x="947" y="256"/>
                  <a:pt x="947" y="256"/>
                  <a:pt x="947" y="256"/>
                </a:cubicBezTo>
                <a:cubicBezTo>
                  <a:pt x="942" y="261"/>
                  <a:pt x="942" y="261"/>
                  <a:pt x="942" y="261"/>
                </a:cubicBezTo>
                <a:cubicBezTo>
                  <a:pt x="942" y="261"/>
                  <a:pt x="942" y="261"/>
                  <a:pt x="942" y="261"/>
                </a:cubicBezTo>
                <a:cubicBezTo>
                  <a:pt x="935" y="266"/>
                  <a:pt x="935" y="266"/>
                  <a:pt x="935" y="266"/>
                </a:cubicBezTo>
                <a:cubicBezTo>
                  <a:pt x="935" y="266"/>
                  <a:pt x="935" y="266"/>
                  <a:pt x="935" y="266"/>
                </a:cubicBezTo>
                <a:cubicBezTo>
                  <a:pt x="929" y="269"/>
                  <a:pt x="929" y="269"/>
                  <a:pt x="929" y="269"/>
                </a:cubicBezTo>
                <a:cubicBezTo>
                  <a:pt x="929" y="269"/>
                  <a:pt x="929" y="269"/>
                  <a:pt x="929" y="269"/>
                </a:cubicBezTo>
                <a:cubicBezTo>
                  <a:pt x="906" y="308"/>
                  <a:pt x="906" y="308"/>
                  <a:pt x="906" y="308"/>
                </a:cubicBezTo>
                <a:cubicBezTo>
                  <a:pt x="906" y="308"/>
                  <a:pt x="906" y="308"/>
                  <a:pt x="906" y="308"/>
                </a:cubicBezTo>
                <a:cubicBezTo>
                  <a:pt x="908" y="313"/>
                  <a:pt x="908" y="313"/>
                  <a:pt x="908" y="313"/>
                </a:cubicBezTo>
                <a:cubicBezTo>
                  <a:pt x="908" y="313"/>
                  <a:pt x="908" y="313"/>
                  <a:pt x="908" y="313"/>
                </a:cubicBezTo>
                <a:cubicBezTo>
                  <a:pt x="914" y="315"/>
                  <a:pt x="914" y="315"/>
                  <a:pt x="914" y="315"/>
                </a:cubicBezTo>
                <a:cubicBezTo>
                  <a:pt x="914" y="315"/>
                  <a:pt x="914" y="315"/>
                  <a:pt x="914" y="315"/>
                </a:cubicBezTo>
                <a:cubicBezTo>
                  <a:pt x="921" y="314"/>
                  <a:pt x="921" y="314"/>
                  <a:pt x="921" y="314"/>
                </a:cubicBezTo>
                <a:cubicBezTo>
                  <a:pt x="921" y="314"/>
                  <a:pt x="921" y="314"/>
                  <a:pt x="921" y="314"/>
                </a:cubicBezTo>
                <a:cubicBezTo>
                  <a:pt x="927" y="312"/>
                  <a:pt x="927" y="312"/>
                  <a:pt x="927" y="312"/>
                </a:cubicBezTo>
                <a:cubicBezTo>
                  <a:pt x="927" y="312"/>
                  <a:pt x="927" y="312"/>
                  <a:pt x="927" y="312"/>
                </a:cubicBezTo>
                <a:cubicBezTo>
                  <a:pt x="934" y="310"/>
                  <a:pt x="934" y="310"/>
                  <a:pt x="934" y="310"/>
                </a:cubicBezTo>
                <a:cubicBezTo>
                  <a:pt x="934" y="310"/>
                  <a:pt x="934" y="310"/>
                  <a:pt x="934" y="310"/>
                </a:cubicBezTo>
                <a:cubicBezTo>
                  <a:pt x="941" y="307"/>
                  <a:pt x="941" y="307"/>
                  <a:pt x="941" y="307"/>
                </a:cubicBezTo>
                <a:cubicBezTo>
                  <a:pt x="941" y="307"/>
                  <a:pt x="941" y="307"/>
                  <a:pt x="941" y="307"/>
                </a:cubicBezTo>
                <a:cubicBezTo>
                  <a:pt x="947" y="304"/>
                  <a:pt x="947" y="304"/>
                  <a:pt x="947" y="304"/>
                </a:cubicBezTo>
                <a:cubicBezTo>
                  <a:pt x="947" y="304"/>
                  <a:pt x="947" y="304"/>
                  <a:pt x="947" y="304"/>
                </a:cubicBezTo>
                <a:cubicBezTo>
                  <a:pt x="953" y="302"/>
                  <a:pt x="953" y="302"/>
                  <a:pt x="953" y="302"/>
                </a:cubicBezTo>
                <a:cubicBezTo>
                  <a:pt x="953" y="302"/>
                  <a:pt x="953" y="302"/>
                  <a:pt x="953" y="302"/>
                </a:cubicBezTo>
                <a:cubicBezTo>
                  <a:pt x="960" y="299"/>
                  <a:pt x="960" y="299"/>
                  <a:pt x="960" y="299"/>
                </a:cubicBezTo>
                <a:cubicBezTo>
                  <a:pt x="960" y="299"/>
                  <a:pt x="960" y="299"/>
                  <a:pt x="960" y="299"/>
                </a:cubicBezTo>
                <a:cubicBezTo>
                  <a:pt x="960" y="301"/>
                  <a:pt x="960" y="301"/>
                  <a:pt x="960" y="301"/>
                </a:cubicBezTo>
                <a:cubicBezTo>
                  <a:pt x="960" y="301"/>
                  <a:pt x="960" y="301"/>
                  <a:pt x="960" y="301"/>
                </a:cubicBezTo>
                <a:cubicBezTo>
                  <a:pt x="963" y="303"/>
                  <a:pt x="963" y="303"/>
                  <a:pt x="963" y="303"/>
                </a:cubicBezTo>
                <a:cubicBezTo>
                  <a:pt x="963" y="303"/>
                  <a:pt x="963" y="303"/>
                  <a:pt x="963" y="303"/>
                </a:cubicBezTo>
                <a:cubicBezTo>
                  <a:pt x="963" y="305"/>
                  <a:pt x="963" y="305"/>
                  <a:pt x="963" y="305"/>
                </a:cubicBezTo>
                <a:cubicBezTo>
                  <a:pt x="963" y="305"/>
                  <a:pt x="963" y="305"/>
                  <a:pt x="963" y="305"/>
                </a:cubicBezTo>
                <a:cubicBezTo>
                  <a:pt x="965" y="307"/>
                  <a:pt x="965" y="307"/>
                  <a:pt x="965" y="307"/>
                </a:cubicBezTo>
                <a:cubicBezTo>
                  <a:pt x="965" y="307"/>
                  <a:pt x="965" y="307"/>
                  <a:pt x="965" y="307"/>
                </a:cubicBezTo>
                <a:cubicBezTo>
                  <a:pt x="965" y="310"/>
                  <a:pt x="965" y="310"/>
                  <a:pt x="965" y="310"/>
                </a:cubicBezTo>
                <a:cubicBezTo>
                  <a:pt x="965" y="310"/>
                  <a:pt x="965" y="310"/>
                  <a:pt x="965" y="310"/>
                </a:cubicBezTo>
                <a:cubicBezTo>
                  <a:pt x="965" y="311"/>
                  <a:pt x="965" y="311"/>
                  <a:pt x="965" y="311"/>
                </a:cubicBezTo>
                <a:cubicBezTo>
                  <a:pt x="965" y="311"/>
                  <a:pt x="965" y="311"/>
                  <a:pt x="965" y="311"/>
                </a:cubicBezTo>
                <a:cubicBezTo>
                  <a:pt x="965" y="313"/>
                  <a:pt x="965" y="313"/>
                  <a:pt x="965" y="313"/>
                </a:cubicBezTo>
                <a:cubicBezTo>
                  <a:pt x="965" y="313"/>
                  <a:pt x="965" y="313"/>
                  <a:pt x="965" y="313"/>
                </a:cubicBezTo>
                <a:cubicBezTo>
                  <a:pt x="966" y="315"/>
                  <a:pt x="966" y="315"/>
                  <a:pt x="966" y="315"/>
                </a:cubicBezTo>
                <a:cubicBezTo>
                  <a:pt x="966" y="315"/>
                  <a:pt x="966" y="315"/>
                  <a:pt x="966" y="315"/>
                </a:cubicBezTo>
                <a:cubicBezTo>
                  <a:pt x="964" y="317"/>
                  <a:pt x="964" y="317"/>
                  <a:pt x="964" y="317"/>
                </a:cubicBezTo>
                <a:cubicBezTo>
                  <a:pt x="964" y="317"/>
                  <a:pt x="964" y="317"/>
                  <a:pt x="964" y="317"/>
                </a:cubicBezTo>
                <a:cubicBezTo>
                  <a:pt x="961" y="318"/>
                  <a:pt x="961" y="318"/>
                  <a:pt x="961" y="318"/>
                </a:cubicBezTo>
                <a:cubicBezTo>
                  <a:pt x="961" y="318"/>
                  <a:pt x="961" y="318"/>
                  <a:pt x="961" y="318"/>
                </a:cubicBezTo>
                <a:cubicBezTo>
                  <a:pt x="960" y="318"/>
                  <a:pt x="960" y="318"/>
                  <a:pt x="960" y="318"/>
                </a:cubicBezTo>
                <a:cubicBezTo>
                  <a:pt x="960" y="318"/>
                  <a:pt x="960" y="318"/>
                  <a:pt x="960" y="318"/>
                </a:cubicBezTo>
                <a:cubicBezTo>
                  <a:pt x="959" y="318"/>
                  <a:pt x="959" y="318"/>
                  <a:pt x="959" y="318"/>
                </a:cubicBezTo>
                <a:cubicBezTo>
                  <a:pt x="959" y="318"/>
                  <a:pt x="959" y="318"/>
                  <a:pt x="959" y="318"/>
                </a:cubicBezTo>
                <a:cubicBezTo>
                  <a:pt x="956" y="319"/>
                  <a:pt x="956" y="319"/>
                  <a:pt x="956" y="319"/>
                </a:cubicBezTo>
                <a:cubicBezTo>
                  <a:pt x="956" y="319"/>
                  <a:pt x="956" y="319"/>
                  <a:pt x="956" y="319"/>
                </a:cubicBezTo>
                <a:cubicBezTo>
                  <a:pt x="955" y="319"/>
                  <a:pt x="955" y="319"/>
                  <a:pt x="955" y="319"/>
                </a:cubicBezTo>
                <a:cubicBezTo>
                  <a:pt x="955" y="319"/>
                  <a:pt x="955" y="319"/>
                  <a:pt x="955" y="319"/>
                </a:cubicBezTo>
                <a:cubicBezTo>
                  <a:pt x="953" y="320"/>
                  <a:pt x="953" y="320"/>
                  <a:pt x="953" y="320"/>
                </a:cubicBezTo>
                <a:cubicBezTo>
                  <a:pt x="953" y="320"/>
                  <a:pt x="953" y="320"/>
                  <a:pt x="953" y="320"/>
                </a:cubicBezTo>
                <a:cubicBezTo>
                  <a:pt x="953" y="321"/>
                  <a:pt x="953" y="321"/>
                  <a:pt x="953" y="321"/>
                </a:cubicBezTo>
                <a:cubicBezTo>
                  <a:pt x="953" y="321"/>
                  <a:pt x="953" y="321"/>
                  <a:pt x="953" y="321"/>
                </a:cubicBezTo>
                <a:cubicBezTo>
                  <a:pt x="882" y="341"/>
                  <a:pt x="882" y="341"/>
                  <a:pt x="882" y="341"/>
                </a:cubicBezTo>
                <a:cubicBezTo>
                  <a:pt x="882" y="341"/>
                  <a:pt x="882" y="341"/>
                  <a:pt x="882" y="341"/>
                </a:cubicBezTo>
                <a:cubicBezTo>
                  <a:pt x="881" y="342"/>
                  <a:pt x="881" y="342"/>
                  <a:pt x="881" y="342"/>
                </a:cubicBezTo>
                <a:cubicBezTo>
                  <a:pt x="881" y="342"/>
                  <a:pt x="881" y="342"/>
                  <a:pt x="881" y="342"/>
                </a:cubicBezTo>
                <a:cubicBezTo>
                  <a:pt x="880" y="343"/>
                  <a:pt x="880" y="343"/>
                  <a:pt x="880" y="343"/>
                </a:cubicBezTo>
                <a:cubicBezTo>
                  <a:pt x="880" y="343"/>
                  <a:pt x="880" y="343"/>
                  <a:pt x="880" y="343"/>
                </a:cubicBezTo>
                <a:cubicBezTo>
                  <a:pt x="878" y="344"/>
                  <a:pt x="878" y="344"/>
                  <a:pt x="878" y="344"/>
                </a:cubicBezTo>
                <a:cubicBezTo>
                  <a:pt x="878" y="344"/>
                  <a:pt x="878" y="344"/>
                  <a:pt x="878" y="344"/>
                </a:cubicBezTo>
                <a:cubicBezTo>
                  <a:pt x="878" y="344"/>
                  <a:pt x="878" y="344"/>
                  <a:pt x="878" y="344"/>
                </a:cubicBezTo>
                <a:cubicBezTo>
                  <a:pt x="878" y="344"/>
                  <a:pt x="878" y="344"/>
                  <a:pt x="878" y="344"/>
                </a:cubicBezTo>
                <a:cubicBezTo>
                  <a:pt x="877" y="345"/>
                  <a:pt x="877" y="345"/>
                  <a:pt x="877" y="345"/>
                </a:cubicBezTo>
                <a:cubicBezTo>
                  <a:pt x="877" y="345"/>
                  <a:pt x="877" y="345"/>
                  <a:pt x="877" y="345"/>
                </a:cubicBezTo>
                <a:cubicBezTo>
                  <a:pt x="876" y="346"/>
                  <a:pt x="876" y="346"/>
                  <a:pt x="876" y="346"/>
                </a:cubicBezTo>
                <a:cubicBezTo>
                  <a:pt x="876" y="346"/>
                  <a:pt x="876" y="346"/>
                  <a:pt x="876" y="346"/>
                </a:cubicBezTo>
                <a:cubicBezTo>
                  <a:pt x="875" y="347"/>
                  <a:pt x="875" y="347"/>
                  <a:pt x="875" y="347"/>
                </a:cubicBezTo>
                <a:cubicBezTo>
                  <a:pt x="875" y="347"/>
                  <a:pt x="875" y="347"/>
                  <a:pt x="875" y="347"/>
                </a:cubicBezTo>
                <a:cubicBezTo>
                  <a:pt x="875" y="347"/>
                  <a:pt x="875" y="347"/>
                  <a:pt x="875" y="347"/>
                </a:cubicBezTo>
                <a:cubicBezTo>
                  <a:pt x="875" y="347"/>
                  <a:pt x="875" y="347"/>
                  <a:pt x="875" y="347"/>
                </a:cubicBezTo>
                <a:cubicBezTo>
                  <a:pt x="871" y="348"/>
                  <a:pt x="871" y="348"/>
                  <a:pt x="871" y="348"/>
                </a:cubicBezTo>
                <a:cubicBezTo>
                  <a:pt x="871" y="348"/>
                  <a:pt x="871" y="348"/>
                  <a:pt x="871" y="348"/>
                </a:cubicBezTo>
                <a:cubicBezTo>
                  <a:pt x="868" y="348"/>
                  <a:pt x="868" y="348"/>
                  <a:pt x="868" y="348"/>
                </a:cubicBezTo>
                <a:cubicBezTo>
                  <a:pt x="868" y="348"/>
                  <a:pt x="868" y="348"/>
                  <a:pt x="868" y="348"/>
                </a:cubicBezTo>
                <a:cubicBezTo>
                  <a:pt x="866" y="349"/>
                  <a:pt x="866" y="349"/>
                  <a:pt x="866" y="349"/>
                </a:cubicBezTo>
                <a:cubicBezTo>
                  <a:pt x="866" y="349"/>
                  <a:pt x="866" y="349"/>
                  <a:pt x="866" y="349"/>
                </a:cubicBezTo>
                <a:cubicBezTo>
                  <a:pt x="865" y="349"/>
                  <a:pt x="864" y="349"/>
                  <a:pt x="864" y="350"/>
                </a:cubicBezTo>
                <a:cubicBezTo>
                  <a:pt x="864" y="350"/>
                  <a:pt x="864" y="350"/>
                  <a:pt x="864" y="350"/>
                </a:cubicBezTo>
                <a:cubicBezTo>
                  <a:pt x="860" y="352"/>
                  <a:pt x="859" y="351"/>
                  <a:pt x="855" y="353"/>
                </a:cubicBezTo>
                <a:cubicBezTo>
                  <a:pt x="855" y="353"/>
                  <a:pt x="855" y="353"/>
                  <a:pt x="855" y="353"/>
                </a:cubicBezTo>
                <a:cubicBezTo>
                  <a:pt x="855" y="353"/>
                  <a:pt x="854" y="353"/>
                  <a:pt x="853" y="353"/>
                </a:cubicBezTo>
                <a:cubicBezTo>
                  <a:pt x="853" y="354"/>
                  <a:pt x="852" y="355"/>
                  <a:pt x="851" y="355"/>
                </a:cubicBezTo>
                <a:cubicBezTo>
                  <a:pt x="850" y="356"/>
                  <a:pt x="850" y="357"/>
                  <a:pt x="849" y="358"/>
                </a:cubicBezTo>
                <a:cubicBezTo>
                  <a:pt x="849" y="358"/>
                  <a:pt x="849" y="358"/>
                  <a:pt x="849" y="358"/>
                </a:cubicBezTo>
                <a:cubicBezTo>
                  <a:pt x="848" y="358"/>
                  <a:pt x="848" y="358"/>
                  <a:pt x="847" y="358"/>
                </a:cubicBezTo>
                <a:cubicBezTo>
                  <a:pt x="847" y="358"/>
                  <a:pt x="847" y="358"/>
                  <a:pt x="847" y="358"/>
                </a:cubicBezTo>
                <a:cubicBezTo>
                  <a:pt x="844" y="359"/>
                  <a:pt x="842" y="359"/>
                  <a:pt x="839" y="360"/>
                </a:cubicBezTo>
                <a:cubicBezTo>
                  <a:pt x="839" y="360"/>
                  <a:pt x="839" y="360"/>
                  <a:pt x="839" y="360"/>
                </a:cubicBezTo>
                <a:cubicBezTo>
                  <a:pt x="838" y="360"/>
                  <a:pt x="836" y="360"/>
                  <a:pt x="835" y="360"/>
                </a:cubicBezTo>
                <a:cubicBezTo>
                  <a:pt x="835" y="360"/>
                  <a:pt x="835" y="360"/>
                  <a:pt x="835" y="360"/>
                </a:cubicBezTo>
                <a:cubicBezTo>
                  <a:pt x="835" y="360"/>
                  <a:pt x="834" y="361"/>
                  <a:pt x="833" y="361"/>
                </a:cubicBezTo>
                <a:cubicBezTo>
                  <a:pt x="833" y="361"/>
                  <a:pt x="833" y="361"/>
                  <a:pt x="833" y="361"/>
                </a:cubicBezTo>
                <a:cubicBezTo>
                  <a:pt x="833" y="361"/>
                  <a:pt x="833" y="361"/>
                  <a:pt x="832" y="362"/>
                </a:cubicBezTo>
                <a:cubicBezTo>
                  <a:pt x="832" y="362"/>
                  <a:pt x="832" y="362"/>
                  <a:pt x="832" y="362"/>
                </a:cubicBezTo>
                <a:cubicBezTo>
                  <a:pt x="831" y="362"/>
                  <a:pt x="830" y="363"/>
                  <a:pt x="829" y="364"/>
                </a:cubicBezTo>
                <a:cubicBezTo>
                  <a:pt x="829" y="364"/>
                  <a:pt x="829" y="364"/>
                  <a:pt x="829" y="364"/>
                </a:cubicBezTo>
                <a:cubicBezTo>
                  <a:pt x="829" y="364"/>
                  <a:pt x="828" y="364"/>
                  <a:pt x="828" y="364"/>
                </a:cubicBezTo>
                <a:cubicBezTo>
                  <a:pt x="828" y="364"/>
                  <a:pt x="828" y="364"/>
                  <a:pt x="828" y="364"/>
                </a:cubicBezTo>
                <a:cubicBezTo>
                  <a:pt x="825" y="364"/>
                  <a:pt x="822" y="365"/>
                  <a:pt x="820" y="365"/>
                </a:cubicBezTo>
                <a:cubicBezTo>
                  <a:pt x="820" y="365"/>
                  <a:pt x="820" y="365"/>
                  <a:pt x="820" y="365"/>
                </a:cubicBezTo>
                <a:cubicBezTo>
                  <a:pt x="816" y="366"/>
                  <a:pt x="816" y="366"/>
                  <a:pt x="816" y="366"/>
                </a:cubicBezTo>
                <a:cubicBezTo>
                  <a:pt x="816" y="366"/>
                  <a:pt x="816" y="366"/>
                  <a:pt x="816" y="366"/>
                </a:cubicBezTo>
                <a:cubicBezTo>
                  <a:pt x="815" y="366"/>
                  <a:pt x="815" y="366"/>
                  <a:pt x="815" y="366"/>
                </a:cubicBezTo>
                <a:cubicBezTo>
                  <a:pt x="815" y="366"/>
                  <a:pt x="815" y="366"/>
                  <a:pt x="815" y="366"/>
                </a:cubicBezTo>
                <a:cubicBezTo>
                  <a:pt x="811" y="369"/>
                  <a:pt x="811" y="369"/>
                  <a:pt x="811" y="369"/>
                </a:cubicBezTo>
                <a:cubicBezTo>
                  <a:pt x="811" y="369"/>
                  <a:pt x="811" y="369"/>
                  <a:pt x="811" y="369"/>
                </a:cubicBezTo>
                <a:cubicBezTo>
                  <a:pt x="808" y="372"/>
                  <a:pt x="808" y="372"/>
                  <a:pt x="808" y="372"/>
                </a:cubicBezTo>
                <a:cubicBezTo>
                  <a:pt x="808" y="372"/>
                  <a:pt x="808" y="372"/>
                  <a:pt x="808" y="372"/>
                </a:cubicBezTo>
                <a:cubicBezTo>
                  <a:pt x="804" y="375"/>
                  <a:pt x="804" y="375"/>
                  <a:pt x="804" y="375"/>
                </a:cubicBezTo>
                <a:cubicBezTo>
                  <a:pt x="804" y="375"/>
                  <a:pt x="804" y="375"/>
                  <a:pt x="804" y="375"/>
                </a:cubicBezTo>
                <a:cubicBezTo>
                  <a:pt x="800" y="377"/>
                  <a:pt x="800" y="377"/>
                  <a:pt x="800" y="377"/>
                </a:cubicBezTo>
                <a:cubicBezTo>
                  <a:pt x="800" y="377"/>
                  <a:pt x="800" y="377"/>
                  <a:pt x="800" y="377"/>
                </a:cubicBezTo>
                <a:cubicBezTo>
                  <a:pt x="794" y="380"/>
                  <a:pt x="794" y="380"/>
                  <a:pt x="794" y="380"/>
                </a:cubicBezTo>
                <a:cubicBezTo>
                  <a:pt x="794" y="380"/>
                  <a:pt x="794" y="380"/>
                  <a:pt x="794" y="380"/>
                </a:cubicBezTo>
                <a:cubicBezTo>
                  <a:pt x="790" y="381"/>
                  <a:pt x="790" y="381"/>
                  <a:pt x="790" y="381"/>
                </a:cubicBezTo>
                <a:cubicBezTo>
                  <a:pt x="790" y="381"/>
                  <a:pt x="790" y="381"/>
                  <a:pt x="790" y="381"/>
                </a:cubicBezTo>
                <a:cubicBezTo>
                  <a:pt x="785" y="381"/>
                  <a:pt x="785" y="381"/>
                  <a:pt x="785" y="381"/>
                </a:cubicBezTo>
                <a:cubicBezTo>
                  <a:pt x="785" y="381"/>
                  <a:pt x="785" y="381"/>
                  <a:pt x="785" y="381"/>
                </a:cubicBezTo>
                <a:cubicBezTo>
                  <a:pt x="781" y="381"/>
                  <a:pt x="781" y="381"/>
                  <a:pt x="781" y="381"/>
                </a:cubicBezTo>
                <a:lnTo>
                  <a:pt x="778" y="381"/>
                </a:lnTo>
                <a:close/>
                <a:moveTo>
                  <a:pt x="200" y="359"/>
                </a:moveTo>
                <a:cubicBezTo>
                  <a:pt x="204" y="360"/>
                  <a:pt x="204" y="360"/>
                  <a:pt x="204" y="360"/>
                </a:cubicBezTo>
                <a:cubicBezTo>
                  <a:pt x="204" y="360"/>
                  <a:pt x="204" y="360"/>
                  <a:pt x="204" y="360"/>
                </a:cubicBezTo>
                <a:cubicBezTo>
                  <a:pt x="208" y="359"/>
                  <a:pt x="208" y="359"/>
                  <a:pt x="208" y="359"/>
                </a:cubicBezTo>
                <a:cubicBezTo>
                  <a:pt x="208" y="359"/>
                  <a:pt x="208" y="359"/>
                  <a:pt x="208" y="359"/>
                </a:cubicBezTo>
                <a:cubicBezTo>
                  <a:pt x="211" y="358"/>
                  <a:pt x="211" y="358"/>
                  <a:pt x="211" y="358"/>
                </a:cubicBezTo>
                <a:cubicBezTo>
                  <a:pt x="211" y="358"/>
                  <a:pt x="211" y="358"/>
                  <a:pt x="211" y="358"/>
                </a:cubicBezTo>
                <a:cubicBezTo>
                  <a:pt x="215" y="355"/>
                  <a:pt x="215" y="355"/>
                  <a:pt x="215" y="355"/>
                </a:cubicBezTo>
                <a:cubicBezTo>
                  <a:pt x="215" y="355"/>
                  <a:pt x="215" y="355"/>
                  <a:pt x="215" y="355"/>
                </a:cubicBezTo>
                <a:cubicBezTo>
                  <a:pt x="217" y="353"/>
                  <a:pt x="217" y="353"/>
                  <a:pt x="217" y="353"/>
                </a:cubicBezTo>
                <a:cubicBezTo>
                  <a:pt x="217" y="353"/>
                  <a:pt x="217" y="353"/>
                  <a:pt x="217" y="353"/>
                </a:cubicBezTo>
                <a:cubicBezTo>
                  <a:pt x="220" y="351"/>
                  <a:pt x="220" y="351"/>
                  <a:pt x="220" y="351"/>
                </a:cubicBezTo>
                <a:cubicBezTo>
                  <a:pt x="220" y="351"/>
                  <a:pt x="220" y="351"/>
                  <a:pt x="220" y="351"/>
                </a:cubicBezTo>
                <a:cubicBezTo>
                  <a:pt x="224" y="348"/>
                  <a:pt x="224" y="348"/>
                  <a:pt x="224" y="348"/>
                </a:cubicBezTo>
                <a:cubicBezTo>
                  <a:pt x="224" y="348"/>
                  <a:pt x="224" y="348"/>
                  <a:pt x="224" y="348"/>
                </a:cubicBezTo>
                <a:cubicBezTo>
                  <a:pt x="225" y="347"/>
                  <a:pt x="226" y="346"/>
                  <a:pt x="227" y="345"/>
                </a:cubicBezTo>
                <a:cubicBezTo>
                  <a:pt x="227" y="345"/>
                  <a:pt x="227" y="345"/>
                  <a:pt x="227" y="345"/>
                </a:cubicBezTo>
                <a:cubicBezTo>
                  <a:pt x="227" y="344"/>
                  <a:pt x="227" y="343"/>
                  <a:pt x="227" y="342"/>
                </a:cubicBezTo>
                <a:cubicBezTo>
                  <a:pt x="227" y="342"/>
                  <a:pt x="227" y="342"/>
                  <a:pt x="227" y="342"/>
                </a:cubicBezTo>
                <a:cubicBezTo>
                  <a:pt x="227" y="341"/>
                  <a:pt x="227" y="340"/>
                  <a:pt x="227" y="339"/>
                </a:cubicBezTo>
                <a:cubicBezTo>
                  <a:pt x="227" y="339"/>
                  <a:pt x="227" y="339"/>
                  <a:pt x="227" y="339"/>
                </a:cubicBezTo>
                <a:cubicBezTo>
                  <a:pt x="227" y="338"/>
                  <a:pt x="227" y="338"/>
                  <a:pt x="228" y="337"/>
                </a:cubicBezTo>
                <a:cubicBezTo>
                  <a:pt x="228" y="337"/>
                  <a:pt x="228" y="337"/>
                  <a:pt x="228" y="337"/>
                </a:cubicBezTo>
                <a:cubicBezTo>
                  <a:pt x="228" y="336"/>
                  <a:pt x="228" y="335"/>
                  <a:pt x="229" y="334"/>
                </a:cubicBezTo>
                <a:cubicBezTo>
                  <a:pt x="229" y="334"/>
                  <a:pt x="229" y="334"/>
                  <a:pt x="229" y="334"/>
                </a:cubicBezTo>
                <a:cubicBezTo>
                  <a:pt x="229" y="333"/>
                  <a:pt x="229" y="332"/>
                  <a:pt x="229" y="331"/>
                </a:cubicBezTo>
                <a:cubicBezTo>
                  <a:pt x="229" y="331"/>
                  <a:pt x="229" y="331"/>
                  <a:pt x="229" y="331"/>
                </a:cubicBezTo>
                <a:cubicBezTo>
                  <a:pt x="229" y="330"/>
                  <a:pt x="229" y="329"/>
                  <a:pt x="230" y="328"/>
                </a:cubicBezTo>
                <a:cubicBezTo>
                  <a:pt x="230" y="328"/>
                  <a:pt x="230" y="328"/>
                  <a:pt x="230" y="328"/>
                </a:cubicBezTo>
                <a:cubicBezTo>
                  <a:pt x="229" y="325"/>
                  <a:pt x="229" y="325"/>
                  <a:pt x="229" y="325"/>
                </a:cubicBezTo>
                <a:cubicBezTo>
                  <a:pt x="229" y="325"/>
                  <a:pt x="229" y="325"/>
                  <a:pt x="229" y="325"/>
                </a:cubicBezTo>
                <a:cubicBezTo>
                  <a:pt x="229" y="324"/>
                  <a:pt x="229" y="324"/>
                  <a:pt x="229" y="323"/>
                </a:cubicBezTo>
                <a:cubicBezTo>
                  <a:pt x="229" y="323"/>
                  <a:pt x="229" y="323"/>
                  <a:pt x="229" y="323"/>
                </a:cubicBezTo>
                <a:cubicBezTo>
                  <a:pt x="228" y="323"/>
                  <a:pt x="227" y="323"/>
                  <a:pt x="225" y="324"/>
                </a:cubicBezTo>
                <a:cubicBezTo>
                  <a:pt x="225" y="324"/>
                  <a:pt x="225" y="324"/>
                  <a:pt x="225" y="324"/>
                </a:cubicBezTo>
                <a:cubicBezTo>
                  <a:pt x="225" y="324"/>
                  <a:pt x="224" y="324"/>
                  <a:pt x="224" y="324"/>
                </a:cubicBezTo>
                <a:cubicBezTo>
                  <a:pt x="224" y="324"/>
                  <a:pt x="224" y="324"/>
                  <a:pt x="224" y="324"/>
                </a:cubicBezTo>
                <a:cubicBezTo>
                  <a:pt x="223" y="324"/>
                  <a:pt x="221" y="324"/>
                  <a:pt x="220" y="324"/>
                </a:cubicBezTo>
                <a:cubicBezTo>
                  <a:pt x="220" y="324"/>
                  <a:pt x="220" y="324"/>
                  <a:pt x="220" y="324"/>
                </a:cubicBezTo>
                <a:cubicBezTo>
                  <a:pt x="220" y="324"/>
                  <a:pt x="219" y="324"/>
                  <a:pt x="218" y="324"/>
                </a:cubicBezTo>
                <a:cubicBezTo>
                  <a:pt x="218" y="324"/>
                  <a:pt x="218" y="324"/>
                  <a:pt x="218" y="324"/>
                </a:cubicBezTo>
                <a:cubicBezTo>
                  <a:pt x="217" y="325"/>
                  <a:pt x="216" y="325"/>
                  <a:pt x="215" y="325"/>
                </a:cubicBezTo>
                <a:cubicBezTo>
                  <a:pt x="215" y="325"/>
                  <a:pt x="215" y="325"/>
                  <a:pt x="215" y="325"/>
                </a:cubicBezTo>
                <a:cubicBezTo>
                  <a:pt x="214" y="325"/>
                  <a:pt x="214" y="325"/>
                  <a:pt x="213" y="325"/>
                </a:cubicBezTo>
                <a:cubicBezTo>
                  <a:pt x="213" y="325"/>
                  <a:pt x="213" y="325"/>
                  <a:pt x="213" y="325"/>
                </a:cubicBezTo>
                <a:cubicBezTo>
                  <a:pt x="212" y="325"/>
                  <a:pt x="211" y="325"/>
                  <a:pt x="211" y="325"/>
                </a:cubicBezTo>
                <a:cubicBezTo>
                  <a:pt x="211" y="325"/>
                  <a:pt x="211" y="325"/>
                  <a:pt x="211" y="325"/>
                </a:cubicBezTo>
                <a:cubicBezTo>
                  <a:pt x="210" y="325"/>
                  <a:pt x="210" y="325"/>
                  <a:pt x="210" y="325"/>
                </a:cubicBezTo>
                <a:cubicBezTo>
                  <a:pt x="210" y="325"/>
                  <a:pt x="210" y="325"/>
                  <a:pt x="210" y="325"/>
                </a:cubicBezTo>
                <a:cubicBezTo>
                  <a:pt x="210" y="324"/>
                  <a:pt x="209" y="323"/>
                  <a:pt x="209" y="322"/>
                </a:cubicBezTo>
                <a:cubicBezTo>
                  <a:pt x="209" y="322"/>
                  <a:pt x="209" y="322"/>
                  <a:pt x="209" y="322"/>
                </a:cubicBezTo>
                <a:cubicBezTo>
                  <a:pt x="209" y="322"/>
                  <a:pt x="209" y="322"/>
                  <a:pt x="209" y="322"/>
                </a:cubicBezTo>
                <a:cubicBezTo>
                  <a:pt x="209" y="322"/>
                  <a:pt x="209" y="322"/>
                  <a:pt x="209" y="322"/>
                </a:cubicBezTo>
                <a:cubicBezTo>
                  <a:pt x="209" y="321"/>
                  <a:pt x="210" y="321"/>
                  <a:pt x="210" y="320"/>
                </a:cubicBezTo>
                <a:cubicBezTo>
                  <a:pt x="210" y="320"/>
                  <a:pt x="210" y="320"/>
                  <a:pt x="210" y="320"/>
                </a:cubicBezTo>
                <a:cubicBezTo>
                  <a:pt x="210" y="320"/>
                  <a:pt x="210" y="320"/>
                  <a:pt x="210" y="320"/>
                </a:cubicBezTo>
                <a:cubicBezTo>
                  <a:pt x="210" y="320"/>
                  <a:pt x="210" y="320"/>
                  <a:pt x="210" y="320"/>
                </a:cubicBezTo>
                <a:cubicBezTo>
                  <a:pt x="210" y="319"/>
                  <a:pt x="210" y="319"/>
                  <a:pt x="211" y="318"/>
                </a:cubicBezTo>
                <a:cubicBezTo>
                  <a:pt x="211" y="318"/>
                  <a:pt x="211" y="318"/>
                  <a:pt x="211" y="318"/>
                </a:cubicBezTo>
                <a:cubicBezTo>
                  <a:pt x="211" y="318"/>
                  <a:pt x="211" y="318"/>
                  <a:pt x="211" y="318"/>
                </a:cubicBezTo>
                <a:cubicBezTo>
                  <a:pt x="211" y="318"/>
                  <a:pt x="211" y="318"/>
                  <a:pt x="211" y="318"/>
                </a:cubicBezTo>
                <a:cubicBezTo>
                  <a:pt x="211" y="318"/>
                  <a:pt x="211" y="317"/>
                  <a:pt x="212" y="317"/>
                </a:cubicBezTo>
                <a:cubicBezTo>
                  <a:pt x="212" y="317"/>
                  <a:pt x="212" y="317"/>
                  <a:pt x="212" y="317"/>
                </a:cubicBezTo>
                <a:cubicBezTo>
                  <a:pt x="212" y="317"/>
                  <a:pt x="212" y="317"/>
                  <a:pt x="212" y="317"/>
                </a:cubicBezTo>
                <a:cubicBezTo>
                  <a:pt x="212" y="317"/>
                  <a:pt x="212" y="317"/>
                  <a:pt x="212" y="317"/>
                </a:cubicBezTo>
                <a:cubicBezTo>
                  <a:pt x="212" y="317"/>
                  <a:pt x="213" y="316"/>
                  <a:pt x="213" y="316"/>
                </a:cubicBezTo>
                <a:cubicBezTo>
                  <a:pt x="213" y="316"/>
                  <a:pt x="213" y="316"/>
                  <a:pt x="213" y="316"/>
                </a:cubicBezTo>
                <a:cubicBezTo>
                  <a:pt x="213" y="316"/>
                  <a:pt x="214" y="316"/>
                  <a:pt x="214" y="316"/>
                </a:cubicBezTo>
                <a:cubicBezTo>
                  <a:pt x="214" y="316"/>
                  <a:pt x="214" y="316"/>
                  <a:pt x="214" y="316"/>
                </a:cubicBezTo>
                <a:cubicBezTo>
                  <a:pt x="215" y="316"/>
                  <a:pt x="215" y="316"/>
                  <a:pt x="216" y="315"/>
                </a:cubicBezTo>
                <a:cubicBezTo>
                  <a:pt x="216" y="315"/>
                  <a:pt x="216" y="315"/>
                  <a:pt x="216" y="315"/>
                </a:cubicBezTo>
                <a:cubicBezTo>
                  <a:pt x="217" y="315"/>
                  <a:pt x="218" y="315"/>
                  <a:pt x="218" y="315"/>
                </a:cubicBezTo>
                <a:cubicBezTo>
                  <a:pt x="218" y="315"/>
                  <a:pt x="218" y="315"/>
                  <a:pt x="218" y="315"/>
                </a:cubicBezTo>
                <a:cubicBezTo>
                  <a:pt x="219" y="315"/>
                  <a:pt x="220" y="314"/>
                  <a:pt x="220" y="313"/>
                </a:cubicBezTo>
                <a:cubicBezTo>
                  <a:pt x="220" y="313"/>
                  <a:pt x="220" y="313"/>
                  <a:pt x="220" y="313"/>
                </a:cubicBezTo>
                <a:cubicBezTo>
                  <a:pt x="221" y="313"/>
                  <a:pt x="221" y="313"/>
                  <a:pt x="221" y="312"/>
                </a:cubicBezTo>
                <a:cubicBezTo>
                  <a:pt x="221" y="312"/>
                  <a:pt x="221" y="312"/>
                  <a:pt x="221" y="312"/>
                </a:cubicBezTo>
                <a:cubicBezTo>
                  <a:pt x="223" y="312"/>
                  <a:pt x="224" y="312"/>
                  <a:pt x="225" y="311"/>
                </a:cubicBezTo>
                <a:cubicBezTo>
                  <a:pt x="225" y="311"/>
                  <a:pt x="225" y="311"/>
                  <a:pt x="225" y="311"/>
                </a:cubicBezTo>
                <a:cubicBezTo>
                  <a:pt x="225" y="311"/>
                  <a:pt x="225" y="311"/>
                  <a:pt x="225" y="310"/>
                </a:cubicBezTo>
                <a:cubicBezTo>
                  <a:pt x="225" y="310"/>
                  <a:pt x="225" y="310"/>
                  <a:pt x="225" y="310"/>
                </a:cubicBezTo>
                <a:cubicBezTo>
                  <a:pt x="227" y="310"/>
                  <a:pt x="228" y="309"/>
                  <a:pt x="229" y="309"/>
                </a:cubicBezTo>
                <a:cubicBezTo>
                  <a:pt x="229" y="309"/>
                  <a:pt x="229" y="309"/>
                  <a:pt x="229" y="309"/>
                </a:cubicBezTo>
                <a:cubicBezTo>
                  <a:pt x="229" y="308"/>
                  <a:pt x="229" y="307"/>
                  <a:pt x="229" y="307"/>
                </a:cubicBezTo>
                <a:cubicBezTo>
                  <a:pt x="229" y="307"/>
                  <a:pt x="229" y="307"/>
                  <a:pt x="229" y="307"/>
                </a:cubicBezTo>
                <a:cubicBezTo>
                  <a:pt x="229" y="306"/>
                  <a:pt x="229" y="306"/>
                  <a:pt x="230" y="305"/>
                </a:cubicBezTo>
                <a:cubicBezTo>
                  <a:pt x="230" y="305"/>
                  <a:pt x="230" y="305"/>
                  <a:pt x="230" y="305"/>
                </a:cubicBezTo>
                <a:cubicBezTo>
                  <a:pt x="231" y="303"/>
                  <a:pt x="231" y="303"/>
                  <a:pt x="231" y="303"/>
                </a:cubicBezTo>
                <a:cubicBezTo>
                  <a:pt x="231" y="303"/>
                  <a:pt x="231" y="303"/>
                  <a:pt x="231" y="303"/>
                </a:cubicBezTo>
                <a:cubicBezTo>
                  <a:pt x="233" y="301"/>
                  <a:pt x="233" y="301"/>
                  <a:pt x="233" y="301"/>
                </a:cubicBezTo>
                <a:cubicBezTo>
                  <a:pt x="233" y="301"/>
                  <a:pt x="233" y="301"/>
                  <a:pt x="233" y="301"/>
                </a:cubicBezTo>
                <a:cubicBezTo>
                  <a:pt x="233" y="299"/>
                  <a:pt x="233" y="299"/>
                  <a:pt x="233" y="299"/>
                </a:cubicBezTo>
                <a:cubicBezTo>
                  <a:pt x="233" y="299"/>
                  <a:pt x="233" y="299"/>
                  <a:pt x="233" y="299"/>
                </a:cubicBezTo>
                <a:cubicBezTo>
                  <a:pt x="234" y="297"/>
                  <a:pt x="234" y="297"/>
                  <a:pt x="234" y="297"/>
                </a:cubicBezTo>
                <a:cubicBezTo>
                  <a:pt x="234" y="297"/>
                  <a:pt x="234" y="297"/>
                  <a:pt x="234" y="297"/>
                </a:cubicBezTo>
                <a:cubicBezTo>
                  <a:pt x="235" y="295"/>
                  <a:pt x="235" y="295"/>
                  <a:pt x="235" y="295"/>
                </a:cubicBezTo>
                <a:cubicBezTo>
                  <a:pt x="235" y="295"/>
                  <a:pt x="235" y="295"/>
                  <a:pt x="235" y="295"/>
                </a:cubicBezTo>
                <a:cubicBezTo>
                  <a:pt x="236" y="293"/>
                  <a:pt x="236" y="293"/>
                  <a:pt x="236" y="293"/>
                </a:cubicBezTo>
                <a:cubicBezTo>
                  <a:pt x="236" y="293"/>
                  <a:pt x="236" y="293"/>
                  <a:pt x="236" y="293"/>
                </a:cubicBezTo>
                <a:cubicBezTo>
                  <a:pt x="210" y="302"/>
                  <a:pt x="210" y="302"/>
                  <a:pt x="210" y="302"/>
                </a:cubicBezTo>
                <a:cubicBezTo>
                  <a:pt x="210" y="302"/>
                  <a:pt x="210" y="302"/>
                  <a:pt x="210" y="302"/>
                </a:cubicBezTo>
                <a:cubicBezTo>
                  <a:pt x="209" y="302"/>
                  <a:pt x="208" y="302"/>
                  <a:pt x="208" y="302"/>
                </a:cubicBezTo>
                <a:cubicBezTo>
                  <a:pt x="208" y="302"/>
                  <a:pt x="208" y="302"/>
                  <a:pt x="208" y="302"/>
                </a:cubicBezTo>
                <a:cubicBezTo>
                  <a:pt x="207" y="302"/>
                  <a:pt x="207" y="302"/>
                  <a:pt x="207" y="302"/>
                </a:cubicBezTo>
                <a:cubicBezTo>
                  <a:pt x="207" y="302"/>
                  <a:pt x="207" y="302"/>
                  <a:pt x="207" y="302"/>
                </a:cubicBezTo>
                <a:cubicBezTo>
                  <a:pt x="206" y="302"/>
                  <a:pt x="206" y="302"/>
                  <a:pt x="206" y="301"/>
                </a:cubicBezTo>
                <a:cubicBezTo>
                  <a:pt x="206" y="301"/>
                  <a:pt x="206" y="301"/>
                  <a:pt x="206" y="301"/>
                </a:cubicBezTo>
                <a:cubicBezTo>
                  <a:pt x="206" y="301"/>
                  <a:pt x="206" y="300"/>
                  <a:pt x="206" y="299"/>
                </a:cubicBezTo>
                <a:cubicBezTo>
                  <a:pt x="206" y="299"/>
                  <a:pt x="206" y="299"/>
                  <a:pt x="206" y="299"/>
                </a:cubicBezTo>
                <a:cubicBezTo>
                  <a:pt x="206" y="299"/>
                  <a:pt x="206" y="299"/>
                  <a:pt x="206" y="299"/>
                </a:cubicBezTo>
                <a:cubicBezTo>
                  <a:pt x="206" y="299"/>
                  <a:pt x="206" y="299"/>
                  <a:pt x="206" y="299"/>
                </a:cubicBezTo>
                <a:cubicBezTo>
                  <a:pt x="206" y="299"/>
                  <a:pt x="206" y="298"/>
                  <a:pt x="206" y="297"/>
                </a:cubicBezTo>
                <a:cubicBezTo>
                  <a:pt x="206" y="297"/>
                  <a:pt x="206" y="297"/>
                  <a:pt x="206" y="297"/>
                </a:cubicBezTo>
                <a:cubicBezTo>
                  <a:pt x="206" y="297"/>
                  <a:pt x="206" y="297"/>
                  <a:pt x="206" y="297"/>
                </a:cubicBezTo>
                <a:cubicBezTo>
                  <a:pt x="206" y="297"/>
                  <a:pt x="206" y="297"/>
                  <a:pt x="206" y="297"/>
                </a:cubicBezTo>
                <a:cubicBezTo>
                  <a:pt x="206" y="297"/>
                  <a:pt x="206" y="296"/>
                  <a:pt x="206" y="295"/>
                </a:cubicBezTo>
                <a:cubicBezTo>
                  <a:pt x="206" y="295"/>
                  <a:pt x="206" y="295"/>
                  <a:pt x="206" y="295"/>
                </a:cubicBezTo>
                <a:cubicBezTo>
                  <a:pt x="207" y="294"/>
                  <a:pt x="208" y="292"/>
                  <a:pt x="210" y="291"/>
                </a:cubicBezTo>
                <a:cubicBezTo>
                  <a:pt x="210" y="291"/>
                  <a:pt x="210" y="291"/>
                  <a:pt x="210" y="291"/>
                </a:cubicBezTo>
                <a:cubicBezTo>
                  <a:pt x="215" y="290"/>
                  <a:pt x="215" y="290"/>
                  <a:pt x="215" y="290"/>
                </a:cubicBezTo>
                <a:cubicBezTo>
                  <a:pt x="215" y="290"/>
                  <a:pt x="215" y="290"/>
                  <a:pt x="215" y="290"/>
                </a:cubicBezTo>
                <a:cubicBezTo>
                  <a:pt x="221" y="288"/>
                  <a:pt x="221" y="288"/>
                  <a:pt x="221" y="288"/>
                </a:cubicBezTo>
                <a:cubicBezTo>
                  <a:pt x="221" y="288"/>
                  <a:pt x="221" y="288"/>
                  <a:pt x="221" y="288"/>
                </a:cubicBezTo>
                <a:cubicBezTo>
                  <a:pt x="227" y="286"/>
                  <a:pt x="227" y="286"/>
                  <a:pt x="227" y="286"/>
                </a:cubicBezTo>
                <a:cubicBezTo>
                  <a:pt x="227" y="286"/>
                  <a:pt x="227" y="286"/>
                  <a:pt x="227" y="286"/>
                </a:cubicBezTo>
                <a:cubicBezTo>
                  <a:pt x="233" y="283"/>
                  <a:pt x="233" y="283"/>
                  <a:pt x="233" y="283"/>
                </a:cubicBezTo>
                <a:cubicBezTo>
                  <a:pt x="233" y="283"/>
                  <a:pt x="233" y="283"/>
                  <a:pt x="233" y="283"/>
                </a:cubicBezTo>
                <a:cubicBezTo>
                  <a:pt x="237" y="281"/>
                  <a:pt x="237" y="281"/>
                  <a:pt x="237" y="281"/>
                </a:cubicBezTo>
                <a:cubicBezTo>
                  <a:pt x="237" y="281"/>
                  <a:pt x="237" y="281"/>
                  <a:pt x="237" y="281"/>
                </a:cubicBezTo>
                <a:cubicBezTo>
                  <a:pt x="242" y="278"/>
                  <a:pt x="242" y="278"/>
                  <a:pt x="242" y="278"/>
                </a:cubicBezTo>
                <a:cubicBezTo>
                  <a:pt x="242" y="278"/>
                  <a:pt x="242" y="278"/>
                  <a:pt x="242" y="278"/>
                </a:cubicBezTo>
                <a:cubicBezTo>
                  <a:pt x="247" y="274"/>
                  <a:pt x="247" y="274"/>
                  <a:pt x="247" y="274"/>
                </a:cubicBezTo>
                <a:cubicBezTo>
                  <a:pt x="247" y="274"/>
                  <a:pt x="247" y="274"/>
                  <a:pt x="247" y="274"/>
                </a:cubicBezTo>
                <a:cubicBezTo>
                  <a:pt x="251" y="269"/>
                  <a:pt x="251" y="269"/>
                  <a:pt x="251" y="269"/>
                </a:cubicBezTo>
                <a:cubicBezTo>
                  <a:pt x="251" y="269"/>
                  <a:pt x="251" y="269"/>
                  <a:pt x="251" y="269"/>
                </a:cubicBezTo>
                <a:cubicBezTo>
                  <a:pt x="250" y="266"/>
                  <a:pt x="250" y="266"/>
                  <a:pt x="250" y="266"/>
                </a:cubicBezTo>
                <a:cubicBezTo>
                  <a:pt x="250" y="266"/>
                  <a:pt x="250" y="266"/>
                  <a:pt x="250" y="266"/>
                </a:cubicBezTo>
                <a:cubicBezTo>
                  <a:pt x="250" y="263"/>
                  <a:pt x="250" y="263"/>
                  <a:pt x="250" y="263"/>
                </a:cubicBezTo>
                <a:cubicBezTo>
                  <a:pt x="250" y="263"/>
                  <a:pt x="250" y="263"/>
                  <a:pt x="250" y="263"/>
                </a:cubicBezTo>
                <a:cubicBezTo>
                  <a:pt x="249" y="259"/>
                  <a:pt x="249" y="259"/>
                  <a:pt x="249" y="259"/>
                </a:cubicBezTo>
                <a:cubicBezTo>
                  <a:pt x="249" y="259"/>
                  <a:pt x="249" y="259"/>
                  <a:pt x="249" y="259"/>
                </a:cubicBezTo>
                <a:cubicBezTo>
                  <a:pt x="249" y="256"/>
                  <a:pt x="249" y="256"/>
                  <a:pt x="249" y="256"/>
                </a:cubicBezTo>
                <a:cubicBezTo>
                  <a:pt x="249" y="256"/>
                  <a:pt x="249" y="256"/>
                  <a:pt x="249" y="256"/>
                </a:cubicBezTo>
                <a:cubicBezTo>
                  <a:pt x="247" y="254"/>
                  <a:pt x="247" y="254"/>
                  <a:pt x="247" y="254"/>
                </a:cubicBezTo>
                <a:cubicBezTo>
                  <a:pt x="247" y="254"/>
                  <a:pt x="247" y="254"/>
                  <a:pt x="247" y="254"/>
                </a:cubicBezTo>
                <a:cubicBezTo>
                  <a:pt x="246" y="251"/>
                  <a:pt x="246" y="251"/>
                  <a:pt x="246" y="251"/>
                </a:cubicBezTo>
                <a:cubicBezTo>
                  <a:pt x="246" y="251"/>
                  <a:pt x="246" y="251"/>
                  <a:pt x="246" y="251"/>
                </a:cubicBezTo>
                <a:cubicBezTo>
                  <a:pt x="243" y="248"/>
                  <a:pt x="243" y="248"/>
                  <a:pt x="243" y="248"/>
                </a:cubicBezTo>
                <a:cubicBezTo>
                  <a:pt x="243" y="248"/>
                  <a:pt x="243" y="248"/>
                  <a:pt x="243" y="248"/>
                </a:cubicBezTo>
                <a:cubicBezTo>
                  <a:pt x="242" y="245"/>
                  <a:pt x="242" y="245"/>
                  <a:pt x="242" y="245"/>
                </a:cubicBezTo>
                <a:cubicBezTo>
                  <a:pt x="242" y="245"/>
                  <a:pt x="242" y="245"/>
                  <a:pt x="242" y="245"/>
                </a:cubicBezTo>
                <a:cubicBezTo>
                  <a:pt x="236" y="244"/>
                  <a:pt x="236" y="244"/>
                  <a:pt x="236" y="244"/>
                </a:cubicBezTo>
                <a:cubicBezTo>
                  <a:pt x="236" y="244"/>
                  <a:pt x="236" y="244"/>
                  <a:pt x="236" y="244"/>
                </a:cubicBezTo>
                <a:cubicBezTo>
                  <a:pt x="214" y="268"/>
                  <a:pt x="214" y="268"/>
                  <a:pt x="214" y="268"/>
                </a:cubicBezTo>
                <a:cubicBezTo>
                  <a:pt x="214" y="268"/>
                  <a:pt x="214" y="268"/>
                  <a:pt x="214" y="268"/>
                </a:cubicBezTo>
                <a:cubicBezTo>
                  <a:pt x="213" y="274"/>
                  <a:pt x="213" y="274"/>
                  <a:pt x="213" y="274"/>
                </a:cubicBezTo>
                <a:cubicBezTo>
                  <a:pt x="213" y="274"/>
                  <a:pt x="213" y="274"/>
                  <a:pt x="213" y="274"/>
                </a:cubicBezTo>
                <a:cubicBezTo>
                  <a:pt x="212" y="279"/>
                  <a:pt x="212" y="279"/>
                  <a:pt x="212" y="279"/>
                </a:cubicBezTo>
                <a:cubicBezTo>
                  <a:pt x="212" y="279"/>
                  <a:pt x="212" y="279"/>
                  <a:pt x="212" y="279"/>
                </a:cubicBezTo>
                <a:cubicBezTo>
                  <a:pt x="209" y="283"/>
                  <a:pt x="209" y="283"/>
                  <a:pt x="209" y="283"/>
                </a:cubicBezTo>
                <a:cubicBezTo>
                  <a:pt x="209" y="283"/>
                  <a:pt x="209" y="283"/>
                  <a:pt x="209" y="283"/>
                </a:cubicBezTo>
                <a:cubicBezTo>
                  <a:pt x="207" y="286"/>
                  <a:pt x="207" y="286"/>
                  <a:pt x="207" y="286"/>
                </a:cubicBezTo>
                <a:cubicBezTo>
                  <a:pt x="207" y="286"/>
                  <a:pt x="207" y="286"/>
                  <a:pt x="207" y="286"/>
                </a:cubicBezTo>
                <a:cubicBezTo>
                  <a:pt x="202" y="291"/>
                  <a:pt x="202" y="291"/>
                  <a:pt x="202" y="291"/>
                </a:cubicBezTo>
                <a:cubicBezTo>
                  <a:pt x="202" y="291"/>
                  <a:pt x="202" y="291"/>
                  <a:pt x="202" y="291"/>
                </a:cubicBezTo>
                <a:cubicBezTo>
                  <a:pt x="201" y="292"/>
                  <a:pt x="200" y="293"/>
                  <a:pt x="199" y="294"/>
                </a:cubicBezTo>
                <a:cubicBezTo>
                  <a:pt x="199" y="294"/>
                  <a:pt x="199" y="294"/>
                  <a:pt x="199" y="294"/>
                </a:cubicBezTo>
                <a:cubicBezTo>
                  <a:pt x="198" y="295"/>
                  <a:pt x="197" y="296"/>
                  <a:pt x="195" y="297"/>
                </a:cubicBezTo>
                <a:cubicBezTo>
                  <a:pt x="195" y="297"/>
                  <a:pt x="195" y="297"/>
                  <a:pt x="195" y="297"/>
                </a:cubicBezTo>
                <a:cubicBezTo>
                  <a:pt x="194" y="299"/>
                  <a:pt x="194" y="300"/>
                  <a:pt x="193" y="301"/>
                </a:cubicBezTo>
                <a:cubicBezTo>
                  <a:pt x="193" y="301"/>
                  <a:pt x="193" y="301"/>
                  <a:pt x="193" y="301"/>
                </a:cubicBezTo>
                <a:cubicBezTo>
                  <a:pt x="192" y="304"/>
                  <a:pt x="192" y="307"/>
                  <a:pt x="191" y="310"/>
                </a:cubicBezTo>
                <a:cubicBezTo>
                  <a:pt x="191" y="310"/>
                  <a:pt x="191" y="310"/>
                  <a:pt x="191" y="310"/>
                </a:cubicBezTo>
                <a:cubicBezTo>
                  <a:pt x="191" y="312"/>
                  <a:pt x="190" y="315"/>
                  <a:pt x="190" y="317"/>
                </a:cubicBezTo>
                <a:cubicBezTo>
                  <a:pt x="190" y="317"/>
                  <a:pt x="190" y="317"/>
                  <a:pt x="190" y="317"/>
                </a:cubicBezTo>
                <a:cubicBezTo>
                  <a:pt x="189" y="320"/>
                  <a:pt x="189" y="322"/>
                  <a:pt x="189" y="324"/>
                </a:cubicBezTo>
                <a:cubicBezTo>
                  <a:pt x="189" y="324"/>
                  <a:pt x="189" y="324"/>
                  <a:pt x="189" y="324"/>
                </a:cubicBezTo>
                <a:cubicBezTo>
                  <a:pt x="189" y="327"/>
                  <a:pt x="189" y="330"/>
                  <a:pt x="190" y="332"/>
                </a:cubicBezTo>
                <a:cubicBezTo>
                  <a:pt x="190" y="332"/>
                  <a:pt x="190" y="332"/>
                  <a:pt x="190" y="332"/>
                </a:cubicBezTo>
                <a:cubicBezTo>
                  <a:pt x="190" y="335"/>
                  <a:pt x="190" y="337"/>
                  <a:pt x="190" y="339"/>
                </a:cubicBezTo>
                <a:cubicBezTo>
                  <a:pt x="190" y="339"/>
                  <a:pt x="190" y="339"/>
                  <a:pt x="190" y="339"/>
                </a:cubicBezTo>
                <a:cubicBezTo>
                  <a:pt x="191" y="342"/>
                  <a:pt x="192" y="344"/>
                  <a:pt x="193" y="346"/>
                </a:cubicBezTo>
                <a:cubicBezTo>
                  <a:pt x="193" y="346"/>
                  <a:pt x="193" y="346"/>
                  <a:pt x="193" y="346"/>
                </a:cubicBezTo>
                <a:cubicBezTo>
                  <a:pt x="194" y="349"/>
                  <a:pt x="194" y="351"/>
                  <a:pt x="195" y="353"/>
                </a:cubicBezTo>
                <a:cubicBezTo>
                  <a:pt x="195" y="353"/>
                  <a:pt x="195" y="353"/>
                  <a:pt x="195" y="353"/>
                </a:cubicBezTo>
                <a:cubicBezTo>
                  <a:pt x="200" y="359"/>
                  <a:pt x="200" y="359"/>
                  <a:pt x="200" y="359"/>
                </a:cubicBezTo>
                <a:close/>
                <a:moveTo>
                  <a:pt x="634" y="347"/>
                </a:moveTo>
                <a:cubicBezTo>
                  <a:pt x="633" y="347"/>
                  <a:pt x="633" y="347"/>
                  <a:pt x="633" y="347"/>
                </a:cubicBezTo>
                <a:cubicBezTo>
                  <a:pt x="633" y="347"/>
                  <a:pt x="633" y="347"/>
                  <a:pt x="633" y="347"/>
                </a:cubicBezTo>
                <a:cubicBezTo>
                  <a:pt x="633" y="346"/>
                  <a:pt x="633" y="346"/>
                  <a:pt x="633" y="346"/>
                </a:cubicBezTo>
                <a:cubicBezTo>
                  <a:pt x="633" y="346"/>
                  <a:pt x="633" y="346"/>
                  <a:pt x="633" y="346"/>
                </a:cubicBezTo>
                <a:cubicBezTo>
                  <a:pt x="631" y="345"/>
                  <a:pt x="631" y="345"/>
                  <a:pt x="631" y="345"/>
                </a:cubicBezTo>
                <a:cubicBezTo>
                  <a:pt x="631" y="345"/>
                  <a:pt x="631" y="345"/>
                  <a:pt x="631" y="345"/>
                </a:cubicBezTo>
                <a:cubicBezTo>
                  <a:pt x="631" y="344"/>
                  <a:pt x="631" y="344"/>
                  <a:pt x="631" y="344"/>
                </a:cubicBezTo>
                <a:cubicBezTo>
                  <a:pt x="631" y="344"/>
                  <a:pt x="631" y="344"/>
                  <a:pt x="631" y="344"/>
                </a:cubicBezTo>
                <a:cubicBezTo>
                  <a:pt x="630" y="344"/>
                  <a:pt x="630" y="344"/>
                  <a:pt x="630" y="344"/>
                </a:cubicBezTo>
                <a:cubicBezTo>
                  <a:pt x="630" y="344"/>
                  <a:pt x="630" y="344"/>
                  <a:pt x="630" y="344"/>
                </a:cubicBezTo>
                <a:cubicBezTo>
                  <a:pt x="630" y="343"/>
                  <a:pt x="630" y="343"/>
                  <a:pt x="630" y="343"/>
                </a:cubicBezTo>
                <a:cubicBezTo>
                  <a:pt x="630" y="343"/>
                  <a:pt x="630" y="343"/>
                  <a:pt x="630" y="343"/>
                </a:cubicBezTo>
                <a:cubicBezTo>
                  <a:pt x="629" y="342"/>
                  <a:pt x="629" y="342"/>
                  <a:pt x="629" y="342"/>
                </a:cubicBezTo>
                <a:cubicBezTo>
                  <a:pt x="629" y="342"/>
                  <a:pt x="629" y="342"/>
                  <a:pt x="629" y="342"/>
                </a:cubicBezTo>
                <a:cubicBezTo>
                  <a:pt x="629" y="340"/>
                  <a:pt x="629" y="340"/>
                  <a:pt x="629" y="340"/>
                </a:cubicBezTo>
                <a:cubicBezTo>
                  <a:pt x="629" y="340"/>
                  <a:pt x="629" y="340"/>
                  <a:pt x="629" y="340"/>
                </a:cubicBezTo>
                <a:cubicBezTo>
                  <a:pt x="629" y="338"/>
                  <a:pt x="629" y="338"/>
                  <a:pt x="629" y="338"/>
                </a:cubicBezTo>
                <a:cubicBezTo>
                  <a:pt x="629" y="338"/>
                  <a:pt x="629" y="338"/>
                  <a:pt x="629" y="338"/>
                </a:cubicBezTo>
                <a:cubicBezTo>
                  <a:pt x="630" y="333"/>
                  <a:pt x="630" y="333"/>
                  <a:pt x="630" y="333"/>
                </a:cubicBezTo>
                <a:cubicBezTo>
                  <a:pt x="630" y="333"/>
                  <a:pt x="630" y="333"/>
                  <a:pt x="630" y="333"/>
                </a:cubicBezTo>
                <a:cubicBezTo>
                  <a:pt x="629" y="330"/>
                  <a:pt x="629" y="330"/>
                  <a:pt x="629" y="330"/>
                </a:cubicBezTo>
                <a:cubicBezTo>
                  <a:pt x="629" y="330"/>
                  <a:pt x="629" y="330"/>
                  <a:pt x="629" y="330"/>
                </a:cubicBezTo>
                <a:cubicBezTo>
                  <a:pt x="628" y="325"/>
                  <a:pt x="628" y="325"/>
                  <a:pt x="628" y="325"/>
                </a:cubicBezTo>
                <a:cubicBezTo>
                  <a:pt x="628" y="325"/>
                  <a:pt x="628" y="325"/>
                  <a:pt x="628" y="325"/>
                </a:cubicBezTo>
                <a:cubicBezTo>
                  <a:pt x="625" y="323"/>
                  <a:pt x="625" y="323"/>
                  <a:pt x="625" y="323"/>
                </a:cubicBezTo>
                <a:cubicBezTo>
                  <a:pt x="625" y="323"/>
                  <a:pt x="625" y="323"/>
                  <a:pt x="625" y="323"/>
                </a:cubicBezTo>
                <a:cubicBezTo>
                  <a:pt x="623" y="318"/>
                  <a:pt x="623" y="318"/>
                  <a:pt x="623" y="318"/>
                </a:cubicBezTo>
                <a:cubicBezTo>
                  <a:pt x="623" y="318"/>
                  <a:pt x="623" y="318"/>
                  <a:pt x="623" y="318"/>
                </a:cubicBezTo>
                <a:cubicBezTo>
                  <a:pt x="620" y="315"/>
                  <a:pt x="620" y="315"/>
                  <a:pt x="620" y="315"/>
                </a:cubicBezTo>
                <a:cubicBezTo>
                  <a:pt x="620" y="315"/>
                  <a:pt x="620" y="315"/>
                  <a:pt x="620" y="315"/>
                </a:cubicBezTo>
                <a:cubicBezTo>
                  <a:pt x="618" y="310"/>
                  <a:pt x="618" y="310"/>
                  <a:pt x="618" y="310"/>
                </a:cubicBezTo>
                <a:cubicBezTo>
                  <a:pt x="618" y="310"/>
                  <a:pt x="618" y="310"/>
                  <a:pt x="618" y="310"/>
                </a:cubicBezTo>
                <a:cubicBezTo>
                  <a:pt x="616" y="310"/>
                  <a:pt x="616" y="310"/>
                  <a:pt x="616" y="310"/>
                </a:cubicBezTo>
                <a:cubicBezTo>
                  <a:pt x="616" y="310"/>
                  <a:pt x="616" y="310"/>
                  <a:pt x="616" y="310"/>
                </a:cubicBezTo>
                <a:cubicBezTo>
                  <a:pt x="615" y="310"/>
                  <a:pt x="615" y="310"/>
                  <a:pt x="615" y="310"/>
                </a:cubicBezTo>
                <a:cubicBezTo>
                  <a:pt x="615" y="310"/>
                  <a:pt x="615" y="310"/>
                  <a:pt x="615" y="310"/>
                </a:cubicBezTo>
                <a:cubicBezTo>
                  <a:pt x="612" y="310"/>
                  <a:pt x="612" y="310"/>
                  <a:pt x="612" y="310"/>
                </a:cubicBezTo>
                <a:cubicBezTo>
                  <a:pt x="612" y="310"/>
                  <a:pt x="612" y="310"/>
                  <a:pt x="612" y="310"/>
                </a:cubicBezTo>
                <a:cubicBezTo>
                  <a:pt x="611" y="309"/>
                  <a:pt x="611" y="309"/>
                  <a:pt x="611" y="309"/>
                </a:cubicBezTo>
                <a:cubicBezTo>
                  <a:pt x="611" y="309"/>
                  <a:pt x="611" y="309"/>
                  <a:pt x="611" y="309"/>
                </a:cubicBezTo>
                <a:cubicBezTo>
                  <a:pt x="609" y="309"/>
                  <a:pt x="609" y="309"/>
                  <a:pt x="609" y="309"/>
                </a:cubicBezTo>
                <a:cubicBezTo>
                  <a:pt x="609" y="309"/>
                  <a:pt x="609" y="309"/>
                  <a:pt x="609" y="309"/>
                </a:cubicBezTo>
                <a:cubicBezTo>
                  <a:pt x="608" y="307"/>
                  <a:pt x="608" y="307"/>
                  <a:pt x="608" y="307"/>
                </a:cubicBezTo>
                <a:cubicBezTo>
                  <a:pt x="608" y="307"/>
                  <a:pt x="608" y="307"/>
                  <a:pt x="608" y="307"/>
                </a:cubicBezTo>
                <a:cubicBezTo>
                  <a:pt x="607" y="306"/>
                  <a:pt x="607" y="306"/>
                  <a:pt x="607" y="306"/>
                </a:cubicBezTo>
                <a:cubicBezTo>
                  <a:pt x="607" y="306"/>
                  <a:pt x="607" y="306"/>
                  <a:pt x="607" y="306"/>
                </a:cubicBezTo>
                <a:cubicBezTo>
                  <a:pt x="607" y="304"/>
                  <a:pt x="607" y="304"/>
                  <a:pt x="607" y="304"/>
                </a:cubicBezTo>
                <a:cubicBezTo>
                  <a:pt x="607" y="304"/>
                  <a:pt x="607" y="304"/>
                  <a:pt x="607" y="304"/>
                </a:cubicBezTo>
                <a:cubicBezTo>
                  <a:pt x="614" y="305"/>
                  <a:pt x="614" y="305"/>
                  <a:pt x="614" y="305"/>
                </a:cubicBezTo>
                <a:cubicBezTo>
                  <a:pt x="614" y="305"/>
                  <a:pt x="614" y="305"/>
                  <a:pt x="614" y="305"/>
                </a:cubicBezTo>
                <a:cubicBezTo>
                  <a:pt x="620" y="307"/>
                  <a:pt x="620" y="307"/>
                  <a:pt x="620" y="307"/>
                </a:cubicBezTo>
                <a:cubicBezTo>
                  <a:pt x="620" y="307"/>
                  <a:pt x="620" y="307"/>
                  <a:pt x="620" y="307"/>
                </a:cubicBezTo>
                <a:cubicBezTo>
                  <a:pt x="627" y="310"/>
                  <a:pt x="627" y="310"/>
                  <a:pt x="627" y="310"/>
                </a:cubicBezTo>
                <a:cubicBezTo>
                  <a:pt x="627" y="310"/>
                  <a:pt x="627" y="310"/>
                  <a:pt x="627" y="310"/>
                </a:cubicBezTo>
                <a:cubicBezTo>
                  <a:pt x="635" y="311"/>
                  <a:pt x="635" y="311"/>
                  <a:pt x="635" y="311"/>
                </a:cubicBezTo>
                <a:cubicBezTo>
                  <a:pt x="635" y="311"/>
                  <a:pt x="635" y="311"/>
                  <a:pt x="635" y="311"/>
                </a:cubicBezTo>
                <a:cubicBezTo>
                  <a:pt x="641" y="316"/>
                  <a:pt x="641" y="316"/>
                  <a:pt x="641" y="316"/>
                </a:cubicBezTo>
                <a:cubicBezTo>
                  <a:pt x="641" y="316"/>
                  <a:pt x="641" y="316"/>
                  <a:pt x="641" y="316"/>
                </a:cubicBezTo>
                <a:cubicBezTo>
                  <a:pt x="647" y="320"/>
                  <a:pt x="647" y="320"/>
                  <a:pt x="647" y="320"/>
                </a:cubicBezTo>
                <a:cubicBezTo>
                  <a:pt x="647" y="320"/>
                  <a:pt x="647" y="320"/>
                  <a:pt x="647" y="320"/>
                </a:cubicBezTo>
                <a:cubicBezTo>
                  <a:pt x="653" y="324"/>
                  <a:pt x="653" y="324"/>
                  <a:pt x="653" y="324"/>
                </a:cubicBezTo>
                <a:cubicBezTo>
                  <a:pt x="653" y="324"/>
                  <a:pt x="653" y="324"/>
                  <a:pt x="653" y="324"/>
                </a:cubicBezTo>
                <a:cubicBezTo>
                  <a:pt x="660" y="327"/>
                  <a:pt x="660" y="327"/>
                  <a:pt x="660" y="327"/>
                </a:cubicBezTo>
                <a:cubicBezTo>
                  <a:pt x="660" y="327"/>
                  <a:pt x="660" y="327"/>
                  <a:pt x="660" y="327"/>
                </a:cubicBezTo>
                <a:cubicBezTo>
                  <a:pt x="660" y="334"/>
                  <a:pt x="660" y="334"/>
                  <a:pt x="660" y="334"/>
                </a:cubicBezTo>
                <a:cubicBezTo>
                  <a:pt x="660" y="334"/>
                  <a:pt x="660" y="334"/>
                  <a:pt x="660" y="334"/>
                </a:cubicBezTo>
                <a:cubicBezTo>
                  <a:pt x="657" y="337"/>
                  <a:pt x="657" y="337"/>
                  <a:pt x="657" y="337"/>
                </a:cubicBezTo>
                <a:cubicBezTo>
                  <a:pt x="657" y="337"/>
                  <a:pt x="657" y="337"/>
                  <a:pt x="657" y="337"/>
                </a:cubicBezTo>
                <a:cubicBezTo>
                  <a:pt x="654" y="338"/>
                  <a:pt x="654" y="338"/>
                  <a:pt x="654" y="338"/>
                </a:cubicBezTo>
                <a:cubicBezTo>
                  <a:pt x="654" y="338"/>
                  <a:pt x="654" y="338"/>
                  <a:pt x="654" y="338"/>
                </a:cubicBezTo>
                <a:cubicBezTo>
                  <a:pt x="651" y="339"/>
                  <a:pt x="651" y="339"/>
                  <a:pt x="651" y="339"/>
                </a:cubicBezTo>
                <a:cubicBezTo>
                  <a:pt x="651" y="339"/>
                  <a:pt x="651" y="339"/>
                  <a:pt x="651" y="339"/>
                </a:cubicBezTo>
                <a:cubicBezTo>
                  <a:pt x="649" y="339"/>
                  <a:pt x="649" y="339"/>
                  <a:pt x="649" y="339"/>
                </a:cubicBezTo>
                <a:cubicBezTo>
                  <a:pt x="649" y="339"/>
                  <a:pt x="649" y="339"/>
                  <a:pt x="649" y="339"/>
                </a:cubicBezTo>
                <a:cubicBezTo>
                  <a:pt x="646" y="341"/>
                  <a:pt x="646" y="341"/>
                  <a:pt x="646" y="341"/>
                </a:cubicBezTo>
                <a:cubicBezTo>
                  <a:pt x="646" y="341"/>
                  <a:pt x="646" y="341"/>
                  <a:pt x="646" y="341"/>
                </a:cubicBezTo>
                <a:cubicBezTo>
                  <a:pt x="643" y="341"/>
                  <a:pt x="643" y="341"/>
                  <a:pt x="643" y="341"/>
                </a:cubicBezTo>
                <a:cubicBezTo>
                  <a:pt x="643" y="341"/>
                  <a:pt x="643" y="341"/>
                  <a:pt x="643" y="341"/>
                </a:cubicBezTo>
                <a:cubicBezTo>
                  <a:pt x="640" y="342"/>
                  <a:pt x="640" y="342"/>
                  <a:pt x="640" y="342"/>
                </a:cubicBezTo>
                <a:cubicBezTo>
                  <a:pt x="640" y="342"/>
                  <a:pt x="640" y="342"/>
                  <a:pt x="640" y="342"/>
                </a:cubicBezTo>
                <a:cubicBezTo>
                  <a:pt x="638" y="342"/>
                  <a:pt x="638" y="342"/>
                  <a:pt x="638" y="342"/>
                </a:cubicBezTo>
                <a:cubicBezTo>
                  <a:pt x="638" y="342"/>
                  <a:pt x="638" y="342"/>
                  <a:pt x="638" y="342"/>
                </a:cubicBezTo>
                <a:cubicBezTo>
                  <a:pt x="635" y="347"/>
                  <a:pt x="635" y="347"/>
                  <a:pt x="635" y="347"/>
                </a:cubicBezTo>
                <a:lnTo>
                  <a:pt x="634" y="347"/>
                </a:lnTo>
                <a:close/>
                <a:moveTo>
                  <a:pt x="137" y="267"/>
                </a:moveTo>
                <a:cubicBezTo>
                  <a:pt x="181" y="255"/>
                  <a:pt x="181" y="255"/>
                  <a:pt x="181" y="255"/>
                </a:cubicBezTo>
                <a:cubicBezTo>
                  <a:pt x="181" y="255"/>
                  <a:pt x="181" y="255"/>
                  <a:pt x="181" y="255"/>
                </a:cubicBezTo>
                <a:cubicBezTo>
                  <a:pt x="186" y="253"/>
                  <a:pt x="191" y="251"/>
                  <a:pt x="196" y="250"/>
                </a:cubicBezTo>
                <a:cubicBezTo>
                  <a:pt x="196" y="250"/>
                  <a:pt x="196" y="250"/>
                  <a:pt x="196" y="250"/>
                </a:cubicBezTo>
                <a:cubicBezTo>
                  <a:pt x="211" y="243"/>
                  <a:pt x="211" y="243"/>
                  <a:pt x="211" y="243"/>
                </a:cubicBezTo>
                <a:cubicBezTo>
                  <a:pt x="211" y="243"/>
                  <a:pt x="211" y="243"/>
                  <a:pt x="211" y="243"/>
                </a:cubicBezTo>
                <a:cubicBezTo>
                  <a:pt x="224" y="235"/>
                  <a:pt x="224" y="235"/>
                  <a:pt x="224" y="235"/>
                </a:cubicBezTo>
                <a:cubicBezTo>
                  <a:pt x="224" y="235"/>
                  <a:pt x="224" y="235"/>
                  <a:pt x="224" y="235"/>
                </a:cubicBezTo>
                <a:cubicBezTo>
                  <a:pt x="237" y="226"/>
                  <a:pt x="237" y="226"/>
                  <a:pt x="237" y="226"/>
                </a:cubicBezTo>
                <a:cubicBezTo>
                  <a:pt x="237" y="226"/>
                  <a:pt x="237" y="226"/>
                  <a:pt x="237" y="226"/>
                </a:cubicBezTo>
                <a:cubicBezTo>
                  <a:pt x="249" y="216"/>
                  <a:pt x="249" y="216"/>
                  <a:pt x="249" y="216"/>
                </a:cubicBezTo>
                <a:cubicBezTo>
                  <a:pt x="249" y="216"/>
                  <a:pt x="249" y="216"/>
                  <a:pt x="249" y="216"/>
                </a:cubicBezTo>
                <a:cubicBezTo>
                  <a:pt x="259" y="205"/>
                  <a:pt x="259" y="205"/>
                  <a:pt x="259" y="205"/>
                </a:cubicBezTo>
                <a:cubicBezTo>
                  <a:pt x="259" y="205"/>
                  <a:pt x="259" y="205"/>
                  <a:pt x="259" y="205"/>
                </a:cubicBezTo>
                <a:cubicBezTo>
                  <a:pt x="268" y="193"/>
                  <a:pt x="268" y="193"/>
                  <a:pt x="268" y="193"/>
                </a:cubicBezTo>
                <a:cubicBezTo>
                  <a:pt x="268" y="193"/>
                  <a:pt x="268" y="193"/>
                  <a:pt x="268" y="193"/>
                </a:cubicBezTo>
                <a:cubicBezTo>
                  <a:pt x="275" y="178"/>
                  <a:pt x="275" y="178"/>
                  <a:pt x="275" y="178"/>
                </a:cubicBezTo>
                <a:cubicBezTo>
                  <a:pt x="275" y="178"/>
                  <a:pt x="275" y="178"/>
                  <a:pt x="275" y="178"/>
                </a:cubicBezTo>
                <a:cubicBezTo>
                  <a:pt x="274" y="176"/>
                  <a:pt x="274" y="176"/>
                  <a:pt x="274" y="176"/>
                </a:cubicBezTo>
                <a:cubicBezTo>
                  <a:pt x="274" y="176"/>
                  <a:pt x="274" y="176"/>
                  <a:pt x="274" y="176"/>
                </a:cubicBezTo>
                <a:cubicBezTo>
                  <a:pt x="233" y="197"/>
                  <a:pt x="233" y="197"/>
                  <a:pt x="233" y="197"/>
                </a:cubicBezTo>
                <a:cubicBezTo>
                  <a:pt x="233" y="197"/>
                  <a:pt x="233" y="197"/>
                  <a:pt x="233" y="197"/>
                </a:cubicBezTo>
                <a:cubicBezTo>
                  <a:pt x="232" y="200"/>
                  <a:pt x="232" y="200"/>
                  <a:pt x="232" y="200"/>
                </a:cubicBezTo>
                <a:cubicBezTo>
                  <a:pt x="232" y="200"/>
                  <a:pt x="232" y="200"/>
                  <a:pt x="232" y="200"/>
                </a:cubicBezTo>
                <a:cubicBezTo>
                  <a:pt x="232" y="201"/>
                  <a:pt x="232" y="201"/>
                  <a:pt x="232" y="201"/>
                </a:cubicBezTo>
                <a:cubicBezTo>
                  <a:pt x="232" y="201"/>
                  <a:pt x="232" y="201"/>
                  <a:pt x="232" y="201"/>
                </a:cubicBezTo>
                <a:cubicBezTo>
                  <a:pt x="232" y="203"/>
                  <a:pt x="232" y="203"/>
                  <a:pt x="232" y="203"/>
                </a:cubicBezTo>
                <a:cubicBezTo>
                  <a:pt x="232" y="203"/>
                  <a:pt x="232" y="203"/>
                  <a:pt x="232" y="203"/>
                </a:cubicBezTo>
                <a:cubicBezTo>
                  <a:pt x="232" y="205"/>
                  <a:pt x="232" y="205"/>
                  <a:pt x="232" y="205"/>
                </a:cubicBezTo>
                <a:cubicBezTo>
                  <a:pt x="232" y="205"/>
                  <a:pt x="232" y="205"/>
                  <a:pt x="232" y="205"/>
                </a:cubicBezTo>
                <a:cubicBezTo>
                  <a:pt x="231" y="208"/>
                  <a:pt x="231" y="208"/>
                  <a:pt x="231" y="208"/>
                </a:cubicBezTo>
                <a:cubicBezTo>
                  <a:pt x="231" y="208"/>
                  <a:pt x="231" y="208"/>
                  <a:pt x="231" y="208"/>
                </a:cubicBezTo>
                <a:cubicBezTo>
                  <a:pt x="231" y="210"/>
                  <a:pt x="231" y="210"/>
                  <a:pt x="231" y="210"/>
                </a:cubicBezTo>
                <a:cubicBezTo>
                  <a:pt x="231" y="210"/>
                  <a:pt x="231" y="210"/>
                  <a:pt x="231" y="210"/>
                </a:cubicBezTo>
                <a:cubicBezTo>
                  <a:pt x="231" y="212"/>
                  <a:pt x="231" y="212"/>
                  <a:pt x="231" y="212"/>
                </a:cubicBezTo>
                <a:cubicBezTo>
                  <a:pt x="231" y="212"/>
                  <a:pt x="231" y="212"/>
                  <a:pt x="231" y="212"/>
                </a:cubicBezTo>
                <a:cubicBezTo>
                  <a:pt x="231" y="213"/>
                  <a:pt x="231" y="213"/>
                  <a:pt x="231" y="213"/>
                </a:cubicBezTo>
                <a:cubicBezTo>
                  <a:pt x="231" y="213"/>
                  <a:pt x="231" y="213"/>
                  <a:pt x="231" y="213"/>
                </a:cubicBezTo>
                <a:cubicBezTo>
                  <a:pt x="225" y="213"/>
                  <a:pt x="225" y="213"/>
                  <a:pt x="225" y="213"/>
                </a:cubicBezTo>
                <a:cubicBezTo>
                  <a:pt x="225" y="213"/>
                  <a:pt x="225" y="213"/>
                  <a:pt x="225" y="213"/>
                </a:cubicBezTo>
                <a:cubicBezTo>
                  <a:pt x="223" y="212"/>
                  <a:pt x="223" y="212"/>
                  <a:pt x="223" y="212"/>
                </a:cubicBezTo>
                <a:cubicBezTo>
                  <a:pt x="223" y="212"/>
                  <a:pt x="223" y="212"/>
                  <a:pt x="223" y="212"/>
                </a:cubicBezTo>
                <a:cubicBezTo>
                  <a:pt x="221" y="211"/>
                  <a:pt x="221" y="211"/>
                  <a:pt x="221" y="211"/>
                </a:cubicBezTo>
                <a:cubicBezTo>
                  <a:pt x="221" y="211"/>
                  <a:pt x="221" y="211"/>
                  <a:pt x="221" y="211"/>
                </a:cubicBezTo>
                <a:cubicBezTo>
                  <a:pt x="220" y="210"/>
                  <a:pt x="220" y="210"/>
                  <a:pt x="220" y="210"/>
                </a:cubicBezTo>
                <a:cubicBezTo>
                  <a:pt x="220" y="210"/>
                  <a:pt x="220" y="210"/>
                  <a:pt x="220" y="210"/>
                </a:cubicBezTo>
                <a:cubicBezTo>
                  <a:pt x="219" y="208"/>
                  <a:pt x="219" y="208"/>
                  <a:pt x="219" y="208"/>
                </a:cubicBezTo>
                <a:cubicBezTo>
                  <a:pt x="219" y="208"/>
                  <a:pt x="219" y="208"/>
                  <a:pt x="219" y="208"/>
                </a:cubicBezTo>
                <a:cubicBezTo>
                  <a:pt x="217" y="208"/>
                  <a:pt x="217" y="208"/>
                  <a:pt x="217" y="208"/>
                </a:cubicBezTo>
                <a:cubicBezTo>
                  <a:pt x="217" y="208"/>
                  <a:pt x="217" y="208"/>
                  <a:pt x="217" y="208"/>
                </a:cubicBezTo>
                <a:cubicBezTo>
                  <a:pt x="216" y="207"/>
                  <a:pt x="216" y="207"/>
                  <a:pt x="216" y="207"/>
                </a:cubicBezTo>
                <a:cubicBezTo>
                  <a:pt x="216" y="207"/>
                  <a:pt x="216" y="207"/>
                  <a:pt x="216" y="207"/>
                </a:cubicBezTo>
                <a:cubicBezTo>
                  <a:pt x="214" y="207"/>
                  <a:pt x="214" y="207"/>
                  <a:pt x="214" y="207"/>
                </a:cubicBezTo>
                <a:cubicBezTo>
                  <a:pt x="214" y="207"/>
                  <a:pt x="214" y="207"/>
                  <a:pt x="214" y="207"/>
                </a:cubicBezTo>
                <a:cubicBezTo>
                  <a:pt x="214" y="206"/>
                  <a:pt x="214" y="206"/>
                  <a:pt x="214" y="206"/>
                </a:cubicBezTo>
                <a:cubicBezTo>
                  <a:pt x="214" y="206"/>
                  <a:pt x="214" y="206"/>
                  <a:pt x="214" y="206"/>
                </a:cubicBezTo>
                <a:cubicBezTo>
                  <a:pt x="210" y="210"/>
                  <a:pt x="210" y="210"/>
                  <a:pt x="210" y="210"/>
                </a:cubicBezTo>
                <a:cubicBezTo>
                  <a:pt x="210" y="210"/>
                  <a:pt x="210" y="210"/>
                  <a:pt x="210" y="210"/>
                </a:cubicBezTo>
                <a:cubicBezTo>
                  <a:pt x="166" y="232"/>
                  <a:pt x="166" y="232"/>
                  <a:pt x="166" y="232"/>
                </a:cubicBezTo>
                <a:cubicBezTo>
                  <a:pt x="166" y="232"/>
                  <a:pt x="166" y="232"/>
                  <a:pt x="166" y="232"/>
                </a:cubicBezTo>
                <a:cubicBezTo>
                  <a:pt x="160" y="238"/>
                  <a:pt x="160" y="238"/>
                  <a:pt x="160" y="238"/>
                </a:cubicBezTo>
                <a:cubicBezTo>
                  <a:pt x="160" y="238"/>
                  <a:pt x="160" y="238"/>
                  <a:pt x="160" y="238"/>
                </a:cubicBezTo>
                <a:cubicBezTo>
                  <a:pt x="155" y="241"/>
                  <a:pt x="155" y="241"/>
                  <a:pt x="155" y="241"/>
                </a:cubicBezTo>
                <a:cubicBezTo>
                  <a:pt x="155" y="241"/>
                  <a:pt x="155" y="241"/>
                  <a:pt x="155" y="241"/>
                </a:cubicBezTo>
                <a:cubicBezTo>
                  <a:pt x="149" y="244"/>
                  <a:pt x="149" y="244"/>
                  <a:pt x="149" y="244"/>
                </a:cubicBezTo>
                <a:cubicBezTo>
                  <a:pt x="149" y="244"/>
                  <a:pt x="149" y="244"/>
                  <a:pt x="149" y="244"/>
                </a:cubicBezTo>
                <a:cubicBezTo>
                  <a:pt x="145" y="247"/>
                  <a:pt x="145" y="247"/>
                  <a:pt x="145" y="247"/>
                </a:cubicBezTo>
                <a:cubicBezTo>
                  <a:pt x="145" y="247"/>
                  <a:pt x="145" y="247"/>
                  <a:pt x="145" y="247"/>
                </a:cubicBezTo>
                <a:cubicBezTo>
                  <a:pt x="138" y="251"/>
                  <a:pt x="138" y="251"/>
                  <a:pt x="138" y="251"/>
                </a:cubicBezTo>
                <a:cubicBezTo>
                  <a:pt x="138" y="251"/>
                  <a:pt x="138" y="251"/>
                  <a:pt x="138" y="251"/>
                </a:cubicBezTo>
                <a:cubicBezTo>
                  <a:pt x="135" y="255"/>
                  <a:pt x="135" y="255"/>
                  <a:pt x="135" y="255"/>
                </a:cubicBezTo>
                <a:cubicBezTo>
                  <a:pt x="135" y="255"/>
                  <a:pt x="135" y="255"/>
                  <a:pt x="135" y="255"/>
                </a:cubicBezTo>
                <a:cubicBezTo>
                  <a:pt x="134" y="256"/>
                  <a:pt x="133" y="258"/>
                  <a:pt x="132" y="260"/>
                </a:cubicBezTo>
                <a:cubicBezTo>
                  <a:pt x="132" y="260"/>
                  <a:pt x="132" y="260"/>
                  <a:pt x="132" y="260"/>
                </a:cubicBezTo>
                <a:cubicBezTo>
                  <a:pt x="132" y="262"/>
                  <a:pt x="131" y="263"/>
                  <a:pt x="131" y="265"/>
                </a:cubicBezTo>
                <a:cubicBezTo>
                  <a:pt x="131" y="265"/>
                  <a:pt x="131" y="265"/>
                  <a:pt x="131" y="265"/>
                </a:cubicBezTo>
                <a:cubicBezTo>
                  <a:pt x="133" y="265"/>
                  <a:pt x="135" y="266"/>
                  <a:pt x="137" y="267"/>
                </a:cubicBezTo>
                <a:close/>
                <a:moveTo>
                  <a:pt x="576" y="207"/>
                </a:moveTo>
                <a:cubicBezTo>
                  <a:pt x="581" y="167"/>
                  <a:pt x="581" y="167"/>
                  <a:pt x="581" y="167"/>
                </a:cubicBezTo>
                <a:cubicBezTo>
                  <a:pt x="581" y="167"/>
                  <a:pt x="581" y="167"/>
                  <a:pt x="581" y="167"/>
                </a:cubicBezTo>
                <a:cubicBezTo>
                  <a:pt x="627" y="138"/>
                  <a:pt x="627" y="138"/>
                  <a:pt x="627" y="138"/>
                </a:cubicBezTo>
                <a:cubicBezTo>
                  <a:pt x="627" y="138"/>
                  <a:pt x="627" y="138"/>
                  <a:pt x="627" y="138"/>
                </a:cubicBezTo>
                <a:cubicBezTo>
                  <a:pt x="633" y="141"/>
                  <a:pt x="633" y="141"/>
                  <a:pt x="633" y="141"/>
                </a:cubicBezTo>
                <a:cubicBezTo>
                  <a:pt x="633" y="141"/>
                  <a:pt x="633" y="141"/>
                  <a:pt x="633" y="141"/>
                </a:cubicBezTo>
                <a:cubicBezTo>
                  <a:pt x="630" y="149"/>
                  <a:pt x="630" y="149"/>
                  <a:pt x="630" y="149"/>
                </a:cubicBezTo>
                <a:cubicBezTo>
                  <a:pt x="630" y="149"/>
                  <a:pt x="630" y="149"/>
                  <a:pt x="630" y="149"/>
                </a:cubicBezTo>
                <a:cubicBezTo>
                  <a:pt x="628" y="157"/>
                  <a:pt x="628" y="157"/>
                  <a:pt x="628" y="157"/>
                </a:cubicBezTo>
                <a:cubicBezTo>
                  <a:pt x="628" y="157"/>
                  <a:pt x="628" y="157"/>
                  <a:pt x="628" y="157"/>
                </a:cubicBezTo>
                <a:cubicBezTo>
                  <a:pt x="623" y="163"/>
                  <a:pt x="623" y="163"/>
                  <a:pt x="623" y="163"/>
                </a:cubicBezTo>
                <a:cubicBezTo>
                  <a:pt x="623" y="163"/>
                  <a:pt x="623" y="163"/>
                  <a:pt x="623" y="163"/>
                </a:cubicBezTo>
                <a:cubicBezTo>
                  <a:pt x="619" y="169"/>
                  <a:pt x="619" y="169"/>
                  <a:pt x="619" y="169"/>
                </a:cubicBezTo>
                <a:cubicBezTo>
                  <a:pt x="619" y="169"/>
                  <a:pt x="619" y="169"/>
                  <a:pt x="619" y="169"/>
                </a:cubicBezTo>
                <a:cubicBezTo>
                  <a:pt x="612" y="175"/>
                  <a:pt x="612" y="175"/>
                  <a:pt x="612" y="175"/>
                </a:cubicBezTo>
                <a:cubicBezTo>
                  <a:pt x="612" y="175"/>
                  <a:pt x="612" y="175"/>
                  <a:pt x="612" y="175"/>
                </a:cubicBezTo>
                <a:cubicBezTo>
                  <a:pt x="607" y="181"/>
                  <a:pt x="607" y="181"/>
                  <a:pt x="607" y="181"/>
                </a:cubicBezTo>
                <a:cubicBezTo>
                  <a:pt x="607" y="181"/>
                  <a:pt x="607" y="181"/>
                  <a:pt x="607" y="181"/>
                </a:cubicBezTo>
                <a:cubicBezTo>
                  <a:pt x="601" y="187"/>
                  <a:pt x="601" y="187"/>
                  <a:pt x="601" y="187"/>
                </a:cubicBezTo>
                <a:cubicBezTo>
                  <a:pt x="601" y="187"/>
                  <a:pt x="601" y="187"/>
                  <a:pt x="601" y="187"/>
                </a:cubicBezTo>
                <a:cubicBezTo>
                  <a:pt x="597" y="193"/>
                  <a:pt x="597" y="193"/>
                  <a:pt x="597" y="193"/>
                </a:cubicBezTo>
                <a:cubicBezTo>
                  <a:pt x="597" y="193"/>
                  <a:pt x="597" y="193"/>
                  <a:pt x="597" y="193"/>
                </a:cubicBezTo>
                <a:cubicBezTo>
                  <a:pt x="593" y="196"/>
                  <a:pt x="593" y="196"/>
                  <a:pt x="593" y="196"/>
                </a:cubicBezTo>
                <a:cubicBezTo>
                  <a:pt x="593" y="196"/>
                  <a:pt x="593" y="196"/>
                  <a:pt x="593" y="196"/>
                </a:cubicBezTo>
                <a:cubicBezTo>
                  <a:pt x="592" y="198"/>
                  <a:pt x="592" y="198"/>
                  <a:pt x="592" y="198"/>
                </a:cubicBezTo>
                <a:cubicBezTo>
                  <a:pt x="592" y="198"/>
                  <a:pt x="592" y="198"/>
                  <a:pt x="592" y="198"/>
                </a:cubicBezTo>
                <a:cubicBezTo>
                  <a:pt x="589" y="200"/>
                  <a:pt x="589" y="200"/>
                  <a:pt x="589" y="200"/>
                </a:cubicBezTo>
                <a:cubicBezTo>
                  <a:pt x="589" y="200"/>
                  <a:pt x="589" y="200"/>
                  <a:pt x="589" y="200"/>
                </a:cubicBezTo>
                <a:cubicBezTo>
                  <a:pt x="587" y="201"/>
                  <a:pt x="587" y="201"/>
                  <a:pt x="587" y="201"/>
                </a:cubicBezTo>
                <a:cubicBezTo>
                  <a:pt x="587" y="201"/>
                  <a:pt x="587" y="201"/>
                  <a:pt x="587" y="201"/>
                </a:cubicBezTo>
                <a:cubicBezTo>
                  <a:pt x="584" y="204"/>
                  <a:pt x="584" y="204"/>
                  <a:pt x="584" y="204"/>
                </a:cubicBezTo>
                <a:cubicBezTo>
                  <a:pt x="584" y="204"/>
                  <a:pt x="584" y="204"/>
                  <a:pt x="584" y="204"/>
                </a:cubicBezTo>
                <a:cubicBezTo>
                  <a:pt x="582" y="206"/>
                  <a:pt x="582" y="206"/>
                  <a:pt x="582" y="206"/>
                </a:cubicBezTo>
                <a:cubicBezTo>
                  <a:pt x="582" y="206"/>
                  <a:pt x="582" y="206"/>
                  <a:pt x="582" y="206"/>
                </a:cubicBezTo>
                <a:cubicBezTo>
                  <a:pt x="579" y="207"/>
                  <a:pt x="579" y="207"/>
                  <a:pt x="579" y="207"/>
                </a:cubicBezTo>
                <a:cubicBezTo>
                  <a:pt x="579" y="207"/>
                  <a:pt x="579" y="207"/>
                  <a:pt x="579" y="207"/>
                </a:cubicBezTo>
                <a:cubicBezTo>
                  <a:pt x="576" y="207"/>
                  <a:pt x="576" y="207"/>
                  <a:pt x="576" y="207"/>
                </a:cubicBezTo>
                <a:close/>
                <a:moveTo>
                  <a:pt x="1844" y="194"/>
                </a:moveTo>
                <a:cubicBezTo>
                  <a:pt x="1845" y="193"/>
                  <a:pt x="1845" y="193"/>
                  <a:pt x="1845" y="193"/>
                </a:cubicBezTo>
                <a:cubicBezTo>
                  <a:pt x="1845" y="193"/>
                  <a:pt x="1845" y="193"/>
                  <a:pt x="1845" y="193"/>
                </a:cubicBezTo>
                <a:cubicBezTo>
                  <a:pt x="1847" y="192"/>
                  <a:pt x="1847" y="192"/>
                  <a:pt x="1847" y="192"/>
                </a:cubicBezTo>
                <a:cubicBezTo>
                  <a:pt x="1847" y="192"/>
                  <a:pt x="1847" y="192"/>
                  <a:pt x="1847" y="192"/>
                </a:cubicBezTo>
                <a:cubicBezTo>
                  <a:pt x="1849" y="191"/>
                  <a:pt x="1849" y="191"/>
                  <a:pt x="1849" y="191"/>
                </a:cubicBezTo>
                <a:cubicBezTo>
                  <a:pt x="1849" y="191"/>
                  <a:pt x="1849" y="191"/>
                  <a:pt x="1849" y="191"/>
                </a:cubicBezTo>
                <a:cubicBezTo>
                  <a:pt x="1851" y="189"/>
                  <a:pt x="1851" y="189"/>
                  <a:pt x="1851" y="189"/>
                </a:cubicBezTo>
                <a:cubicBezTo>
                  <a:pt x="1851" y="189"/>
                  <a:pt x="1851" y="189"/>
                  <a:pt x="1851" y="189"/>
                </a:cubicBezTo>
                <a:cubicBezTo>
                  <a:pt x="1852" y="188"/>
                  <a:pt x="1852" y="188"/>
                  <a:pt x="1852" y="188"/>
                </a:cubicBezTo>
                <a:cubicBezTo>
                  <a:pt x="1852" y="188"/>
                  <a:pt x="1852" y="188"/>
                  <a:pt x="1852" y="188"/>
                </a:cubicBezTo>
                <a:cubicBezTo>
                  <a:pt x="1853" y="186"/>
                  <a:pt x="1853" y="186"/>
                  <a:pt x="1853" y="186"/>
                </a:cubicBezTo>
                <a:cubicBezTo>
                  <a:pt x="1853" y="186"/>
                  <a:pt x="1853" y="186"/>
                  <a:pt x="1853" y="186"/>
                </a:cubicBezTo>
                <a:cubicBezTo>
                  <a:pt x="1854" y="185"/>
                  <a:pt x="1854" y="185"/>
                  <a:pt x="1854" y="185"/>
                </a:cubicBezTo>
                <a:cubicBezTo>
                  <a:pt x="1854" y="185"/>
                  <a:pt x="1854" y="185"/>
                  <a:pt x="1854" y="185"/>
                </a:cubicBezTo>
                <a:cubicBezTo>
                  <a:pt x="1855" y="183"/>
                  <a:pt x="1855" y="183"/>
                  <a:pt x="1855" y="183"/>
                </a:cubicBezTo>
                <a:cubicBezTo>
                  <a:pt x="1855" y="183"/>
                  <a:pt x="1855" y="183"/>
                  <a:pt x="1855" y="183"/>
                </a:cubicBezTo>
                <a:cubicBezTo>
                  <a:pt x="1853" y="182"/>
                  <a:pt x="1853" y="182"/>
                  <a:pt x="1853" y="182"/>
                </a:cubicBezTo>
                <a:cubicBezTo>
                  <a:pt x="1853" y="182"/>
                  <a:pt x="1853" y="182"/>
                  <a:pt x="1853" y="182"/>
                </a:cubicBezTo>
                <a:cubicBezTo>
                  <a:pt x="1852" y="180"/>
                  <a:pt x="1852" y="180"/>
                  <a:pt x="1852" y="180"/>
                </a:cubicBezTo>
                <a:cubicBezTo>
                  <a:pt x="1852" y="180"/>
                  <a:pt x="1852" y="180"/>
                  <a:pt x="1852" y="180"/>
                </a:cubicBezTo>
                <a:cubicBezTo>
                  <a:pt x="1850" y="179"/>
                  <a:pt x="1850" y="179"/>
                  <a:pt x="1850" y="179"/>
                </a:cubicBezTo>
                <a:cubicBezTo>
                  <a:pt x="1850" y="179"/>
                  <a:pt x="1850" y="179"/>
                  <a:pt x="1850" y="179"/>
                </a:cubicBezTo>
                <a:cubicBezTo>
                  <a:pt x="1850" y="177"/>
                  <a:pt x="1850" y="177"/>
                  <a:pt x="1850" y="177"/>
                </a:cubicBezTo>
                <a:cubicBezTo>
                  <a:pt x="1850" y="177"/>
                  <a:pt x="1850" y="177"/>
                  <a:pt x="1850" y="177"/>
                </a:cubicBezTo>
                <a:cubicBezTo>
                  <a:pt x="1848" y="176"/>
                  <a:pt x="1848" y="176"/>
                  <a:pt x="1848" y="176"/>
                </a:cubicBezTo>
                <a:cubicBezTo>
                  <a:pt x="1848" y="176"/>
                  <a:pt x="1848" y="176"/>
                  <a:pt x="1848" y="176"/>
                </a:cubicBezTo>
                <a:cubicBezTo>
                  <a:pt x="1847" y="174"/>
                  <a:pt x="1847" y="174"/>
                  <a:pt x="1847" y="174"/>
                </a:cubicBezTo>
                <a:cubicBezTo>
                  <a:pt x="1847" y="174"/>
                  <a:pt x="1847" y="174"/>
                  <a:pt x="1847" y="174"/>
                </a:cubicBezTo>
                <a:cubicBezTo>
                  <a:pt x="1847" y="173"/>
                  <a:pt x="1847" y="173"/>
                  <a:pt x="1847" y="173"/>
                </a:cubicBezTo>
                <a:cubicBezTo>
                  <a:pt x="1847" y="173"/>
                  <a:pt x="1847" y="173"/>
                  <a:pt x="1847" y="173"/>
                </a:cubicBezTo>
                <a:cubicBezTo>
                  <a:pt x="1847" y="171"/>
                  <a:pt x="1847" y="171"/>
                  <a:pt x="1847" y="171"/>
                </a:cubicBezTo>
                <a:cubicBezTo>
                  <a:pt x="1847" y="171"/>
                  <a:pt x="1847" y="171"/>
                  <a:pt x="1847" y="171"/>
                </a:cubicBezTo>
                <a:cubicBezTo>
                  <a:pt x="1845" y="171"/>
                  <a:pt x="1845" y="171"/>
                  <a:pt x="1845" y="171"/>
                </a:cubicBezTo>
                <a:cubicBezTo>
                  <a:pt x="1845" y="171"/>
                  <a:pt x="1845" y="171"/>
                  <a:pt x="1845" y="171"/>
                </a:cubicBezTo>
                <a:cubicBezTo>
                  <a:pt x="1844" y="171"/>
                  <a:pt x="1844" y="171"/>
                  <a:pt x="1844" y="171"/>
                </a:cubicBezTo>
                <a:cubicBezTo>
                  <a:pt x="1844" y="171"/>
                  <a:pt x="1844" y="171"/>
                  <a:pt x="1844" y="171"/>
                </a:cubicBezTo>
                <a:cubicBezTo>
                  <a:pt x="1842" y="171"/>
                  <a:pt x="1842" y="171"/>
                  <a:pt x="1842" y="171"/>
                </a:cubicBezTo>
                <a:cubicBezTo>
                  <a:pt x="1842" y="171"/>
                  <a:pt x="1842" y="171"/>
                  <a:pt x="1842" y="171"/>
                </a:cubicBezTo>
                <a:cubicBezTo>
                  <a:pt x="1842" y="171"/>
                  <a:pt x="1842" y="171"/>
                  <a:pt x="1842" y="171"/>
                </a:cubicBezTo>
                <a:cubicBezTo>
                  <a:pt x="1842" y="171"/>
                  <a:pt x="1842" y="171"/>
                  <a:pt x="1842" y="171"/>
                </a:cubicBezTo>
                <a:cubicBezTo>
                  <a:pt x="1840" y="172"/>
                  <a:pt x="1840" y="172"/>
                  <a:pt x="1840" y="172"/>
                </a:cubicBezTo>
                <a:cubicBezTo>
                  <a:pt x="1840" y="172"/>
                  <a:pt x="1840" y="172"/>
                  <a:pt x="1840" y="172"/>
                </a:cubicBezTo>
                <a:cubicBezTo>
                  <a:pt x="1838" y="173"/>
                  <a:pt x="1838" y="173"/>
                  <a:pt x="1838" y="173"/>
                </a:cubicBezTo>
                <a:cubicBezTo>
                  <a:pt x="1838" y="173"/>
                  <a:pt x="1838" y="173"/>
                  <a:pt x="1838" y="173"/>
                </a:cubicBezTo>
                <a:cubicBezTo>
                  <a:pt x="1838" y="173"/>
                  <a:pt x="1838" y="173"/>
                  <a:pt x="1838" y="173"/>
                </a:cubicBezTo>
                <a:cubicBezTo>
                  <a:pt x="1838" y="173"/>
                  <a:pt x="1838" y="173"/>
                  <a:pt x="1838" y="173"/>
                </a:cubicBezTo>
                <a:cubicBezTo>
                  <a:pt x="1838" y="176"/>
                  <a:pt x="1838" y="176"/>
                  <a:pt x="1838" y="176"/>
                </a:cubicBezTo>
                <a:cubicBezTo>
                  <a:pt x="1838" y="176"/>
                  <a:pt x="1838" y="176"/>
                  <a:pt x="1838" y="176"/>
                </a:cubicBezTo>
                <a:cubicBezTo>
                  <a:pt x="1838" y="179"/>
                  <a:pt x="1838" y="179"/>
                  <a:pt x="1838" y="179"/>
                </a:cubicBezTo>
                <a:cubicBezTo>
                  <a:pt x="1838" y="179"/>
                  <a:pt x="1838" y="179"/>
                  <a:pt x="1838" y="179"/>
                </a:cubicBezTo>
                <a:cubicBezTo>
                  <a:pt x="1838" y="182"/>
                  <a:pt x="1838" y="182"/>
                  <a:pt x="1838" y="182"/>
                </a:cubicBezTo>
                <a:cubicBezTo>
                  <a:pt x="1838" y="182"/>
                  <a:pt x="1838" y="182"/>
                  <a:pt x="1838" y="182"/>
                </a:cubicBezTo>
                <a:cubicBezTo>
                  <a:pt x="1840" y="185"/>
                  <a:pt x="1840" y="185"/>
                  <a:pt x="1840" y="185"/>
                </a:cubicBezTo>
                <a:cubicBezTo>
                  <a:pt x="1840" y="185"/>
                  <a:pt x="1840" y="185"/>
                  <a:pt x="1840" y="185"/>
                </a:cubicBezTo>
                <a:cubicBezTo>
                  <a:pt x="1840" y="187"/>
                  <a:pt x="1840" y="187"/>
                  <a:pt x="1840" y="187"/>
                </a:cubicBezTo>
                <a:cubicBezTo>
                  <a:pt x="1840" y="187"/>
                  <a:pt x="1840" y="187"/>
                  <a:pt x="1840" y="187"/>
                </a:cubicBezTo>
                <a:cubicBezTo>
                  <a:pt x="1841" y="189"/>
                  <a:pt x="1841" y="189"/>
                  <a:pt x="1841" y="189"/>
                </a:cubicBezTo>
                <a:cubicBezTo>
                  <a:pt x="1841" y="189"/>
                  <a:pt x="1841" y="189"/>
                  <a:pt x="1841" y="189"/>
                </a:cubicBezTo>
                <a:cubicBezTo>
                  <a:pt x="1841" y="192"/>
                  <a:pt x="1841" y="192"/>
                  <a:pt x="1841" y="192"/>
                </a:cubicBezTo>
                <a:cubicBezTo>
                  <a:pt x="1841" y="192"/>
                  <a:pt x="1841" y="192"/>
                  <a:pt x="1841" y="192"/>
                </a:cubicBezTo>
                <a:cubicBezTo>
                  <a:pt x="1842" y="194"/>
                  <a:pt x="1842" y="194"/>
                  <a:pt x="1842" y="194"/>
                </a:cubicBezTo>
                <a:lnTo>
                  <a:pt x="1844" y="194"/>
                </a:lnTo>
                <a:close/>
                <a:moveTo>
                  <a:pt x="1916" y="194"/>
                </a:moveTo>
                <a:cubicBezTo>
                  <a:pt x="1918" y="191"/>
                  <a:pt x="1918" y="191"/>
                  <a:pt x="1918" y="191"/>
                </a:cubicBezTo>
                <a:cubicBezTo>
                  <a:pt x="1918" y="191"/>
                  <a:pt x="1918" y="191"/>
                  <a:pt x="1918" y="191"/>
                </a:cubicBezTo>
                <a:cubicBezTo>
                  <a:pt x="1921" y="186"/>
                  <a:pt x="1921" y="186"/>
                  <a:pt x="1921" y="186"/>
                </a:cubicBezTo>
                <a:cubicBezTo>
                  <a:pt x="1921" y="186"/>
                  <a:pt x="1921" y="186"/>
                  <a:pt x="1921" y="186"/>
                </a:cubicBezTo>
                <a:cubicBezTo>
                  <a:pt x="1923" y="183"/>
                  <a:pt x="1923" y="183"/>
                  <a:pt x="1923" y="183"/>
                </a:cubicBezTo>
                <a:cubicBezTo>
                  <a:pt x="1923" y="183"/>
                  <a:pt x="1923" y="183"/>
                  <a:pt x="1923" y="183"/>
                </a:cubicBezTo>
                <a:cubicBezTo>
                  <a:pt x="1924" y="177"/>
                  <a:pt x="1924" y="177"/>
                  <a:pt x="1924" y="177"/>
                </a:cubicBezTo>
                <a:cubicBezTo>
                  <a:pt x="1924" y="177"/>
                  <a:pt x="1924" y="177"/>
                  <a:pt x="1924" y="177"/>
                </a:cubicBezTo>
                <a:cubicBezTo>
                  <a:pt x="1924" y="173"/>
                  <a:pt x="1924" y="173"/>
                  <a:pt x="1924" y="173"/>
                </a:cubicBezTo>
                <a:cubicBezTo>
                  <a:pt x="1924" y="173"/>
                  <a:pt x="1924" y="173"/>
                  <a:pt x="1924" y="173"/>
                </a:cubicBezTo>
                <a:cubicBezTo>
                  <a:pt x="1924" y="169"/>
                  <a:pt x="1924" y="169"/>
                  <a:pt x="1924" y="169"/>
                </a:cubicBezTo>
                <a:cubicBezTo>
                  <a:pt x="1924" y="169"/>
                  <a:pt x="1924" y="169"/>
                  <a:pt x="1924" y="169"/>
                </a:cubicBezTo>
                <a:cubicBezTo>
                  <a:pt x="1921" y="165"/>
                  <a:pt x="1921" y="165"/>
                  <a:pt x="1921" y="165"/>
                </a:cubicBezTo>
                <a:cubicBezTo>
                  <a:pt x="1921" y="165"/>
                  <a:pt x="1921" y="165"/>
                  <a:pt x="1921" y="165"/>
                </a:cubicBezTo>
                <a:cubicBezTo>
                  <a:pt x="1920" y="160"/>
                  <a:pt x="1920" y="160"/>
                  <a:pt x="1920" y="160"/>
                </a:cubicBezTo>
                <a:cubicBezTo>
                  <a:pt x="1920" y="160"/>
                  <a:pt x="1920" y="160"/>
                  <a:pt x="1920" y="160"/>
                </a:cubicBezTo>
                <a:cubicBezTo>
                  <a:pt x="1914" y="158"/>
                  <a:pt x="1914" y="158"/>
                  <a:pt x="1914" y="158"/>
                </a:cubicBezTo>
                <a:cubicBezTo>
                  <a:pt x="1914" y="158"/>
                  <a:pt x="1914" y="158"/>
                  <a:pt x="1914" y="158"/>
                </a:cubicBezTo>
                <a:cubicBezTo>
                  <a:pt x="1908" y="159"/>
                  <a:pt x="1908" y="159"/>
                  <a:pt x="1908" y="159"/>
                </a:cubicBezTo>
                <a:cubicBezTo>
                  <a:pt x="1908" y="159"/>
                  <a:pt x="1908" y="159"/>
                  <a:pt x="1908" y="159"/>
                </a:cubicBezTo>
                <a:cubicBezTo>
                  <a:pt x="1907" y="163"/>
                  <a:pt x="1907" y="163"/>
                  <a:pt x="1907" y="163"/>
                </a:cubicBezTo>
                <a:cubicBezTo>
                  <a:pt x="1907" y="163"/>
                  <a:pt x="1907" y="163"/>
                  <a:pt x="1907" y="163"/>
                </a:cubicBezTo>
                <a:cubicBezTo>
                  <a:pt x="1907" y="166"/>
                  <a:pt x="1907" y="166"/>
                  <a:pt x="1907" y="166"/>
                </a:cubicBezTo>
                <a:cubicBezTo>
                  <a:pt x="1907" y="166"/>
                  <a:pt x="1907" y="166"/>
                  <a:pt x="1907" y="166"/>
                </a:cubicBezTo>
                <a:cubicBezTo>
                  <a:pt x="1907" y="169"/>
                  <a:pt x="1907" y="169"/>
                  <a:pt x="1907" y="169"/>
                </a:cubicBezTo>
                <a:cubicBezTo>
                  <a:pt x="1907" y="169"/>
                  <a:pt x="1907" y="169"/>
                  <a:pt x="1907" y="169"/>
                </a:cubicBezTo>
                <a:cubicBezTo>
                  <a:pt x="1908" y="171"/>
                  <a:pt x="1908" y="171"/>
                  <a:pt x="1908" y="171"/>
                </a:cubicBezTo>
                <a:cubicBezTo>
                  <a:pt x="1908" y="171"/>
                  <a:pt x="1908" y="171"/>
                  <a:pt x="1908" y="171"/>
                </a:cubicBezTo>
                <a:cubicBezTo>
                  <a:pt x="1907" y="174"/>
                  <a:pt x="1907" y="174"/>
                  <a:pt x="1907" y="174"/>
                </a:cubicBezTo>
                <a:cubicBezTo>
                  <a:pt x="1907" y="174"/>
                  <a:pt x="1907" y="174"/>
                  <a:pt x="1907" y="174"/>
                </a:cubicBezTo>
                <a:cubicBezTo>
                  <a:pt x="1907" y="177"/>
                  <a:pt x="1907" y="177"/>
                  <a:pt x="1907" y="177"/>
                </a:cubicBezTo>
                <a:cubicBezTo>
                  <a:pt x="1907" y="177"/>
                  <a:pt x="1907" y="177"/>
                  <a:pt x="1907" y="177"/>
                </a:cubicBezTo>
                <a:cubicBezTo>
                  <a:pt x="1906" y="180"/>
                  <a:pt x="1906" y="180"/>
                  <a:pt x="1906" y="180"/>
                </a:cubicBezTo>
                <a:cubicBezTo>
                  <a:pt x="1906" y="180"/>
                  <a:pt x="1906" y="180"/>
                  <a:pt x="1906" y="180"/>
                </a:cubicBezTo>
                <a:cubicBezTo>
                  <a:pt x="1905" y="183"/>
                  <a:pt x="1905" y="183"/>
                  <a:pt x="1905" y="183"/>
                </a:cubicBezTo>
                <a:cubicBezTo>
                  <a:pt x="1905" y="183"/>
                  <a:pt x="1905" y="183"/>
                  <a:pt x="1905" y="183"/>
                </a:cubicBezTo>
                <a:cubicBezTo>
                  <a:pt x="1905" y="185"/>
                  <a:pt x="1905" y="185"/>
                  <a:pt x="1905" y="185"/>
                </a:cubicBezTo>
                <a:cubicBezTo>
                  <a:pt x="1905" y="185"/>
                  <a:pt x="1905" y="185"/>
                  <a:pt x="1905" y="185"/>
                </a:cubicBezTo>
                <a:cubicBezTo>
                  <a:pt x="1906" y="187"/>
                  <a:pt x="1906" y="187"/>
                  <a:pt x="1906" y="187"/>
                </a:cubicBezTo>
                <a:cubicBezTo>
                  <a:pt x="1906" y="187"/>
                  <a:pt x="1906" y="187"/>
                  <a:pt x="1906" y="187"/>
                </a:cubicBezTo>
                <a:cubicBezTo>
                  <a:pt x="1907" y="189"/>
                  <a:pt x="1907" y="189"/>
                  <a:pt x="1907" y="189"/>
                </a:cubicBezTo>
                <a:cubicBezTo>
                  <a:pt x="1907" y="189"/>
                  <a:pt x="1907" y="189"/>
                  <a:pt x="1907" y="189"/>
                </a:cubicBezTo>
                <a:cubicBezTo>
                  <a:pt x="1908" y="190"/>
                  <a:pt x="1908" y="190"/>
                  <a:pt x="1908" y="190"/>
                </a:cubicBezTo>
                <a:cubicBezTo>
                  <a:pt x="1908" y="190"/>
                  <a:pt x="1908" y="190"/>
                  <a:pt x="1908" y="190"/>
                </a:cubicBezTo>
                <a:cubicBezTo>
                  <a:pt x="1909" y="192"/>
                  <a:pt x="1909" y="192"/>
                  <a:pt x="1909" y="192"/>
                </a:cubicBezTo>
                <a:cubicBezTo>
                  <a:pt x="1909" y="192"/>
                  <a:pt x="1909" y="192"/>
                  <a:pt x="1909" y="192"/>
                </a:cubicBezTo>
                <a:cubicBezTo>
                  <a:pt x="1910" y="193"/>
                  <a:pt x="1910" y="193"/>
                  <a:pt x="1910" y="193"/>
                </a:cubicBezTo>
                <a:cubicBezTo>
                  <a:pt x="1910" y="193"/>
                  <a:pt x="1910" y="193"/>
                  <a:pt x="1910" y="193"/>
                </a:cubicBezTo>
                <a:cubicBezTo>
                  <a:pt x="1911" y="194"/>
                  <a:pt x="1911" y="194"/>
                  <a:pt x="1911" y="194"/>
                </a:cubicBezTo>
                <a:cubicBezTo>
                  <a:pt x="1911" y="194"/>
                  <a:pt x="1911" y="194"/>
                  <a:pt x="1911" y="194"/>
                </a:cubicBezTo>
                <a:cubicBezTo>
                  <a:pt x="1914" y="194"/>
                  <a:pt x="1914" y="194"/>
                  <a:pt x="1914" y="194"/>
                </a:cubicBezTo>
                <a:lnTo>
                  <a:pt x="1916" y="194"/>
                </a:lnTo>
                <a:close/>
                <a:moveTo>
                  <a:pt x="1879" y="168"/>
                </a:moveTo>
                <a:cubicBezTo>
                  <a:pt x="1881" y="168"/>
                  <a:pt x="1881" y="168"/>
                  <a:pt x="1881" y="168"/>
                </a:cubicBezTo>
                <a:cubicBezTo>
                  <a:pt x="1881" y="168"/>
                  <a:pt x="1881" y="168"/>
                  <a:pt x="1881" y="168"/>
                </a:cubicBezTo>
                <a:cubicBezTo>
                  <a:pt x="1882" y="168"/>
                  <a:pt x="1882" y="168"/>
                  <a:pt x="1882" y="168"/>
                </a:cubicBezTo>
                <a:cubicBezTo>
                  <a:pt x="1882" y="168"/>
                  <a:pt x="1882" y="168"/>
                  <a:pt x="1882" y="168"/>
                </a:cubicBezTo>
                <a:cubicBezTo>
                  <a:pt x="1883" y="167"/>
                  <a:pt x="1883" y="167"/>
                  <a:pt x="1883" y="167"/>
                </a:cubicBezTo>
                <a:cubicBezTo>
                  <a:pt x="1883" y="167"/>
                  <a:pt x="1883" y="167"/>
                  <a:pt x="1883" y="167"/>
                </a:cubicBezTo>
                <a:cubicBezTo>
                  <a:pt x="1885" y="165"/>
                  <a:pt x="1885" y="165"/>
                  <a:pt x="1885" y="165"/>
                </a:cubicBezTo>
                <a:cubicBezTo>
                  <a:pt x="1885" y="165"/>
                  <a:pt x="1885" y="165"/>
                  <a:pt x="1885" y="165"/>
                </a:cubicBezTo>
                <a:cubicBezTo>
                  <a:pt x="1886" y="165"/>
                  <a:pt x="1886" y="165"/>
                  <a:pt x="1886" y="165"/>
                </a:cubicBezTo>
                <a:cubicBezTo>
                  <a:pt x="1886" y="165"/>
                  <a:pt x="1886" y="165"/>
                  <a:pt x="1886" y="165"/>
                </a:cubicBezTo>
                <a:cubicBezTo>
                  <a:pt x="1887" y="164"/>
                  <a:pt x="1887" y="164"/>
                  <a:pt x="1887" y="164"/>
                </a:cubicBezTo>
                <a:cubicBezTo>
                  <a:pt x="1887" y="164"/>
                  <a:pt x="1887" y="164"/>
                  <a:pt x="1887" y="164"/>
                </a:cubicBezTo>
                <a:cubicBezTo>
                  <a:pt x="1888" y="163"/>
                  <a:pt x="1888" y="163"/>
                  <a:pt x="1888" y="163"/>
                </a:cubicBezTo>
                <a:cubicBezTo>
                  <a:pt x="1888" y="163"/>
                  <a:pt x="1888" y="163"/>
                  <a:pt x="1888" y="163"/>
                </a:cubicBezTo>
                <a:cubicBezTo>
                  <a:pt x="1891" y="162"/>
                  <a:pt x="1891" y="162"/>
                  <a:pt x="1891" y="162"/>
                </a:cubicBezTo>
                <a:cubicBezTo>
                  <a:pt x="1891" y="162"/>
                  <a:pt x="1891" y="162"/>
                  <a:pt x="1891" y="162"/>
                </a:cubicBezTo>
                <a:cubicBezTo>
                  <a:pt x="1890" y="159"/>
                  <a:pt x="1890" y="159"/>
                  <a:pt x="1890" y="159"/>
                </a:cubicBezTo>
                <a:cubicBezTo>
                  <a:pt x="1890" y="159"/>
                  <a:pt x="1890" y="159"/>
                  <a:pt x="1890" y="159"/>
                </a:cubicBezTo>
                <a:cubicBezTo>
                  <a:pt x="1890" y="157"/>
                  <a:pt x="1890" y="157"/>
                  <a:pt x="1890" y="157"/>
                </a:cubicBezTo>
                <a:cubicBezTo>
                  <a:pt x="1890" y="157"/>
                  <a:pt x="1890" y="157"/>
                  <a:pt x="1890" y="157"/>
                </a:cubicBezTo>
                <a:cubicBezTo>
                  <a:pt x="1888" y="154"/>
                  <a:pt x="1888" y="154"/>
                  <a:pt x="1888" y="154"/>
                </a:cubicBezTo>
                <a:cubicBezTo>
                  <a:pt x="1888" y="154"/>
                  <a:pt x="1888" y="154"/>
                  <a:pt x="1888" y="154"/>
                </a:cubicBezTo>
                <a:cubicBezTo>
                  <a:pt x="1886" y="150"/>
                  <a:pt x="1886" y="150"/>
                  <a:pt x="1886" y="150"/>
                </a:cubicBezTo>
                <a:cubicBezTo>
                  <a:pt x="1886" y="150"/>
                  <a:pt x="1886" y="150"/>
                  <a:pt x="1886" y="150"/>
                </a:cubicBezTo>
                <a:cubicBezTo>
                  <a:pt x="1882" y="148"/>
                  <a:pt x="1882" y="148"/>
                  <a:pt x="1882" y="148"/>
                </a:cubicBezTo>
                <a:cubicBezTo>
                  <a:pt x="1882" y="148"/>
                  <a:pt x="1882" y="148"/>
                  <a:pt x="1882" y="148"/>
                </a:cubicBezTo>
                <a:cubicBezTo>
                  <a:pt x="1878" y="145"/>
                  <a:pt x="1878" y="145"/>
                  <a:pt x="1878" y="145"/>
                </a:cubicBezTo>
                <a:cubicBezTo>
                  <a:pt x="1878" y="145"/>
                  <a:pt x="1878" y="145"/>
                  <a:pt x="1878" y="145"/>
                </a:cubicBezTo>
                <a:cubicBezTo>
                  <a:pt x="1875" y="144"/>
                  <a:pt x="1875" y="144"/>
                  <a:pt x="1875" y="144"/>
                </a:cubicBezTo>
                <a:cubicBezTo>
                  <a:pt x="1875" y="144"/>
                  <a:pt x="1875" y="144"/>
                  <a:pt x="1875" y="144"/>
                </a:cubicBezTo>
                <a:cubicBezTo>
                  <a:pt x="1872" y="143"/>
                  <a:pt x="1872" y="143"/>
                  <a:pt x="1872" y="143"/>
                </a:cubicBezTo>
                <a:cubicBezTo>
                  <a:pt x="1872" y="143"/>
                  <a:pt x="1872" y="143"/>
                  <a:pt x="1872" y="143"/>
                </a:cubicBezTo>
                <a:cubicBezTo>
                  <a:pt x="1870" y="145"/>
                  <a:pt x="1870" y="145"/>
                  <a:pt x="1870" y="145"/>
                </a:cubicBezTo>
                <a:cubicBezTo>
                  <a:pt x="1870" y="145"/>
                  <a:pt x="1870" y="145"/>
                  <a:pt x="1870" y="145"/>
                </a:cubicBezTo>
                <a:cubicBezTo>
                  <a:pt x="1869" y="147"/>
                  <a:pt x="1869" y="147"/>
                  <a:pt x="1869" y="147"/>
                </a:cubicBezTo>
                <a:cubicBezTo>
                  <a:pt x="1869" y="147"/>
                  <a:pt x="1869" y="147"/>
                  <a:pt x="1869" y="147"/>
                </a:cubicBezTo>
                <a:cubicBezTo>
                  <a:pt x="1867" y="149"/>
                  <a:pt x="1867" y="149"/>
                  <a:pt x="1867" y="149"/>
                </a:cubicBezTo>
                <a:cubicBezTo>
                  <a:pt x="1867" y="149"/>
                  <a:pt x="1867" y="149"/>
                  <a:pt x="1867" y="149"/>
                </a:cubicBezTo>
                <a:cubicBezTo>
                  <a:pt x="1866" y="150"/>
                  <a:pt x="1866" y="150"/>
                  <a:pt x="1866" y="150"/>
                </a:cubicBezTo>
                <a:cubicBezTo>
                  <a:pt x="1866" y="150"/>
                  <a:pt x="1866" y="150"/>
                  <a:pt x="1866" y="150"/>
                </a:cubicBezTo>
                <a:cubicBezTo>
                  <a:pt x="1864" y="152"/>
                  <a:pt x="1864" y="152"/>
                  <a:pt x="1864" y="152"/>
                </a:cubicBezTo>
                <a:cubicBezTo>
                  <a:pt x="1864" y="152"/>
                  <a:pt x="1864" y="152"/>
                  <a:pt x="1864" y="152"/>
                </a:cubicBezTo>
                <a:cubicBezTo>
                  <a:pt x="1863" y="153"/>
                  <a:pt x="1863" y="153"/>
                  <a:pt x="1863" y="153"/>
                </a:cubicBezTo>
                <a:cubicBezTo>
                  <a:pt x="1863" y="153"/>
                  <a:pt x="1863" y="153"/>
                  <a:pt x="1863" y="153"/>
                </a:cubicBezTo>
                <a:cubicBezTo>
                  <a:pt x="1860" y="155"/>
                  <a:pt x="1860" y="155"/>
                  <a:pt x="1860" y="155"/>
                </a:cubicBezTo>
                <a:cubicBezTo>
                  <a:pt x="1860" y="155"/>
                  <a:pt x="1860" y="155"/>
                  <a:pt x="1860" y="155"/>
                </a:cubicBezTo>
                <a:cubicBezTo>
                  <a:pt x="1859" y="155"/>
                  <a:pt x="1859" y="155"/>
                  <a:pt x="1859" y="155"/>
                </a:cubicBezTo>
                <a:cubicBezTo>
                  <a:pt x="1859" y="155"/>
                  <a:pt x="1859" y="155"/>
                  <a:pt x="1859" y="155"/>
                </a:cubicBezTo>
                <a:cubicBezTo>
                  <a:pt x="1859" y="159"/>
                  <a:pt x="1859" y="159"/>
                  <a:pt x="1859" y="159"/>
                </a:cubicBezTo>
                <a:cubicBezTo>
                  <a:pt x="1859" y="159"/>
                  <a:pt x="1859" y="159"/>
                  <a:pt x="1859" y="159"/>
                </a:cubicBezTo>
                <a:cubicBezTo>
                  <a:pt x="1860" y="162"/>
                  <a:pt x="1860" y="162"/>
                  <a:pt x="1860" y="162"/>
                </a:cubicBezTo>
                <a:cubicBezTo>
                  <a:pt x="1860" y="162"/>
                  <a:pt x="1860" y="162"/>
                  <a:pt x="1860" y="162"/>
                </a:cubicBezTo>
                <a:cubicBezTo>
                  <a:pt x="1863" y="163"/>
                  <a:pt x="1863" y="163"/>
                  <a:pt x="1863" y="163"/>
                </a:cubicBezTo>
                <a:cubicBezTo>
                  <a:pt x="1863" y="163"/>
                  <a:pt x="1863" y="163"/>
                  <a:pt x="1863" y="163"/>
                </a:cubicBezTo>
                <a:cubicBezTo>
                  <a:pt x="1865" y="164"/>
                  <a:pt x="1865" y="164"/>
                  <a:pt x="1865" y="164"/>
                </a:cubicBezTo>
                <a:cubicBezTo>
                  <a:pt x="1865" y="164"/>
                  <a:pt x="1865" y="164"/>
                  <a:pt x="1865" y="164"/>
                </a:cubicBezTo>
                <a:cubicBezTo>
                  <a:pt x="1868" y="165"/>
                  <a:pt x="1868" y="165"/>
                  <a:pt x="1868" y="165"/>
                </a:cubicBezTo>
                <a:cubicBezTo>
                  <a:pt x="1868" y="165"/>
                  <a:pt x="1868" y="165"/>
                  <a:pt x="1868" y="165"/>
                </a:cubicBezTo>
                <a:cubicBezTo>
                  <a:pt x="1870" y="166"/>
                  <a:pt x="1870" y="166"/>
                  <a:pt x="1870" y="166"/>
                </a:cubicBezTo>
                <a:cubicBezTo>
                  <a:pt x="1870" y="166"/>
                  <a:pt x="1870" y="166"/>
                  <a:pt x="1870" y="166"/>
                </a:cubicBezTo>
                <a:cubicBezTo>
                  <a:pt x="1872" y="167"/>
                  <a:pt x="1872" y="167"/>
                  <a:pt x="1872" y="167"/>
                </a:cubicBezTo>
                <a:cubicBezTo>
                  <a:pt x="1872" y="167"/>
                  <a:pt x="1872" y="167"/>
                  <a:pt x="1872" y="167"/>
                </a:cubicBezTo>
                <a:cubicBezTo>
                  <a:pt x="1874" y="168"/>
                  <a:pt x="1874" y="168"/>
                  <a:pt x="1874" y="168"/>
                </a:cubicBezTo>
                <a:cubicBezTo>
                  <a:pt x="1874" y="168"/>
                  <a:pt x="1874" y="168"/>
                  <a:pt x="1874" y="168"/>
                </a:cubicBezTo>
                <a:cubicBezTo>
                  <a:pt x="1877" y="168"/>
                  <a:pt x="1877" y="168"/>
                  <a:pt x="1877" y="168"/>
                </a:cubicBezTo>
                <a:lnTo>
                  <a:pt x="1879" y="168"/>
                </a:lnTo>
                <a:close/>
                <a:moveTo>
                  <a:pt x="583" y="131"/>
                </a:moveTo>
                <a:cubicBezTo>
                  <a:pt x="583" y="130"/>
                  <a:pt x="583" y="130"/>
                  <a:pt x="583" y="130"/>
                </a:cubicBezTo>
                <a:cubicBezTo>
                  <a:pt x="583" y="130"/>
                  <a:pt x="583" y="130"/>
                  <a:pt x="583" y="130"/>
                </a:cubicBezTo>
                <a:cubicBezTo>
                  <a:pt x="583" y="128"/>
                  <a:pt x="583" y="128"/>
                  <a:pt x="583" y="128"/>
                </a:cubicBezTo>
                <a:cubicBezTo>
                  <a:pt x="583" y="128"/>
                  <a:pt x="583" y="128"/>
                  <a:pt x="583" y="128"/>
                </a:cubicBezTo>
                <a:cubicBezTo>
                  <a:pt x="583" y="128"/>
                  <a:pt x="583" y="128"/>
                  <a:pt x="583" y="128"/>
                </a:cubicBezTo>
                <a:cubicBezTo>
                  <a:pt x="583" y="128"/>
                  <a:pt x="583" y="128"/>
                  <a:pt x="583" y="128"/>
                </a:cubicBezTo>
                <a:cubicBezTo>
                  <a:pt x="583" y="126"/>
                  <a:pt x="583" y="126"/>
                  <a:pt x="583" y="126"/>
                </a:cubicBezTo>
                <a:cubicBezTo>
                  <a:pt x="583" y="126"/>
                  <a:pt x="583" y="126"/>
                  <a:pt x="583" y="126"/>
                </a:cubicBezTo>
                <a:cubicBezTo>
                  <a:pt x="583" y="125"/>
                  <a:pt x="583" y="125"/>
                  <a:pt x="583" y="125"/>
                </a:cubicBezTo>
                <a:cubicBezTo>
                  <a:pt x="583" y="125"/>
                  <a:pt x="583" y="125"/>
                  <a:pt x="583" y="125"/>
                </a:cubicBezTo>
                <a:cubicBezTo>
                  <a:pt x="583" y="123"/>
                  <a:pt x="583" y="123"/>
                  <a:pt x="583" y="123"/>
                </a:cubicBezTo>
                <a:cubicBezTo>
                  <a:pt x="583" y="123"/>
                  <a:pt x="583" y="123"/>
                  <a:pt x="583" y="123"/>
                </a:cubicBezTo>
                <a:cubicBezTo>
                  <a:pt x="583" y="122"/>
                  <a:pt x="583" y="122"/>
                  <a:pt x="583" y="122"/>
                </a:cubicBezTo>
                <a:cubicBezTo>
                  <a:pt x="583" y="122"/>
                  <a:pt x="583" y="122"/>
                  <a:pt x="583" y="122"/>
                </a:cubicBezTo>
                <a:cubicBezTo>
                  <a:pt x="583" y="119"/>
                  <a:pt x="583" y="119"/>
                  <a:pt x="583" y="119"/>
                </a:cubicBezTo>
                <a:cubicBezTo>
                  <a:pt x="583" y="119"/>
                  <a:pt x="583" y="119"/>
                  <a:pt x="583" y="119"/>
                </a:cubicBezTo>
                <a:cubicBezTo>
                  <a:pt x="607" y="111"/>
                  <a:pt x="607" y="111"/>
                  <a:pt x="607" y="111"/>
                </a:cubicBezTo>
                <a:cubicBezTo>
                  <a:pt x="607" y="111"/>
                  <a:pt x="607" y="111"/>
                  <a:pt x="607" y="111"/>
                </a:cubicBezTo>
                <a:cubicBezTo>
                  <a:pt x="604" y="114"/>
                  <a:pt x="604" y="114"/>
                  <a:pt x="604" y="114"/>
                </a:cubicBezTo>
                <a:cubicBezTo>
                  <a:pt x="604" y="114"/>
                  <a:pt x="604" y="114"/>
                  <a:pt x="604" y="114"/>
                </a:cubicBezTo>
                <a:cubicBezTo>
                  <a:pt x="602" y="117"/>
                  <a:pt x="602" y="117"/>
                  <a:pt x="602" y="117"/>
                </a:cubicBezTo>
                <a:cubicBezTo>
                  <a:pt x="602" y="117"/>
                  <a:pt x="602" y="117"/>
                  <a:pt x="602" y="117"/>
                </a:cubicBezTo>
                <a:cubicBezTo>
                  <a:pt x="599" y="120"/>
                  <a:pt x="599" y="120"/>
                  <a:pt x="599" y="120"/>
                </a:cubicBezTo>
                <a:cubicBezTo>
                  <a:pt x="599" y="120"/>
                  <a:pt x="599" y="120"/>
                  <a:pt x="599" y="120"/>
                </a:cubicBezTo>
                <a:cubicBezTo>
                  <a:pt x="597" y="123"/>
                  <a:pt x="597" y="123"/>
                  <a:pt x="597" y="123"/>
                </a:cubicBezTo>
                <a:cubicBezTo>
                  <a:pt x="597" y="123"/>
                  <a:pt x="597" y="123"/>
                  <a:pt x="597" y="123"/>
                </a:cubicBezTo>
                <a:cubicBezTo>
                  <a:pt x="593" y="126"/>
                  <a:pt x="593" y="126"/>
                  <a:pt x="593" y="126"/>
                </a:cubicBezTo>
                <a:cubicBezTo>
                  <a:pt x="593" y="126"/>
                  <a:pt x="593" y="126"/>
                  <a:pt x="593" y="126"/>
                </a:cubicBezTo>
                <a:cubicBezTo>
                  <a:pt x="591" y="128"/>
                  <a:pt x="591" y="128"/>
                  <a:pt x="591" y="128"/>
                </a:cubicBezTo>
                <a:cubicBezTo>
                  <a:pt x="591" y="128"/>
                  <a:pt x="591" y="128"/>
                  <a:pt x="591" y="128"/>
                </a:cubicBezTo>
                <a:cubicBezTo>
                  <a:pt x="587" y="130"/>
                  <a:pt x="587" y="130"/>
                  <a:pt x="587" y="130"/>
                </a:cubicBezTo>
                <a:cubicBezTo>
                  <a:pt x="587" y="130"/>
                  <a:pt x="587" y="130"/>
                  <a:pt x="587" y="130"/>
                </a:cubicBezTo>
                <a:cubicBezTo>
                  <a:pt x="584" y="131"/>
                  <a:pt x="584" y="131"/>
                  <a:pt x="584" y="131"/>
                </a:cubicBezTo>
                <a:lnTo>
                  <a:pt x="583" y="131"/>
                </a:lnTo>
                <a:close/>
                <a:moveTo>
                  <a:pt x="1853" y="121"/>
                </a:moveTo>
                <a:cubicBezTo>
                  <a:pt x="1854" y="121"/>
                  <a:pt x="1854" y="121"/>
                  <a:pt x="1854" y="121"/>
                </a:cubicBezTo>
                <a:lnTo>
                  <a:pt x="1853" y="121"/>
                </a:lnTo>
                <a:close/>
                <a:moveTo>
                  <a:pt x="196" y="69"/>
                </a:moveTo>
                <a:cubicBezTo>
                  <a:pt x="202" y="68"/>
                  <a:pt x="202" y="68"/>
                  <a:pt x="202" y="68"/>
                </a:cubicBezTo>
                <a:cubicBezTo>
                  <a:pt x="202" y="68"/>
                  <a:pt x="202" y="68"/>
                  <a:pt x="202" y="68"/>
                </a:cubicBezTo>
                <a:cubicBezTo>
                  <a:pt x="211" y="67"/>
                  <a:pt x="211" y="67"/>
                  <a:pt x="211" y="67"/>
                </a:cubicBezTo>
                <a:cubicBezTo>
                  <a:pt x="211" y="67"/>
                  <a:pt x="211" y="67"/>
                  <a:pt x="211" y="67"/>
                </a:cubicBezTo>
                <a:cubicBezTo>
                  <a:pt x="219" y="67"/>
                  <a:pt x="219" y="67"/>
                  <a:pt x="219" y="67"/>
                </a:cubicBezTo>
                <a:cubicBezTo>
                  <a:pt x="219" y="67"/>
                  <a:pt x="219" y="67"/>
                  <a:pt x="219" y="67"/>
                </a:cubicBezTo>
                <a:cubicBezTo>
                  <a:pt x="228" y="67"/>
                  <a:pt x="228" y="67"/>
                  <a:pt x="228" y="67"/>
                </a:cubicBezTo>
                <a:cubicBezTo>
                  <a:pt x="228" y="67"/>
                  <a:pt x="228" y="67"/>
                  <a:pt x="228" y="67"/>
                </a:cubicBezTo>
                <a:cubicBezTo>
                  <a:pt x="234" y="67"/>
                  <a:pt x="234" y="67"/>
                  <a:pt x="234" y="67"/>
                </a:cubicBezTo>
                <a:cubicBezTo>
                  <a:pt x="234" y="67"/>
                  <a:pt x="234" y="67"/>
                  <a:pt x="234" y="67"/>
                </a:cubicBezTo>
                <a:cubicBezTo>
                  <a:pt x="241" y="66"/>
                  <a:pt x="241" y="66"/>
                  <a:pt x="241" y="66"/>
                </a:cubicBezTo>
                <a:cubicBezTo>
                  <a:pt x="241" y="66"/>
                  <a:pt x="241" y="66"/>
                  <a:pt x="241" y="66"/>
                </a:cubicBezTo>
                <a:cubicBezTo>
                  <a:pt x="248" y="64"/>
                  <a:pt x="248" y="64"/>
                  <a:pt x="248" y="64"/>
                </a:cubicBezTo>
                <a:cubicBezTo>
                  <a:pt x="248" y="64"/>
                  <a:pt x="248" y="64"/>
                  <a:pt x="248" y="64"/>
                </a:cubicBezTo>
                <a:cubicBezTo>
                  <a:pt x="253" y="59"/>
                  <a:pt x="253" y="59"/>
                  <a:pt x="253" y="59"/>
                </a:cubicBezTo>
                <a:cubicBezTo>
                  <a:pt x="253" y="59"/>
                  <a:pt x="253" y="59"/>
                  <a:pt x="253" y="59"/>
                </a:cubicBezTo>
                <a:cubicBezTo>
                  <a:pt x="252" y="57"/>
                  <a:pt x="252" y="57"/>
                  <a:pt x="252" y="57"/>
                </a:cubicBezTo>
                <a:cubicBezTo>
                  <a:pt x="252" y="57"/>
                  <a:pt x="252" y="57"/>
                  <a:pt x="252" y="57"/>
                </a:cubicBezTo>
                <a:cubicBezTo>
                  <a:pt x="252" y="54"/>
                  <a:pt x="252" y="54"/>
                  <a:pt x="252" y="54"/>
                </a:cubicBezTo>
                <a:cubicBezTo>
                  <a:pt x="252" y="54"/>
                  <a:pt x="252" y="54"/>
                  <a:pt x="252" y="54"/>
                </a:cubicBezTo>
                <a:cubicBezTo>
                  <a:pt x="251" y="52"/>
                  <a:pt x="251" y="52"/>
                  <a:pt x="251" y="52"/>
                </a:cubicBezTo>
                <a:cubicBezTo>
                  <a:pt x="251" y="52"/>
                  <a:pt x="251" y="52"/>
                  <a:pt x="251" y="52"/>
                </a:cubicBezTo>
                <a:cubicBezTo>
                  <a:pt x="250" y="49"/>
                  <a:pt x="250" y="49"/>
                  <a:pt x="250" y="49"/>
                </a:cubicBezTo>
                <a:cubicBezTo>
                  <a:pt x="250" y="49"/>
                  <a:pt x="250" y="49"/>
                  <a:pt x="250" y="49"/>
                </a:cubicBezTo>
                <a:cubicBezTo>
                  <a:pt x="248" y="47"/>
                  <a:pt x="248" y="47"/>
                  <a:pt x="248" y="47"/>
                </a:cubicBezTo>
                <a:cubicBezTo>
                  <a:pt x="248" y="47"/>
                  <a:pt x="248" y="47"/>
                  <a:pt x="248" y="47"/>
                </a:cubicBezTo>
                <a:cubicBezTo>
                  <a:pt x="247" y="46"/>
                  <a:pt x="247" y="46"/>
                  <a:pt x="247" y="46"/>
                </a:cubicBezTo>
                <a:cubicBezTo>
                  <a:pt x="247" y="46"/>
                  <a:pt x="247" y="46"/>
                  <a:pt x="247" y="46"/>
                </a:cubicBezTo>
                <a:cubicBezTo>
                  <a:pt x="244" y="44"/>
                  <a:pt x="244" y="44"/>
                  <a:pt x="244" y="44"/>
                </a:cubicBezTo>
                <a:cubicBezTo>
                  <a:pt x="244" y="44"/>
                  <a:pt x="244" y="44"/>
                  <a:pt x="244" y="44"/>
                </a:cubicBezTo>
                <a:cubicBezTo>
                  <a:pt x="244" y="41"/>
                  <a:pt x="244" y="41"/>
                  <a:pt x="244" y="41"/>
                </a:cubicBezTo>
                <a:cubicBezTo>
                  <a:pt x="244" y="41"/>
                  <a:pt x="244" y="41"/>
                  <a:pt x="244" y="41"/>
                </a:cubicBezTo>
                <a:cubicBezTo>
                  <a:pt x="235" y="35"/>
                  <a:pt x="235" y="35"/>
                  <a:pt x="235" y="35"/>
                </a:cubicBezTo>
                <a:cubicBezTo>
                  <a:pt x="235" y="35"/>
                  <a:pt x="235" y="35"/>
                  <a:pt x="235" y="35"/>
                </a:cubicBezTo>
                <a:cubicBezTo>
                  <a:pt x="227" y="29"/>
                  <a:pt x="227" y="29"/>
                  <a:pt x="227" y="29"/>
                </a:cubicBezTo>
                <a:cubicBezTo>
                  <a:pt x="227" y="29"/>
                  <a:pt x="227" y="29"/>
                  <a:pt x="227" y="29"/>
                </a:cubicBezTo>
                <a:cubicBezTo>
                  <a:pt x="217" y="24"/>
                  <a:pt x="217" y="24"/>
                  <a:pt x="217" y="24"/>
                </a:cubicBezTo>
                <a:cubicBezTo>
                  <a:pt x="217" y="24"/>
                  <a:pt x="217" y="24"/>
                  <a:pt x="217" y="24"/>
                </a:cubicBezTo>
                <a:cubicBezTo>
                  <a:pt x="209" y="19"/>
                  <a:pt x="209" y="19"/>
                  <a:pt x="209" y="19"/>
                </a:cubicBezTo>
                <a:cubicBezTo>
                  <a:pt x="209" y="19"/>
                  <a:pt x="209" y="19"/>
                  <a:pt x="209" y="19"/>
                </a:cubicBezTo>
                <a:cubicBezTo>
                  <a:pt x="198" y="18"/>
                  <a:pt x="198" y="18"/>
                  <a:pt x="198" y="18"/>
                </a:cubicBezTo>
                <a:cubicBezTo>
                  <a:pt x="198" y="18"/>
                  <a:pt x="198" y="18"/>
                  <a:pt x="198" y="18"/>
                </a:cubicBezTo>
                <a:cubicBezTo>
                  <a:pt x="189" y="15"/>
                  <a:pt x="189" y="15"/>
                  <a:pt x="189" y="15"/>
                </a:cubicBezTo>
                <a:cubicBezTo>
                  <a:pt x="189" y="15"/>
                  <a:pt x="189" y="15"/>
                  <a:pt x="189" y="15"/>
                </a:cubicBezTo>
                <a:cubicBezTo>
                  <a:pt x="178" y="14"/>
                  <a:pt x="178" y="14"/>
                  <a:pt x="178" y="14"/>
                </a:cubicBezTo>
                <a:cubicBezTo>
                  <a:pt x="178" y="14"/>
                  <a:pt x="178" y="14"/>
                  <a:pt x="178" y="14"/>
                </a:cubicBezTo>
                <a:cubicBezTo>
                  <a:pt x="168" y="14"/>
                  <a:pt x="168" y="14"/>
                  <a:pt x="168" y="14"/>
                </a:cubicBezTo>
                <a:cubicBezTo>
                  <a:pt x="168" y="14"/>
                  <a:pt x="168" y="14"/>
                  <a:pt x="168" y="14"/>
                </a:cubicBezTo>
                <a:cubicBezTo>
                  <a:pt x="167" y="16"/>
                  <a:pt x="167" y="16"/>
                  <a:pt x="167" y="16"/>
                </a:cubicBezTo>
                <a:cubicBezTo>
                  <a:pt x="167" y="16"/>
                  <a:pt x="167" y="16"/>
                  <a:pt x="167" y="16"/>
                </a:cubicBezTo>
                <a:cubicBezTo>
                  <a:pt x="166" y="17"/>
                  <a:pt x="166" y="17"/>
                  <a:pt x="166" y="17"/>
                </a:cubicBezTo>
                <a:cubicBezTo>
                  <a:pt x="166" y="17"/>
                  <a:pt x="166" y="17"/>
                  <a:pt x="166" y="17"/>
                </a:cubicBezTo>
                <a:cubicBezTo>
                  <a:pt x="166" y="18"/>
                  <a:pt x="166" y="18"/>
                  <a:pt x="166" y="18"/>
                </a:cubicBezTo>
                <a:cubicBezTo>
                  <a:pt x="166" y="18"/>
                  <a:pt x="166" y="18"/>
                  <a:pt x="166" y="18"/>
                </a:cubicBezTo>
                <a:cubicBezTo>
                  <a:pt x="167" y="19"/>
                  <a:pt x="167" y="19"/>
                  <a:pt x="167" y="19"/>
                </a:cubicBezTo>
                <a:cubicBezTo>
                  <a:pt x="167" y="19"/>
                  <a:pt x="167" y="19"/>
                  <a:pt x="167" y="19"/>
                </a:cubicBezTo>
                <a:cubicBezTo>
                  <a:pt x="167" y="21"/>
                  <a:pt x="167" y="21"/>
                  <a:pt x="167" y="21"/>
                </a:cubicBezTo>
                <a:cubicBezTo>
                  <a:pt x="167" y="21"/>
                  <a:pt x="167" y="21"/>
                  <a:pt x="167" y="21"/>
                </a:cubicBezTo>
                <a:cubicBezTo>
                  <a:pt x="167" y="22"/>
                  <a:pt x="167" y="22"/>
                  <a:pt x="167" y="22"/>
                </a:cubicBezTo>
                <a:cubicBezTo>
                  <a:pt x="167" y="22"/>
                  <a:pt x="167" y="22"/>
                  <a:pt x="167" y="22"/>
                </a:cubicBezTo>
                <a:cubicBezTo>
                  <a:pt x="168" y="22"/>
                  <a:pt x="168" y="22"/>
                  <a:pt x="168" y="22"/>
                </a:cubicBezTo>
                <a:cubicBezTo>
                  <a:pt x="168" y="22"/>
                  <a:pt x="168" y="22"/>
                  <a:pt x="168" y="22"/>
                </a:cubicBezTo>
                <a:cubicBezTo>
                  <a:pt x="169" y="22"/>
                  <a:pt x="169" y="22"/>
                  <a:pt x="169" y="22"/>
                </a:cubicBezTo>
                <a:cubicBezTo>
                  <a:pt x="169" y="22"/>
                  <a:pt x="169" y="22"/>
                  <a:pt x="169" y="22"/>
                </a:cubicBezTo>
                <a:cubicBezTo>
                  <a:pt x="191" y="38"/>
                  <a:pt x="191" y="38"/>
                  <a:pt x="191" y="38"/>
                </a:cubicBezTo>
                <a:cubicBezTo>
                  <a:pt x="191" y="38"/>
                  <a:pt x="191" y="38"/>
                  <a:pt x="191" y="38"/>
                </a:cubicBezTo>
                <a:cubicBezTo>
                  <a:pt x="191" y="41"/>
                  <a:pt x="191" y="41"/>
                  <a:pt x="191" y="41"/>
                </a:cubicBezTo>
                <a:cubicBezTo>
                  <a:pt x="191" y="41"/>
                  <a:pt x="191" y="41"/>
                  <a:pt x="191" y="41"/>
                </a:cubicBezTo>
                <a:cubicBezTo>
                  <a:pt x="192" y="43"/>
                  <a:pt x="192" y="43"/>
                  <a:pt x="192" y="43"/>
                </a:cubicBezTo>
                <a:cubicBezTo>
                  <a:pt x="192" y="43"/>
                  <a:pt x="192" y="43"/>
                  <a:pt x="192" y="43"/>
                </a:cubicBezTo>
                <a:cubicBezTo>
                  <a:pt x="193" y="46"/>
                  <a:pt x="193" y="46"/>
                  <a:pt x="193" y="46"/>
                </a:cubicBezTo>
                <a:cubicBezTo>
                  <a:pt x="193" y="46"/>
                  <a:pt x="193" y="46"/>
                  <a:pt x="193" y="46"/>
                </a:cubicBezTo>
                <a:cubicBezTo>
                  <a:pt x="195" y="47"/>
                  <a:pt x="195" y="47"/>
                  <a:pt x="195" y="47"/>
                </a:cubicBezTo>
                <a:cubicBezTo>
                  <a:pt x="195" y="47"/>
                  <a:pt x="195" y="47"/>
                  <a:pt x="195" y="47"/>
                </a:cubicBezTo>
                <a:cubicBezTo>
                  <a:pt x="196" y="48"/>
                  <a:pt x="196" y="48"/>
                  <a:pt x="196" y="48"/>
                </a:cubicBezTo>
                <a:cubicBezTo>
                  <a:pt x="196" y="48"/>
                  <a:pt x="196" y="48"/>
                  <a:pt x="196" y="48"/>
                </a:cubicBezTo>
                <a:cubicBezTo>
                  <a:pt x="197" y="49"/>
                  <a:pt x="197" y="49"/>
                  <a:pt x="197" y="49"/>
                </a:cubicBezTo>
                <a:cubicBezTo>
                  <a:pt x="197" y="49"/>
                  <a:pt x="197" y="49"/>
                  <a:pt x="197" y="49"/>
                </a:cubicBezTo>
                <a:cubicBezTo>
                  <a:pt x="198" y="50"/>
                  <a:pt x="198" y="50"/>
                  <a:pt x="198" y="50"/>
                </a:cubicBezTo>
                <a:cubicBezTo>
                  <a:pt x="198" y="50"/>
                  <a:pt x="198" y="50"/>
                  <a:pt x="198" y="50"/>
                </a:cubicBezTo>
                <a:cubicBezTo>
                  <a:pt x="200" y="51"/>
                  <a:pt x="200" y="51"/>
                  <a:pt x="200" y="51"/>
                </a:cubicBezTo>
                <a:cubicBezTo>
                  <a:pt x="200" y="51"/>
                  <a:pt x="200" y="51"/>
                  <a:pt x="200" y="51"/>
                </a:cubicBezTo>
                <a:cubicBezTo>
                  <a:pt x="200" y="54"/>
                  <a:pt x="200" y="54"/>
                  <a:pt x="200" y="54"/>
                </a:cubicBezTo>
                <a:cubicBezTo>
                  <a:pt x="200" y="54"/>
                  <a:pt x="200" y="54"/>
                  <a:pt x="200" y="54"/>
                </a:cubicBezTo>
                <a:cubicBezTo>
                  <a:pt x="200" y="57"/>
                  <a:pt x="200" y="57"/>
                  <a:pt x="200" y="57"/>
                </a:cubicBezTo>
                <a:cubicBezTo>
                  <a:pt x="200" y="57"/>
                  <a:pt x="200" y="57"/>
                  <a:pt x="200" y="57"/>
                </a:cubicBezTo>
                <a:cubicBezTo>
                  <a:pt x="199" y="60"/>
                  <a:pt x="199" y="60"/>
                  <a:pt x="199" y="60"/>
                </a:cubicBezTo>
                <a:cubicBezTo>
                  <a:pt x="199" y="60"/>
                  <a:pt x="199" y="60"/>
                  <a:pt x="199" y="60"/>
                </a:cubicBezTo>
                <a:cubicBezTo>
                  <a:pt x="198" y="61"/>
                  <a:pt x="198" y="61"/>
                  <a:pt x="198" y="61"/>
                </a:cubicBezTo>
                <a:cubicBezTo>
                  <a:pt x="198" y="61"/>
                  <a:pt x="198" y="61"/>
                  <a:pt x="198" y="61"/>
                </a:cubicBezTo>
                <a:cubicBezTo>
                  <a:pt x="197" y="64"/>
                  <a:pt x="197" y="64"/>
                  <a:pt x="197" y="64"/>
                </a:cubicBezTo>
                <a:cubicBezTo>
                  <a:pt x="197" y="64"/>
                  <a:pt x="197" y="64"/>
                  <a:pt x="197" y="64"/>
                </a:cubicBezTo>
                <a:cubicBezTo>
                  <a:pt x="196" y="65"/>
                  <a:pt x="196" y="65"/>
                  <a:pt x="196" y="65"/>
                </a:cubicBezTo>
                <a:cubicBezTo>
                  <a:pt x="196" y="65"/>
                  <a:pt x="196" y="65"/>
                  <a:pt x="196" y="65"/>
                </a:cubicBezTo>
                <a:cubicBezTo>
                  <a:pt x="196" y="68"/>
                  <a:pt x="196" y="68"/>
                  <a:pt x="196" y="68"/>
                </a:cubicBezTo>
                <a:cubicBezTo>
                  <a:pt x="196" y="68"/>
                  <a:pt x="196" y="68"/>
                  <a:pt x="196" y="68"/>
                </a:cubicBezTo>
                <a:lnTo>
                  <a:pt x="196" y="69"/>
                </a:lnTo>
                <a:close/>
              </a:path>
            </a:pathLst>
          </a:custGeom>
          <a:solidFill>
            <a:srgbClr val="B60005"/>
          </a:solidFill>
          <a:ln>
            <a:noFill/>
          </a:ln>
        </p:spPr>
        <p:txBody>
          <a:bodyPr anchor="ctr"/>
          <a:lstStyle/>
          <a:p>
            <a:pPr algn="ctr">
              <a:buNone/>
            </a:pPr>
          </a:p>
        </p:txBody>
      </p:sp>
      <p:sp>
        <p:nvSpPr>
          <p:cNvPr id="9" name="íṧlíḓê"/>
          <p:cNvSpPr>
            <a:spLocks noGrp="1"/>
          </p:cNvSpPr>
          <p:nvPr/>
        </p:nvSpPr>
        <p:spPr>
          <a:xfrm>
            <a:off x="942512" y="669586"/>
            <a:ext cx="1191087" cy="33124"/>
          </a:xfrm>
          <a:custGeom>
            <a:avLst/>
            <a:gdLst>
              <a:gd name="T0" fmla="*/ 28 w 2078"/>
              <a:gd name="T1" fmla="*/ 9 h 58"/>
              <a:gd name="T2" fmla="*/ 38 w 2078"/>
              <a:gd name="T3" fmla="*/ 57 h 58"/>
              <a:gd name="T4" fmla="*/ 111 w 2078"/>
              <a:gd name="T5" fmla="*/ 2 h 58"/>
              <a:gd name="T6" fmla="*/ 87 w 2078"/>
              <a:gd name="T7" fmla="*/ 2 h 58"/>
              <a:gd name="T8" fmla="*/ 111 w 2078"/>
              <a:gd name="T9" fmla="*/ 2 h 58"/>
              <a:gd name="T10" fmla="*/ 176 w 2078"/>
              <a:gd name="T11" fmla="*/ 2 h 58"/>
              <a:gd name="T12" fmla="*/ 169 w 2078"/>
              <a:gd name="T13" fmla="*/ 12 h 58"/>
              <a:gd name="T14" fmla="*/ 253 w 2078"/>
              <a:gd name="T15" fmla="*/ 45 h 58"/>
              <a:gd name="T16" fmla="*/ 226 w 2078"/>
              <a:gd name="T17" fmla="*/ 11 h 58"/>
              <a:gd name="T18" fmla="*/ 324 w 2078"/>
              <a:gd name="T19" fmla="*/ 48 h 58"/>
              <a:gd name="T20" fmla="*/ 311 w 2078"/>
              <a:gd name="T21" fmla="*/ 0 h 58"/>
              <a:gd name="T22" fmla="*/ 314 w 2078"/>
              <a:gd name="T23" fmla="*/ 27 h 58"/>
              <a:gd name="T24" fmla="*/ 395 w 2078"/>
              <a:gd name="T25" fmla="*/ 48 h 58"/>
              <a:gd name="T26" fmla="*/ 396 w 2078"/>
              <a:gd name="T27" fmla="*/ 2 h 58"/>
              <a:gd name="T28" fmla="*/ 443 w 2078"/>
              <a:gd name="T29" fmla="*/ 30 h 58"/>
              <a:gd name="T30" fmla="*/ 470 w 2078"/>
              <a:gd name="T31" fmla="*/ 9 h 58"/>
              <a:gd name="T32" fmla="*/ 535 w 2078"/>
              <a:gd name="T33" fmla="*/ 2 h 58"/>
              <a:gd name="T34" fmla="*/ 550 w 2078"/>
              <a:gd name="T35" fmla="*/ 57 h 58"/>
              <a:gd name="T36" fmla="*/ 600 w 2078"/>
              <a:gd name="T37" fmla="*/ 30 h 58"/>
              <a:gd name="T38" fmla="*/ 614 w 2078"/>
              <a:gd name="T39" fmla="*/ 58 h 58"/>
              <a:gd name="T40" fmla="*/ 627 w 2078"/>
              <a:gd name="T41" fmla="*/ 37 h 58"/>
              <a:gd name="T42" fmla="*/ 692 w 2078"/>
              <a:gd name="T43" fmla="*/ 32 h 58"/>
              <a:gd name="T44" fmla="*/ 728 w 2078"/>
              <a:gd name="T45" fmla="*/ 2 h 58"/>
              <a:gd name="T46" fmla="*/ 790 w 2078"/>
              <a:gd name="T47" fmla="*/ 45 h 58"/>
              <a:gd name="T48" fmla="*/ 763 w 2078"/>
              <a:gd name="T49" fmla="*/ 11 h 58"/>
              <a:gd name="T50" fmla="*/ 836 w 2078"/>
              <a:gd name="T51" fmla="*/ 57 h 58"/>
              <a:gd name="T52" fmla="*/ 882 w 2078"/>
              <a:gd name="T53" fmla="*/ 45 h 58"/>
              <a:gd name="T54" fmla="*/ 964 w 2078"/>
              <a:gd name="T55" fmla="*/ 57 h 58"/>
              <a:gd name="T56" fmla="*/ 939 w 2078"/>
              <a:gd name="T57" fmla="*/ 24 h 58"/>
              <a:gd name="T58" fmla="*/ 998 w 2078"/>
              <a:gd name="T59" fmla="*/ 11 h 58"/>
              <a:gd name="T60" fmla="*/ 998 w 2078"/>
              <a:gd name="T61" fmla="*/ 35 h 58"/>
              <a:gd name="T62" fmla="*/ 1027 w 2078"/>
              <a:gd name="T63" fmla="*/ 42 h 58"/>
              <a:gd name="T64" fmla="*/ 987 w 2078"/>
              <a:gd name="T65" fmla="*/ 57 h 58"/>
              <a:gd name="T66" fmla="*/ 1068 w 2078"/>
              <a:gd name="T67" fmla="*/ 34 h 58"/>
              <a:gd name="T68" fmla="*/ 1070 w 2078"/>
              <a:gd name="T69" fmla="*/ 58 h 58"/>
              <a:gd name="T70" fmla="*/ 1080 w 2078"/>
              <a:gd name="T71" fmla="*/ 18 h 58"/>
              <a:gd name="T72" fmla="*/ 1127 w 2078"/>
              <a:gd name="T73" fmla="*/ 2 h 58"/>
              <a:gd name="T74" fmla="*/ 1190 w 2078"/>
              <a:gd name="T75" fmla="*/ 11 h 58"/>
              <a:gd name="T76" fmla="*/ 1236 w 2078"/>
              <a:gd name="T77" fmla="*/ 39 h 58"/>
              <a:gd name="T78" fmla="*/ 1224 w 2078"/>
              <a:gd name="T79" fmla="*/ 39 h 58"/>
              <a:gd name="T80" fmla="*/ 1315 w 2078"/>
              <a:gd name="T81" fmla="*/ 58 h 58"/>
              <a:gd name="T82" fmla="*/ 1375 w 2078"/>
              <a:gd name="T83" fmla="*/ 57 h 58"/>
              <a:gd name="T84" fmla="*/ 1399 w 2078"/>
              <a:gd name="T85" fmla="*/ 11 h 58"/>
              <a:gd name="T86" fmla="*/ 1448 w 2078"/>
              <a:gd name="T87" fmla="*/ 11 h 58"/>
              <a:gd name="T88" fmla="*/ 1431 w 2078"/>
              <a:gd name="T89" fmla="*/ 2 h 58"/>
              <a:gd name="T90" fmla="*/ 1507 w 2078"/>
              <a:gd name="T91" fmla="*/ 33 h 58"/>
              <a:gd name="T92" fmla="*/ 1531 w 2078"/>
              <a:gd name="T93" fmla="*/ 2 h 58"/>
              <a:gd name="T94" fmla="*/ 1576 w 2078"/>
              <a:gd name="T95" fmla="*/ 58 h 58"/>
              <a:gd name="T96" fmla="*/ 1586 w 2078"/>
              <a:gd name="T97" fmla="*/ 20 h 58"/>
              <a:gd name="T98" fmla="*/ 1664 w 2078"/>
              <a:gd name="T99" fmla="*/ 57 h 58"/>
              <a:gd name="T100" fmla="*/ 1620 w 2078"/>
              <a:gd name="T101" fmla="*/ 2 h 58"/>
              <a:gd name="T102" fmla="*/ 1726 w 2078"/>
              <a:gd name="T103" fmla="*/ 45 h 58"/>
              <a:gd name="T104" fmla="*/ 1698 w 2078"/>
              <a:gd name="T105" fmla="*/ 11 h 58"/>
              <a:gd name="T106" fmla="*/ 1784 w 2078"/>
              <a:gd name="T107" fmla="*/ 0 h 58"/>
              <a:gd name="T108" fmla="*/ 1771 w 2078"/>
              <a:gd name="T109" fmla="*/ 30 h 58"/>
              <a:gd name="T110" fmla="*/ 1833 w 2078"/>
              <a:gd name="T111" fmla="*/ 2 h 58"/>
              <a:gd name="T112" fmla="*/ 1886 w 2078"/>
              <a:gd name="T113" fmla="*/ 30 h 58"/>
              <a:gd name="T114" fmla="*/ 1913 w 2078"/>
              <a:gd name="T115" fmla="*/ 9 h 58"/>
              <a:gd name="T116" fmla="*/ 1986 w 2078"/>
              <a:gd name="T117" fmla="*/ 9 h 58"/>
              <a:gd name="T118" fmla="*/ 1997 w 2078"/>
              <a:gd name="T119" fmla="*/ 57 h 58"/>
              <a:gd name="T120" fmla="*/ 2048 w 2078"/>
              <a:gd name="T121" fmla="*/ 57 h 58"/>
              <a:gd name="T122" fmla="*/ 2043 w 2078"/>
              <a:gd name="T123" fmla="*/ 2 h 58"/>
            </a:gdLst>
            <a:ahLst/>
            <a:cxnLst/>
            <a:rect l="0" t="0" r="r" b="b"/>
            <a:pathLst>
              <a:path w="2078" h="58">
                <a:moveTo>
                  <a:pt x="38" y="37"/>
                </a:moveTo>
                <a:cubicBezTo>
                  <a:pt x="38" y="48"/>
                  <a:pt x="38" y="48"/>
                  <a:pt x="38" y="48"/>
                </a:cubicBezTo>
                <a:cubicBezTo>
                  <a:pt x="38" y="49"/>
                  <a:pt x="38" y="49"/>
                  <a:pt x="38" y="48"/>
                </a:cubicBezTo>
                <a:cubicBezTo>
                  <a:pt x="34" y="49"/>
                  <a:pt x="30" y="50"/>
                  <a:pt x="28" y="50"/>
                </a:cubicBezTo>
                <a:cubicBezTo>
                  <a:pt x="18" y="49"/>
                  <a:pt x="12" y="43"/>
                  <a:pt x="12" y="30"/>
                </a:cubicBezTo>
                <a:cubicBezTo>
                  <a:pt x="12" y="16"/>
                  <a:pt x="18" y="9"/>
                  <a:pt x="28" y="9"/>
                </a:cubicBezTo>
                <a:cubicBezTo>
                  <a:pt x="35" y="9"/>
                  <a:pt x="38" y="12"/>
                  <a:pt x="38" y="18"/>
                </a:cubicBezTo>
                <a:cubicBezTo>
                  <a:pt x="51" y="18"/>
                  <a:pt x="51" y="18"/>
                  <a:pt x="51" y="18"/>
                </a:cubicBezTo>
                <a:cubicBezTo>
                  <a:pt x="51" y="6"/>
                  <a:pt x="43" y="0"/>
                  <a:pt x="25" y="0"/>
                </a:cubicBezTo>
                <a:cubicBezTo>
                  <a:pt x="9" y="2"/>
                  <a:pt x="0" y="11"/>
                  <a:pt x="0" y="30"/>
                </a:cubicBezTo>
                <a:cubicBezTo>
                  <a:pt x="0" y="47"/>
                  <a:pt x="9" y="57"/>
                  <a:pt x="25" y="58"/>
                </a:cubicBezTo>
                <a:cubicBezTo>
                  <a:pt x="31" y="58"/>
                  <a:pt x="35" y="58"/>
                  <a:pt x="38" y="57"/>
                </a:cubicBezTo>
                <a:cubicBezTo>
                  <a:pt x="42" y="57"/>
                  <a:pt x="46" y="57"/>
                  <a:pt x="50" y="55"/>
                </a:cubicBezTo>
                <a:cubicBezTo>
                  <a:pt x="50" y="27"/>
                  <a:pt x="50" y="27"/>
                  <a:pt x="50" y="27"/>
                </a:cubicBezTo>
                <a:cubicBezTo>
                  <a:pt x="28" y="27"/>
                  <a:pt x="28" y="27"/>
                  <a:pt x="28" y="27"/>
                </a:cubicBezTo>
                <a:cubicBezTo>
                  <a:pt x="28" y="37"/>
                  <a:pt x="28" y="37"/>
                  <a:pt x="28" y="37"/>
                </a:cubicBezTo>
                <a:cubicBezTo>
                  <a:pt x="38" y="37"/>
                  <a:pt x="38" y="37"/>
                  <a:pt x="38" y="37"/>
                </a:cubicBezTo>
                <a:close/>
                <a:moveTo>
                  <a:pt x="111" y="2"/>
                </a:moveTo>
                <a:cubicBezTo>
                  <a:pt x="111" y="32"/>
                  <a:pt x="111" y="32"/>
                  <a:pt x="111" y="32"/>
                </a:cubicBezTo>
                <a:cubicBezTo>
                  <a:pt x="111" y="39"/>
                  <a:pt x="110" y="43"/>
                  <a:pt x="108" y="45"/>
                </a:cubicBezTo>
                <a:cubicBezTo>
                  <a:pt x="107" y="48"/>
                  <a:pt x="103" y="50"/>
                  <a:pt x="99" y="50"/>
                </a:cubicBezTo>
                <a:cubicBezTo>
                  <a:pt x="94" y="50"/>
                  <a:pt x="91" y="48"/>
                  <a:pt x="89" y="45"/>
                </a:cubicBezTo>
                <a:cubicBezTo>
                  <a:pt x="87" y="43"/>
                  <a:pt x="87" y="39"/>
                  <a:pt x="87" y="32"/>
                </a:cubicBezTo>
                <a:cubicBezTo>
                  <a:pt x="87" y="2"/>
                  <a:pt x="87" y="2"/>
                  <a:pt x="87" y="2"/>
                </a:cubicBezTo>
                <a:cubicBezTo>
                  <a:pt x="75" y="2"/>
                  <a:pt x="75" y="2"/>
                  <a:pt x="75" y="2"/>
                </a:cubicBezTo>
                <a:cubicBezTo>
                  <a:pt x="75" y="36"/>
                  <a:pt x="75" y="36"/>
                  <a:pt x="75" y="36"/>
                </a:cubicBezTo>
                <a:cubicBezTo>
                  <a:pt x="75" y="50"/>
                  <a:pt x="83" y="57"/>
                  <a:pt x="99" y="58"/>
                </a:cubicBezTo>
                <a:cubicBezTo>
                  <a:pt x="114" y="57"/>
                  <a:pt x="122" y="50"/>
                  <a:pt x="123" y="36"/>
                </a:cubicBezTo>
                <a:cubicBezTo>
                  <a:pt x="123" y="2"/>
                  <a:pt x="123" y="2"/>
                  <a:pt x="123" y="2"/>
                </a:cubicBezTo>
                <a:cubicBezTo>
                  <a:pt x="111" y="2"/>
                  <a:pt x="111" y="2"/>
                  <a:pt x="111" y="2"/>
                </a:cubicBezTo>
                <a:close/>
                <a:moveTo>
                  <a:pt x="154" y="57"/>
                </a:moveTo>
                <a:cubicBezTo>
                  <a:pt x="158" y="45"/>
                  <a:pt x="158" y="45"/>
                  <a:pt x="158" y="45"/>
                </a:cubicBezTo>
                <a:cubicBezTo>
                  <a:pt x="180" y="45"/>
                  <a:pt x="180" y="45"/>
                  <a:pt x="180" y="45"/>
                </a:cubicBezTo>
                <a:cubicBezTo>
                  <a:pt x="184" y="57"/>
                  <a:pt x="184" y="57"/>
                  <a:pt x="184" y="57"/>
                </a:cubicBezTo>
                <a:cubicBezTo>
                  <a:pt x="196" y="57"/>
                  <a:pt x="196" y="57"/>
                  <a:pt x="196" y="57"/>
                </a:cubicBezTo>
                <a:cubicBezTo>
                  <a:pt x="176" y="2"/>
                  <a:pt x="176" y="2"/>
                  <a:pt x="176" y="2"/>
                </a:cubicBezTo>
                <a:cubicBezTo>
                  <a:pt x="163" y="2"/>
                  <a:pt x="163" y="2"/>
                  <a:pt x="163" y="2"/>
                </a:cubicBezTo>
                <a:cubicBezTo>
                  <a:pt x="143" y="57"/>
                  <a:pt x="143" y="57"/>
                  <a:pt x="143" y="57"/>
                </a:cubicBezTo>
                <a:cubicBezTo>
                  <a:pt x="154" y="57"/>
                  <a:pt x="154" y="57"/>
                  <a:pt x="154" y="57"/>
                </a:cubicBezTo>
                <a:close/>
                <a:moveTo>
                  <a:pt x="161" y="36"/>
                </a:moveTo>
                <a:cubicBezTo>
                  <a:pt x="169" y="12"/>
                  <a:pt x="169" y="12"/>
                  <a:pt x="169" y="12"/>
                </a:cubicBezTo>
                <a:cubicBezTo>
                  <a:pt x="169" y="12"/>
                  <a:pt x="169" y="12"/>
                  <a:pt x="169" y="12"/>
                </a:cubicBezTo>
                <a:cubicBezTo>
                  <a:pt x="177" y="36"/>
                  <a:pt x="177" y="36"/>
                  <a:pt x="177" y="36"/>
                </a:cubicBezTo>
                <a:cubicBezTo>
                  <a:pt x="161" y="36"/>
                  <a:pt x="161" y="36"/>
                  <a:pt x="161" y="36"/>
                </a:cubicBezTo>
                <a:close/>
                <a:moveTo>
                  <a:pt x="264" y="57"/>
                </a:moveTo>
                <a:cubicBezTo>
                  <a:pt x="264" y="2"/>
                  <a:pt x="264" y="2"/>
                  <a:pt x="264" y="2"/>
                </a:cubicBezTo>
                <a:cubicBezTo>
                  <a:pt x="253" y="2"/>
                  <a:pt x="253" y="2"/>
                  <a:pt x="253" y="2"/>
                </a:cubicBezTo>
                <a:cubicBezTo>
                  <a:pt x="253" y="45"/>
                  <a:pt x="253" y="45"/>
                  <a:pt x="253" y="45"/>
                </a:cubicBezTo>
                <a:cubicBezTo>
                  <a:pt x="253" y="45"/>
                  <a:pt x="253" y="45"/>
                  <a:pt x="253" y="45"/>
                </a:cubicBezTo>
                <a:cubicBezTo>
                  <a:pt x="232" y="2"/>
                  <a:pt x="232" y="2"/>
                  <a:pt x="232" y="2"/>
                </a:cubicBezTo>
                <a:cubicBezTo>
                  <a:pt x="215" y="2"/>
                  <a:pt x="215" y="2"/>
                  <a:pt x="215" y="2"/>
                </a:cubicBezTo>
                <a:cubicBezTo>
                  <a:pt x="215" y="57"/>
                  <a:pt x="215" y="57"/>
                  <a:pt x="215" y="57"/>
                </a:cubicBezTo>
                <a:cubicBezTo>
                  <a:pt x="226" y="57"/>
                  <a:pt x="226" y="57"/>
                  <a:pt x="226" y="57"/>
                </a:cubicBezTo>
                <a:cubicBezTo>
                  <a:pt x="226" y="11"/>
                  <a:pt x="226" y="11"/>
                  <a:pt x="226" y="11"/>
                </a:cubicBezTo>
                <a:cubicBezTo>
                  <a:pt x="226" y="11"/>
                  <a:pt x="226" y="11"/>
                  <a:pt x="226" y="11"/>
                </a:cubicBezTo>
                <a:cubicBezTo>
                  <a:pt x="248" y="57"/>
                  <a:pt x="248" y="57"/>
                  <a:pt x="248" y="57"/>
                </a:cubicBezTo>
                <a:cubicBezTo>
                  <a:pt x="264" y="57"/>
                  <a:pt x="264" y="57"/>
                  <a:pt x="264" y="57"/>
                </a:cubicBezTo>
                <a:close/>
                <a:moveTo>
                  <a:pt x="324" y="37"/>
                </a:moveTo>
                <a:cubicBezTo>
                  <a:pt x="324" y="48"/>
                  <a:pt x="324" y="48"/>
                  <a:pt x="324" y="48"/>
                </a:cubicBezTo>
                <a:cubicBezTo>
                  <a:pt x="324" y="49"/>
                  <a:pt x="323" y="49"/>
                  <a:pt x="324" y="48"/>
                </a:cubicBezTo>
                <a:cubicBezTo>
                  <a:pt x="320" y="49"/>
                  <a:pt x="316" y="50"/>
                  <a:pt x="313" y="50"/>
                </a:cubicBezTo>
                <a:cubicBezTo>
                  <a:pt x="303" y="49"/>
                  <a:pt x="298" y="43"/>
                  <a:pt x="298" y="30"/>
                </a:cubicBezTo>
                <a:cubicBezTo>
                  <a:pt x="298" y="16"/>
                  <a:pt x="303" y="9"/>
                  <a:pt x="313" y="9"/>
                </a:cubicBezTo>
                <a:cubicBezTo>
                  <a:pt x="321" y="9"/>
                  <a:pt x="324" y="12"/>
                  <a:pt x="324" y="18"/>
                </a:cubicBezTo>
                <a:cubicBezTo>
                  <a:pt x="337" y="18"/>
                  <a:pt x="337" y="18"/>
                  <a:pt x="337" y="18"/>
                </a:cubicBezTo>
                <a:cubicBezTo>
                  <a:pt x="337" y="6"/>
                  <a:pt x="328" y="0"/>
                  <a:pt x="311" y="0"/>
                </a:cubicBezTo>
                <a:cubicBezTo>
                  <a:pt x="294" y="2"/>
                  <a:pt x="286" y="11"/>
                  <a:pt x="286" y="30"/>
                </a:cubicBezTo>
                <a:cubicBezTo>
                  <a:pt x="286" y="47"/>
                  <a:pt x="294" y="57"/>
                  <a:pt x="311" y="58"/>
                </a:cubicBezTo>
                <a:cubicBezTo>
                  <a:pt x="316" y="58"/>
                  <a:pt x="320" y="58"/>
                  <a:pt x="324" y="57"/>
                </a:cubicBezTo>
                <a:cubicBezTo>
                  <a:pt x="328" y="57"/>
                  <a:pt x="332" y="57"/>
                  <a:pt x="336" y="55"/>
                </a:cubicBezTo>
                <a:cubicBezTo>
                  <a:pt x="336" y="27"/>
                  <a:pt x="336" y="27"/>
                  <a:pt x="336" y="27"/>
                </a:cubicBezTo>
                <a:cubicBezTo>
                  <a:pt x="314" y="27"/>
                  <a:pt x="314" y="27"/>
                  <a:pt x="314" y="27"/>
                </a:cubicBezTo>
                <a:cubicBezTo>
                  <a:pt x="314" y="37"/>
                  <a:pt x="314" y="37"/>
                  <a:pt x="314" y="37"/>
                </a:cubicBezTo>
                <a:cubicBezTo>
                  <a:pt x="324" y="37"/>
                  <a:pt x="324" y="37"/>
                  <a:pt x="324" y="37"/>
                </a:cubicBezTo>
                <a:close/>
                <a:moveTo>
                  <a:pt x="388" y="11"/>
                </a:moveTo>
                <a:cubicBezTo>
                  <a:pt x="395" y="11"/>
                  <a:pt x="395" y="11"/>
                  <a:pt x="395" y="11"/>
                </a:cubicBezTo>
                <a:cubicBezTo>
                  <a:pt x="405" y="11"/>
                  <a:pt x="411" y="17"/>
                  <a:pt x="411" y="30"/>
                </a:cubicBezTo>
                <a:cubicBezTo>
                  <a:pt x="411" y="42"/>
                  <a:pt x="405" y="48"/>
                  <a:pt x="395" y="48"/>
                </a:cubicBezTo>
                <a:cubicBezTo>
                  <a:pt x="388" y="48"/>
                  <a:pt x="388" y="48"/>
                  <a:pt x="388" y="48"/>
                </a:cubicBezTo>
                <a:cubicBezTo>
                  <a:pt x="388" y="11"/>
                  <a:pt x="388" y="11"/>
                  <a:pt x="388" y="11"/>
                </a:cubicBezTo>
                <a:close/>
                <a:moveTo>
                  <a:pt x="377" y="57"/>
                </a:moveTo>
                <a:cubicBezTo>
                  <a:pt x="396" y="57"/>
                  <a:pt x="396" y="57"/>
                  <a:pt x="396" y="57"/>
                </a:cubicBezTo>
                <a:cubicBezTo>
                  <a:pt x="414" y="57"/>
                  <a:pt x="423" y="48"/>
                  <a:pt x="423" y="30"/>
                </a:cubicBezTo>
                <a:cubicBezTo>
                  <a:pt x="423" y="11"/>
                  <a:pt x="414" y="2"/>
                  <a:pt x="396" y="2"/>
                </a:cubicBezTo>
                <a:cubicBezTo>
                  <a:pt x="377" y="2"/>
                  <a:pt x="377" y="2"/>
                  <a:pt x="377" y="2"/>
                </a:cubicBezTo>
                <a:cubicBezTo>
                  <a:pt x="377" y="57"/>
                  <a:pt x="377" y="57"/>
                  <a:pt x="377" y="57"/>
                </a:cubicBezTo>
                <a:close/>
                <a:moveTo>
                  <a:pt x="470" y="58"/>
                </a:moveTo>
                <a:cubicBezTo>
                  <a:pt x="486" y="57"/>
                  <a:pt x="495" y="48"/>
                  <a:pt x="495" y="30"/>
                </a:cubicBezTo>
                <a:cubicBezTo>
                  <a:pt x="495" y="11"/>
                  <a:pt x="486" y="1"/>
                  <a:pt x="470" y="0"/>
                </a:cubicBezTo>
                <a:cubicBezTo>
                  <a:pt x="453" y="1"/>
                  <a:pt x="444" y="11"/>
                  <a:pt x="443" y="30"/>
                </a:cubicBezTo>
                <a:cubicBezTo>
                  <a:pt x="444" y="48"/>
                  <a:pt x="452" y="57"/>
                  <a:pt x="470" y="58"/>
                </a:cubicBezTo>
                <a:close/>
                <a:moveTo>
                  <a:pt x="470" y="9"/>
                </a:moveTo>
                <a:cubicBezTo>
                  <a:pt x="479" y="9"/>
                  <a:pt x="483" y="16"/>
                  <a:pt x="483" y="30"/>
                </a:cubicBezTo>
                <a:cubicBezTo>
                  <a:pt x="483" y="43"/>
                  <a:pt x="479" y="50"/>
                  <a:pt x="470" y="50"/>
                </a:cubicBezTo>
                <a:cubicBezTo>
                  <a:pt x="460" y="50"/>
                  <a:pt x="456" y="43"/>
                  <a:pt x="456" y="30"/>
                </a:cubicBezTo>
                <a:cubicBezTo>
                  <a:pt x="456" y="16"/>
                  <a:pt x="460" y="9"/>
                  <a:pt x="470" y="9"/>
                </a:cubicBezTo>
                <a:close/>
                <a:moveTo>
                  <a:pt x="567" y="57"/>
                </a:moveTo>
                <a:cubicBezTo>
                  <a:pt x="567" y="2"/>
                  <a:pt x="567" y="2"/>
                  <a:pt x="567" y="2"/>
                </a:cubicBezTo>
                <a:cubicBezTo>
                  <a:pt x="556" y="2"/>
                  <a:pt x="556" y="2"/>
                  <a:pt x="556" y="2"/>
                </a:cubicBezTo>
                <a:cubicBezTo>
                  <a:pt x="556" y="45"/>
                  <a:pt x="556" y="45"/>
                  <a:pt x="556" y="45"/>
                </a:cubicBezTo>
                <a:cubicBezTo>
                  <a:pt x="556" y="45"/>
                  <a:pt x="556" y="45"/>
                  <a:pt x="556" y="45"/>
                </a:cubicBezTo>
                <a:cubicBezTo>
                  <a:pt x="535" y="2"/>
                  <a:pt x="535" y="2"/>
                  <a:pt x="535" y="2"/>
                </a:cubicBezTo>
                <a:cubicBezTo>
                  <a:pt x="518" y="2"/>
                  <a:pt x="518" y="2"/>
                  <a:pt x="518" y="2"/>
                </a:cubicBezTo>
                <a:cubicBezTo>
                  <a:pt x="518" y="57"/>
                  <a:pt x="518" y="57"/>
                  <a:pt x="518" y="57"/>
                </a:cubicBezTo>
                <a:cubicBezTo>
                  <a:pt x="528" y="57"/>
                  <a:pt x="528" y="57"/>
                  <a:pt x="528" y="57"/>
                </a:cubicBezTo>
                <a:cubicBezTo>
                  <a:pt x="528" y="11"/>
                  <a:pt x="528" y="11"/>
                  <a:pt x="528" y="11"/>
                </a:cubicBezTo>
                <a:cubicBezTo>
                  <a:pt x="529" y="11"/>
                  <a:pt x="529" y="11"/>
                  <a:pt x="529" y="11"/>
                </a:cubicBezTo>
                <a:cubicBezTo>
                  <a:pt x="550" y="57"/>
                  <a:pt x="550" y="57"/>
                  <a:pt x="550" y="57"/>
                </a:cubicBezTo>
                <a:cubicBezTo>
                  <a:pt x="567" y="57"/>
                  <a:pt x="567" y="57"/>
                  <a:pt x="567" y="57"/>
                </a:cubicBezTo>
                <a:close/>
                <a:moveTo>
                  <a:pt x="627" y="37"/>
                </a:moveTo>
                <a:cubicBezTo>
                  <a:pt x="627" y="48"/>
                  <a:pt x="627" y="48"/>
                  <a:pt x="627" y="48"/>
                </a:cubicBezTo>
                <a:cubicBezTo>
                  <a:pt x="626" y="49"/>
                  <a:pt x="626" y="49"/>
                  <a:pt x="626" y="48"/>
                </a:cubicBezTo>
                <a:cubicBezTo>
                  <a:pt x="622" y="49"/>
                  <a:pt x="619" y="50"/>
                  <a:pt x="616" y="50"/>
                </a:cubicBezTo>
                <a:cubicBezTo>
                  <a:pt x="606" y="49"/>
                  <a:pt x="601" y="43"/>
                  <a:pt x="600" y="30"/>
                </a:cubicBezTo>
                <a:cubicBezTo>
                  <a:pt x="601" y="16"/>
                  <a:pt x="606" y="9"/>
                  <a:pt x="616" y="9"/>
                </a:cubicBezTo>
                <a:cubicBezTo>
                  <a:pt x="623" y="9"/>
                  <a:pt x="627" y="12"/>
                  <a:pt x="627" y="18"/>
                </a:cubicBezTo>
                <a:cubicBezTo>
                  <a:pt x="639" y="18"/>
                  <a:pt x="639" y="18"/>
                  <a:pt x="639" y="18"/>
                </a:cubicBezTo>
                <a:cubicBezTo>
                  <a:pt x="639" y="6"/>
                  <a:pt x="631" y="0"/>
                  <a:pt x="614" y="0"/>
                </a:cubicBezTo>
                <a:cubicBezTo>
                  <a:pt x="597" y="2"/>
                  <a:pt x="588" y="11"/>
                  <a:pt x="588" y="30"/>
                </a:cubicBezTo>
                <a:cubicBezTo>
                  <a:pt x="588" y="47"/>
                  <a:pt x="597" y="57"/>
                  <a:pt x="614" y="58"/>
                </a:cubicBezTo>
                <a:cubicBezTo>
                  <a:pt x="619" y="58"/>
                  <a:pt x="623" y="58"/>
                  <a:pt x="626" y="57"/>
                </a:cubicBezTo>
                <a:cubicBezTo>
                  <a:pt x="630" y="57"/>
                  <a:pt x="634" y="57"/>
                  <a:pt x="638" y="55"/>
                </a:cubicBezTo>
                <a:cubicBezTo>
                  <a:pt x="638" y="27"/>
                  <a:pt x="638" y="27"/>
                  <a:pt x="638" y="27"/>
                </a:cubicBezTo>
                <a:cubicBezTo>
                  <a:pt x="616" y="27"/>
                  <a:pt x="616" y="27"/>
                  <a:pt x="616" y="27"/>
                </a:cubicBezTo>
                <a:cubicBezTo>
                  <a:pt x="616" y="37"/>
                  <a:pt x="616" y="37"/>
                  <a:pt x="616" y="37"/>
                </a:cubicBezTo>
                <a:cubicBezTo>
                  <a:pt x="627" y="37"/>
                  <a:pt x="627" y="37"/>
                  <a:pt x="627" y="37"/>
                </a:cubicBezTo>
                <a:close/>
                <a:moveTo>
                  <a:pt x="716" y="2"/>
                </a:moveTo>
                <a:cubicBezTo>
                  <a:pt x="716" y="32"/>
                  <a:pt x="716" y="32"/>
                  <a:pt x="716" y="32"/>
                </a:cubicBezTo>
                <a:cubicBezTo>
                  <a:pt x="716" y="39"/>
                  <a:pt x="715" y="43"/>
                  <a:pt x="713" y="45"/>
                </a:cubicBezTo>
                <a:cubicBezTo>
                  <a:pt x="712" y="48"/>
                  <a:pt x="708" y="50"/>
                  <a:pt x="704" y="50"/>
                </a:cubicBezTo>
                <a:cubicBezTo>
                  <a:pt x="699" y="50"/>
                  <a:pt x="696" y="48"/>
                  <a:pt x="694" y="45"/>
                </a:cubicBezTo>
                <a:cubicBezTo>
                  <a:pt x="692" y="43"/>
                  <a:pt x="692" y="39"/>
                  <a:pt x="692" y="32"/>
                </a:cubicBezTo>
                <a:cubicBezTo>
                  <a:pt x="692" y="2"/>
                  <a:pt x="692" y="2"/>
                  <a:pt x="692" y="2"/>
                </a:cubicBezTo>
                <a:cubicBezTo>
                  <a:pt x="680" y="2"/>
                  <a:pt x="680" y="2"/>
                  <a:pt x="680" y="2"/>
                </a:cubicBezTo>
                <a:cubicBezTo>
                  <a:pt x="680" y="36"/>
                  <a:pt x="680" y="36"/>
                  <a:pt x="680" y="36"/>
                </a:cubicBezTo>
                <a:cubicBezTo>
                  <a:pt x="680" y="50"/>
                  <a:pt x="688" y="57"/>
                  <a:pt x="704" y="58"/>
                </a:cubicBezTo>
                <a:cubicBezTo>
                  <a:pt x="719" y="57"/>
                  <a:pt x="727" y="50"/>
                  <a:pt x="728" y="36"/>
                </a:cubicBezTo>
                <a:cubicBezTo>
                  <a:pt x="728" y="2"/>
                  <a:pt x="728" y="2"/>
                  <a:pt x="728" y="2"/>
                </a:cubicBezTo>
                <a:cubicBezTo>
                  <a:pt x="716" y="2"/>
                  <a:pt x="716" y="2"/>
                  <a:pt x="716" y="2"/>
                </a:cubicBezTo>
                <a:close/>
                <a:moveTo>
                  <a:pt x="801" y="57"/>
                </a:moveTo>
                <a:cubicBezTo>
                  <a:pt x="801" y="2"/>
                  <a:pt x="801" y="2"/>
                  <a:pt x="801" y="2"/>
                </a:cubicBezTo>
                <a:cubicBezTo>
                  <a:pt x="790" y="2"/>
                  <a:pt x="790" y="2"/>
                  <a:pt x="790" y="2"/>
                </a:cubicBezTo>
                <a:cubicBezTo>
                  <a:pt x="790" y="45"/>
                  <a:pt x="790" y="45"/>
                  <a:pt x="790" y="45"/>
                </a:cubicBezTo>
                <a:cubicBezTo>
                  <a:pt x="790" y="45"/>
                  <a:pt x="790" y="45"/>
                  <a:pt x="790" y="45"/>
                </a:cubicBezTo>
                <a:cubicBezTo>
                  <a:pt x="769" y="2"/>
                  <a:pt x="769" y="2"/>
                  <a:pt x="769" y="2"/>
                </a:cubicBezTo>
                <a:cubicBezTo>
                  <a:pt x="752" y="2"/>
                  <a:pt x="752" y="2"/>
                  <a:pt x="752" y="2"/>
                </a:cubicBezTo>
                <a:cubicBezTo>
                  <a:pt x="752" y="57"/>
                  <a:pt x="752" y="57"/>
                  <a:pt x="752" y="57"/>
                </a:cubicBezTo>
                <a:cubicBezTo>
                  <a:pt x="763" y="57"/>
                  <a:pt x="763" y="57"/>
                  <a:pt x="763" y="57"/>
                </a:cubicBezTo>
                <a:cubicBezTo>
                  <a:pt x="763" y="11"/>
                  <a:pt x="763" y="11"/>
                  <a:pt x="763" y="11"/>
                </a:cubicBezTo>
                <a:cubicBezTo>
                  <a:pt x="763" y="11"/>
                  <a:pt x="763" y="11"/>
                  <a:pt x="763" y="11"/>
                </a:cubicBezTo>
                <a:cubicBezTo>
                  <a:pt x="784" y="57"/>
                  <a:pt x="784" y="57"/>
                  <a:pt x="784" y="57"/>
                </a:cubicBezTo>
                <a:cubicBezTo>
                  <a:pt x="801" y="57"/>
                  <a:pt x="801" y="57"/>
                  <a:pt x="801" y="57"/>
                </a:cubicBezTo>
                <a:close/>
                <a:moveTo>
                  <a:pt x="836" y="2"/>
                </a:moveTo>
                <a:cubicBezTo>
                  <a:pt x="824" y="2"/>
                  <a:pt x="824" y="2"/>
                  <a:pt x="824" y="2"/>
                </a:cubicBezTo>
                <a:cubicBezTo>
                  <a:pt x="824" y="57"/>
                  <a:pt x="824" y="57"/>
                  <a:pt x="824" y="57"/>
                </a:cubicBezTo>
                <a:cubicBezTo>
                  <a:pt x="836" y="57"/>
                  <a:pt x="836" y="57"/>
                  <a:pt x="836" y="57"/>
                </a:cubicBezTo>
                <a:cubicBezTo>
                  <a:pt x="836" y="2"/>
                  <a:pt x="836" y="2"/>
                  <a:pt x="836" y="2"/>
                </a:cubicBezTo>
                <a:close/>
                <a:moveTo>
                  <a:pt x="875" y="57"/>
                </a:moveTo>
                <a:cubicBezTo>
                  <a:pt x="888" y="57"/>
                  <a:pt x="888" y="57"/>
                  <a:pt x="888" y="57"/>
                </a:cubicBezTo>
                <a:cubicBezTo>
                  <a:pt x="908" y="2"/>
                  <a:pt x="908" y="2"/>
                  <a:pt x="908" y="2"/>
                </a:cubicBezTo>
                <a:cubicBezTo>
                  <a:pt x="896" y="2"/>
                  <a:pt x="896" y="2"/>
                  <a:pt x="896" y="2"/>
                </a:cubicBezTo>
                <a:cubicBezTo>
                  <a:pt x="882" y="45"/>
                  <a:pt x="882" y="45"/>
                  <a:pt x="882" y="45"/>
                </a:cubicBezTo>
                <a:cubicBezTo>
                  <a:pt x="882" y="45"/>
                  <a:pt x="882" y="45"/>
                  <a:pt x="882" y="45"/>
                </a:cubicBezTo>
                <a:cubicBezTo>
                  <a:pt x="868" y="2"/>
                  <a:pt x="868" y="2"/>
                  <a:pt x="868" y="2"/>
                </a:cubicBezTo>
                <a:cubicBezTo>
                  <a:pt x="855" y="2"/>
                  <a:pt x="855" y="2"/>
                  <a:pt x="855" y="2"/>
                </a:cubicBezTo>
                <a:cubicBezTo>
                  <a:pt x="875" y="57"/>
                  <a:pt x="875" y="57"/>
                  <a:pt x="875" y="57"/>
                </a:cubicBezTo>
                <a:close/>
                <a:moveTo>
                  <a:pt x="927" y="57"/>
                </a:moveTo>
                <a:cubicBezTo>
                  <a:pt x="964" y="57"/>
                  <a:pt x="964" y="57"/>
                  <a:pt x="964" y="57"/>
                </a:cubicBezTo>
                <a:cubicBezTo>
                  <a:pt x="964" y="48"/>
                  <a:pt x="964" y="48"/>
                  <a:pt x="964" y="48"/>
                </a:cubicBezTo>
                <a:cubicBezTo>
                  <a:pt x="939" y="48"/>
                  <a:pt x="939" y="48"/>
                  <a:pt x="939" y="48"/>
                </a:cubicBezTo>
                <a:cubicBezTo>
                  <a:pt x="939" y="33"/>
                  <a:pt x="939" y="33"/>
                  <a:pt x="939" y="33"/>
                </a:cubicBezTo>
                <a:cubicBezTo>
                  <a:pt x="962" y="33"/>
                  <a:pt x="962" y="33"/>
                  <a:pt x="962" y="33"/>
                </a:cubicBezTo>
                <a:cubicBezTo>
                  <a:pt x="962" y="24"/>
                  <a:pt x="962" y="24"/>
                  <a:pt x="962" y="24"/>
                </a:cubicBezTo>
                <a:cubicBezTo>
                  <a:pt x="939" y="24"/>
                  <a:pt x="939" y="24"/>
                  <a:pt x="939" y="24"/>
                </a:cubicBezTo>
                <a:cubicBezTo>
                  <a:pt x="939" y="11"/>
                  <a:pt x="939" y="11"/>
                  <a:pt x="939" y="11"/>
                </a:cubicBezTo>
                <a:cubicBezTo>
                  <a:pt x="963" y="11"/>
                  <a:pt x="963" y="11"/>
                  <a:pt x="963" y="11"/>
                </a:cubicBezTo>
                <a:cubicBezTo>
                  <a:pt x="963" y="2"/>
                  <a:pt x="963" y="2"/>
                  <a:pt x="963" y="2"/>
                </a:cubicBezTo>
                <a:cubicBezTo>
                  <a:pt x="927" y="2"/>
                  <a:pt x="927" y="2"/>
                  <a:pt x="927" y="2"/>
                </a:cubicBezTo>
                <a:cubicBezTo>
                  <a:pt x="927" y="57"/>
                  <a:pt x="927" y="57"/>
                  <a:pt x="927" y="57"/>
                </a:cubicBezTo>
                <a:close/>
                <a:moveTo>
                  <a:pt x="998" y="11"/>
                </a:moveTo>
                <a:cubicBezTo>
                  <a:pt x="1008" y="11"/>
                  <a:pt x="1008" y="11"/>
                  <a:pt x="1008" y="11"/>
                </a:cubicBezTo>
                <a:cubicBezTo>
                  <a:pt x="1014" y="11"/>
                  <a:pt x="1016" y="13"/>
                  <a:pt x="1016" y="18"/>
                </a:cubicBezTo>
                <a:cubicBezTo>
                  <a:pt x="1016" y="23"/>
                  <a:pt x="1014" y="26"/>
                  <a:pt x="1008" y="26"/>
                </a:cubicBezTo>
                <a:cubicBezTo>
                  <a:pt x="998" y="26"/>
                  <a:pt x="998" y="26"/>
                  <a:pt x="998" y="26"/>
                </a:cubicBezTo>
                <a:cubicBezTo>
                  <a:pt x="998" y="11"/>
                  <a:pt x="998" y="11"/>
                  <a:pt x="998" y="11"/>
                </a:cubicBezTo>
                <a:close/>
                <a:moveTo>
                  <a:pt x="998" y="35"/>
                </a:moveTo>
                <a:cubicBezTo>
                  <a:pt x="1011" y="35"/>
                  <a:pt x="1011" y="35"/>
                  <a:pt x="1011" y="35"/>
                </a:cubicBezTo>
                <a:cubicBezTo>
                  <a:pt x="1014" y="35"/>
                  <a:pt x="1015" y="37"/>
                  <a:pt x="1016" y="42"/>
                </a:cubicBezTo>
                <a:cubicBezTo>
                  <a:pt x="1016" y="47"/>
                  <a:pt x="1017" y="52"/>
                  <a:pt x="1018" y="57"/>
                </a:cubicBezTo>
                <a:cubicBezTo>
                  <a:pt x="1031" y="57"/>
                  <a:pt x="1031" y="57"/>
                  <a:pt x="1031" y="57"/>
                </a:cubicBezTo>
                <a:cubicBezTo>
                  <a:pt x="1029" y="55"/>
                  <a:pt x="1028" y="51"/>
                  <a:pt x="1028" y="44"/>
                </a:cubicBezTo>
                <a:cubicBezTo>
                  <a:pt x="1028" y="44"/>
                  <a:pt x="1028" y="43"/>
                  <a:pt x="1027" y="42"/>
                </a:cubicBezTo>
                <a:cubicBezTo>
                  <a:pt x="1027" y="34"/>
                  <a:pt x="1024" y="30"/>
                  <a:pt x="1018" y="30"/>
                </a:cubicBezTo>
                <a:cubicBezTo>
                  <a:pt x="1018" y="30"/>
                  <a:pt x="1018" y="30"/>
                  <a:pt x="1018" y="30"/>
                </a:cubicBezTo>
                <a:cubicBezTo>
                  <a:pt x="1025" y="28"/>
                  <a:pt x="1029" y="23"/>
                  <a:pt x="1029" y="16"/>
                </a:cubicBezTo>
                <a:cubicBezTo>
                  <a:pt x="1029" y="7"/>
                  <a:pt x="1022" y="2"/>
                  <a:pt x="1010" y="2"/>
                </a:cubicBezTo>
                <a:cubicBezTo>
                  <a:pt x="987" y="2"/>
                  <a:pt x="987" y="2"/>
                  <a:pt x="987" y="2"/>
                </a:cubicBezTo>
                <a:cubicBezTo>
                  <a:pt x="987" y="57"/>
                  <a:pt x="987" y="57"/>
                  <a:pt x="987" y="57"/>
                </a:cubicBezTo>
                <a:cubicBezTo>
                  <a:pt x="998" y="57"/>
                  <a:pt x="998" y="57"/>
                  <a:pt x="998" y="57"/>
                </a:cubicBezTo>
                <a:cubicBezTo>
                  <a:pt x="998" y="35"/>
                  <a:pt x="998" y="35"/>
                  <a:pt x="998" y="35"/>
                </a:cubicBezTo>
                <a:close/>
                <a:moveTo>
                  <a:pt x="1092" y="18"/>
                </a:moveTo>
                <a:cubicBezTo>
                  <a:pt x="1091" y="7"/>
                  <a:pt x="1085" y="1"/>
                  <a:pt x="1073" y="0"/>
                </a:cubicBezTo>
                <a:cubicBezTo>
                  <a:pt x="1059" y="1"/>
                  <a:pt x="1051" y="7"/>
                  <a:pt x="1050" y="19"/>
                </a:cubicBezTo>
                <a:cubicBezTo>
                  <a:pt x="1050" y="26"/>
                  <a:pt x="1056" y="31"/>
                  <a:pt x="1068" y="34"/>
                </a:cubicBezTo>
                <a:cubicBezTo>
                  <a:pt x="1069" y="34"/>
                  <a:pt x="1069" y="34"/>
                  <a:pt x="1070" y="35"/>
                </a:cubicBezTo>
                <a:cubicBezTo>
                  <a:pt x="1077" y="36"/>
                  <a:pt x="1081" y="39"/>
                  <a:pt x="1081" y="42"/>
                </a:cubicBezTo>
                <a:cubicBezTo>
                  <a:pt x="1081" y="47"/>
                  <a:pt x="1077" y="49"/>
                  <a:pt x="1070" y="50"/>
                </a:cubicBezTo>
                <a:cubicBezTo>
                  <a:pt x="1064" y="49"/>
                  <a:pt x="1061" y="46"/>
                  <a:pt x="1061" y="39"/>
                </a:cubicBezTo>
                <a:cubicBezTo>
                  <a:pt x="1049" y="39"/>
                  <a:pt x="1049" y="39"/>
                  <a:pt x="1049" y="39"/>
                </a:cubicBezTo>
                <a:cubicBezTo>
                  <a:pt x="1049" y="52"/>
                  <a:pt x="1056" y="58"/>
                  <a:pt x="1070" y="58"/>
                </a:cubicBezTo>
                <a:cubicBezTo>
                  <a:pt x="1085" y="57"/>
                  <a:pt x="1093" y="51"/>
                  <a:pt x="1093" y="40"/>
                </a:cubicBezTo>
                <a:cubicBezTo>
                  <a:pt x="1093" y="32"/>
                  <a:pt x="1087" y="27"/>
                  <a:pt x="1074" y="24"/>
                </a:cubicBezTo>
                <a:cubicBezTo>
                  <a:pt x="1073" y="24"/>
                  <a:pt x="1073" y="24"/>
                  <a:pt x="1073" y="24"/>
                </a:cubicBezTo>
                <a:cubicBezTo>
                  <a:pt x="1066" y="23"/>
                  <a:pt x="1062" y="21"/>
                  <a:pt x="1063" y="16"/>
                </a:cubicBezTo>
                <a:cubicBezTo>
                  <a:pt x="1063" y="12"/>
                  <a:pt x="1066" y="10"/>
                  <a:pt x="1072" y="9"/>
                </a:cubicBezTo>
                <a:cubicBezTo>
                  <a:pt x="1077" y="9"/>
                  <a:pt x="1080" y="12"/>
                  <a:pt x="1080" y="18"/>
                </a:cubicBezTo>
                <a:cubicBezTo>
                  <a:pt x="1092" y="18"/>
                  <a:pt x="1092" y="18"/>
                  <a:pt x="1092" y="18"/>
                </a:cubicBezTo>
                <a:close/>
                <a:moveTo>
                  <a:pt x="1127" y="2"/>
                </a:moveTo>
                <a:cubicBezTo>
                  <a:pt x="1115" y="2"/>
                  <a:pt x="1115" y="2"/>
                  <a:pt x="1115" y="2"/>
                </a:cubicBezTo>
                <a:cubicBezTo>
                  <a:pt x="1115" y="57"/>
                  <a:pt x="1115" y="57"/>
                  <a:pt x="1115" y="57"/>
                </a:cubicBezTo>
                <a:cubicBezTo>
                  <a:pt x="1127" y="57"/>
                  <a:pt x="1127" y="57"/>
                  <a:pt x="1127" y="57"/>
                </a:cubicBezTo>
                <a:cubicBezTo>
                  <a:pt x="1127" y="2"/>
                  <a:pt x="1127" y="2"/>
                  <a:pt x="1127" y="2"/>
                </a:cubicBezTo>
                <a:close/>
                <a:moveTo>
                  <a:pt x="1146" y="11"/>
                </a:moveTo>
                <a:cubicBezTo>
                  <a:pt x="1162" y="11"/>
                  <a:pt x="1162" y="11"/>
                  <a:pt x="1162" y="11"/>
                </a:cubicBezTo>
                <a:cubicBezTo>
                  <a:pt x="1162" y="57"/>
                  <a:pt x="1162" y="57"/>
                  <a:pt x="1162" y="57"/>
                </a:cubicBezTo>
                <a:cubicBezTo>
                  <a:pt x="1174" y="57"/>
                  <a:pt x="1174" y="57"/>
                  <a:pt x="1174" y="57"/>
                </a:cubicBezTo>
                <a:cubicBezTo>
                  <a:pt x="1174" y="11"/>
                  <a:pt x="1174" y="11"/>
                  <a:pt x="1174" y="11"/>
                </a:cubicBezTo>
                <a:cubicBezTo>
                  <a:pt x="1190" y="11"/>
                  <a:pt x="1190" y="11"/>
                  <a:pt x="1190" y="11"/>
                </a:cubicBezTo>
                <a:cubicBezTo>
                  <a:pt x="1190" y="2"/>
                  <a:pt x="1190" y="2"/>
                  <a:pt x="1190" y="2"/>
                </a:cubicBezTo>
                <a:cubicBezTo>
                  <a:pt x="1146" y="2"/>
                  <a:pt x="1146" y="2"/>
                  <a:pt x="1146" y="2"/>
                </a:cubicBezTo>
                <a:cubicBezTo>
                  <a:pt x="1146" y="11"/>
                  <a:pt x="1146" y="11"/>
                  <a:pt x="1146" y="11"/>
                </a:cubicBezTo>
                <a:close/>
                <a:moveTo>
                  <a:pt x="1224" y="57"/>
                </a:moveTo>
                <a:cubicBezTo>
                  <a:pt x="1236" y="57"/>
                  <a:pt x="1236" y="57"/>
                  <a:pt x="1236" y="57"/>
                </a:cubicBezTo>
                <a:cubicBezTo>
                  <a:pt x="1236" y="39"/>
                  <a:pt x="1236" y="39"/>
                  <a:pt x="1236" y="39"/>
                </a:cubicBezTo>
                <a:cubicBezTo>
                  <a:pt x="1254" y="2"/>
                  <a:pt x="1254" y="2"/>
                  <a:pt x="1254" y="2"/>
                </a:cubicBezTo>
                <a:cubicBezTo>
                  <a:pt x="1242" y="2"/>
                  <a:pt x="1242" y="2"/>
                  <a:pt x="1242" y="2"/>
                </a:cubicBezTo>
                <a:cubicBezTo>
                  <a:pt x="1231" y="27"/>
                  <a:pt x="1231" y="27"/>
                  <a:pt x="1231" y="27"/>
                </a:cubicBezTo>
                <a:cubicBezTo>
                  <a:pt x="1220" y="2"/>
                  <a:pt x="1220" y="2"/>
                  <a:pt x="1220" y="2"/>
                </a:cubicBezTo>
                <a:cubicBezTo>
                  <a:pt x="1206" y="2"/>
                  <a:pt x="1206" y="2"/>
                  <a:pt x="1206" y="2"/>
                </a:cubicBezTo>
                <a:cubicBezTo>
                  <a:pt x="1224" y="39"/>
                  <a:pt x="1224" y="39"/>
                  <a:pt x="1224" y="39"/>
                </a:cubicBezTo>
                <a:cubicBezTo>
                  <a:pt x="1224" y="57"/>
                  <a:pt x="1224" y="57"/>
                  <a:pt x="1224" y="57"/>
                </a:cubicBezTo>
                <a:close/>
                <a:moveTo>
                  <a:pt x="1315" y="58"/>
                </a:moveTo>
                <a:cubicBezTo>
                  <a:pt x="1332" y="57"/>
                  <a:pt x="1340" y="48"/>
                  <a:pt x="1341" y="30"/>
                </a:cubicBezTo>
                <a:cubicBezTo>
                  <a:pt x="1340" y="11"/>
                  <a:pt x="1332" y="1"/>
                  <a:pt x="1315" y="0"/>
                </a:cubicBezTo>
                <a:cubicBezTo>
                  <a:pt x="1298" y="1"/>
                  <a:pt x="1289" y="11"/>
                  <a:pt x="1289" y="30"/>
                </a:cubicBezTo>
                <a:cubicBezTo>
                  <a:pt x="1289" y="48"/>
                  <a:pt x="1298" y="57"/>
                  <a:pt x="1315" y="58"/>
                </a:cubicBezTo>
                <a:close/>
                <a:moveTo>
                  <a:pt x="1315" y="9"/>
                </a:moveTo>
                <a:cubicBezTo>
                  <a:pt x="1324" y="9"/>
                  <a:pt x="1329" y="16"/>
                  <a:pt x="1329" y="30"/>
                </a:cubicBezTo>
                <a:cubicBezTo>
                  <a:pt x="1329" y="43"/>
                  <a:pt x="1324" y="50"/>
                  <a:pt x="1315" y="50"/>
                </a:cubicBezTo>
                <a:cubicBezTo>
                  <a:pt x="1306" y="50"/>
                  <a:pt x="1301" y="43"/>
                  <a:pt x="1301" y="30"/>
                </a:cubicBezTo>
                <a:cubicBezTo>
                  <a:pt x="1301" y="16"/>
                  <a:pt x="1306" y="9"/>
                  <a:pt x="1315" y="9"/>
                </a:cubicBezTo>
                <a:close/>
                <a:moveTo>
                  <a:pt x="1375" y="57"/>
                </a:moveTo>
                <a:cubicBezTo>
                  <a:pt x="1375" y="33"/>
                  <a:pt x="1375" y="33"/>
                  <a:pt x="1375" y="33"/>
                </a:cubicBezTo>
                <a:cubicBezTo>
                  <a:pt x="1397" y="33"/>
                  <a:pt x="1397" y="33"/>
                  <a:pt x="1397" y="33"/>
                </a:cubicBezTo>
                <a:cubicBezTo>
                  <a:pt x="1397" y="24"/>
                  <a:pt x="1397" y="24"/>
                  <a:pt x="1397" y="24"/>
                </a:cubicBezTo>
                <a:cubicBezTo>
                  <a:pt x="1375" y="24"/>
                  <a:pt x="1375" y="24"/>
                  <a:pt x="1375" y="24"/>
                </a:cubicBezTo>
                <a:cubicBezTo>
                  <a:pt x="1375" y="11"/>
                  <a:pt x="1375" y="11"/>
                  <a:pt x="1375" y="11"/>
                </a:cubicBezTo>
                <a:cubicBezTo>
                  <a:pt x="1399" y="11"/>
                  <a:pt x="1399" y="11"/>
                  <a:pt x="1399" y="11"/>
                </a:cubicBezTo>
                <a:cubicBezTo>
                  <a:pt x="1399" y="2"/>
                  <a:pt x="1399" y="2"/>
                  <a:pt x="1399" y="2"/>
                </a:cubicBezTo>
                <a:cubicBezTo>
                  <a:pt x="1363" y="2"/>
                  <a:pt x="1363" y="2"/>
                  <a:pt x="1363" y="2"/>
                </a:cubicBezTo>
                <a:cubicBezTo>
                  <a:pt x="1363" y="57"/>
                  <a:pt x="1363" y="57"/>
                  <a:pt x="1363" y="57"/>
                </a:cubicBezTo>
                <a:cubicBezTo>
                  <a:pt x="1375" y="57"/>
                  <a:pt x="1375" y="57"/>
                  <a:pt x="1375" y="57"/>
                </a:cubicBezTo>
                <a:close/>
                <a:moveTo>
                  <a:pt x="1431" y="11"/>
                </a:moveTo>
                <a:cubicBezTo>
                  <a:pt x="1448" y="11"/>
                  <a:pt x="1448" y="11"/>
                  <a:pt x="1448" y="11"/>
                </a:cubicBezTo>
                <a:cubicBezTo>
                  <a:pt x="1448" y="57"/>
                  <a:pt x="1448" y="57"/>
                  <a:pt x="1448" y="57"/>
                </a:cubicBezTo>
                <a:cubicBezTo>
                  <a:pt x="1459" y="57"/>
                  <a:pt x="1459" y="57"/>
                  <a:pt x="1459" y="57"/>
                </a:cubicBezTo>
                <a:cubicBezTo>
                  <a:pt x="1459" y="11"/>
                  <a:pt x="1459" y="11"/>
                  <a:pt x="1459" y="11"/>
                </a:cubicBezTo>
                <a:cubicBezTo>
                  <a:pt x="1476" y="11"/>
                  <a:pt x="1476" y="11"/>
                  <a:pt x="1476" y="11"/>
                </a:cubicBezTo>
                <a:cubicBezTo>
                  <a:pt x="1476" y="2"/>
                  <a:pt x="1476" y="2"/>
                  <a:pt x="1476" y="2"/>
                </a:cubicBezTo>
                <a:cubicBezTo>
                  <a:pt x="1431" y="2"/>
                  <a:pt x="1431" y="2"/>
                  <a:pt x="1431" y="2"/>
                </a:cubicBezTo>
                <a:cubicBezTo>
                  <a:pt x="1431" y="11"/>
                  <a:pt x="1431" y="11"/>
                  <a:pt x="1431" y="11"/>
                </a:cubicBezTo>
                <a:close/>
                <a:moveTo>
                  <a:pt x="1495" y="57"/>
                </a:moveTo>
                <a:cubicBezTo>
                  <a:pt x="1532" y="57"/>
                  <a:pt x="1532" y="57"/>
                  <a:pt x="1532" y="57"/>
                </a:cubicBezTo>
                <a:cubicBezTo>
                  <a:pt x="1532" y="48"/>
                  <a:pt x="1532" y="48"/>
                  <a:pt x="1532" y="48"/>
                </a:cubicBezTo>
                <a:cubicBezTo>
                  <a:pt x="1507" y="48"/>
                  <a:pt x="1507" y="48"/>
                  <a:pt x="1507" y="48"/>
                </a:cubicBezTo>
                <a:cubicBezTo>
                  <a:pt x="1507" y="33"/>
                  <a:pt x="1507" y="33"/>
                  <a:pt x="1507" y="33"/>
                </a:cubicBezTo>
                <a:cubicBezTo>
                  <a:pt x="1530" y="33"/>
                  <a:pt x="1530" y="33"/>
                  <a:pt x="1530" y="33"/>
                </a:cubicBezTo>
                <a:cubicBezTo>
                  <a:pt x="1530" y="24"/>
                  <a:pt x="1530" y="24"/>
                  <a:pt x="1530" y="24"/>
                </a:cubicBezTo>
                <a:cubicBezTo>
                  <a:pt x="1507" y="24"/>
                  <a:pt x="1507" y="24"/>
                  <a:pt x="1507" y="24"/>
                </a:cubicBezTo>
                <a:cubicBezTo>
                  <a:pt x="1507" y="11"/>
                  <a:pt x="1507" y="11"/>
                  <a:pt x="1507" y="11"/>
                </a:cubicBezTo>
                <a:cubicBezTo>
                  <a:pt x="1531" y="11"/>
                  <a:pt x="1531" y="11"/>
                  <a:pt x="1531" y="11"/>
                </a:cubicBezTo>
                <a:cubicBezTo>
                  <a:pt x="1531" y="2"/>
                  <a:pt x="1531" y="2"/>
                  <a:pt x="1531" y="2"/>
                </a:cubicBezTo>
                <a:cubicBezTo>
                  <a:pt x="1495" y="2"/>
                  <a:pt x="1495" y="2"/>
                  <a:pt x="1495" y="2"/>
                </a:cubicBezTo>
                <a:cubicBezTo>
                  <a:pt x="1495" y="57"/>
                  <a:pt x="1495" y="57"/>
                  <a:pt x="1495" y="57"/>
                </a:cubicBezTo>
                <a:close/>
                <a:moveTo>
                  <a:pt x="1599" y="20"/>
                </a:moveTo>
                <a:cubicBezTo>
                  <a:pt x="1598" y="7"/>
                  <a:pt x="1590" y="1"/>
                  <a:pt x="1576" y="0"/>
                </a:cubicBezTo>
                <a:cubicBezTo>
                  <a:pt x="1561" y="1"/>
                  <a:pt x="1553" y="11"/>
                  <a:pt x="1553" y="30"/>
                </a:cubicBezTo>
                <a:cubicBezTo>
                  <a:pt x="1553" y="48"/>
                  <a:pt x="1561" y="57"/>
                  <a:pt x="1576" y="58"/>
                </a:cubicBezTo>
                <a:cubicBezTo>
                  <a:pt x="1590" y="58"/>
                  <a:pt x="1598" y="51"/>
                  <a:pt x="1599" y="39"/>
                </a:cubicBezTo>
                <a:cubicBezTo>
                  <a:pt x="1586" y="39"/>
                  <a:pt x="1586" y="39"/>
                  <a:pt x="1586" y="39"/>
                </a:cubicBezTo>
                <a:cubicBezTo>
                  <a:pt x="1586" y="46"/>
                  <a:pt x="1583" y="49"/>
                  <a:pt x="1576" y="50"/>
                </a:cubicBezTo>
                <a:cubicBezTo>
                  <a:pt x="1569" y="49"/>
                  <a:pt x="1566" y="43"/>
                  <a:pt x="1565" y="30"/>
                </a:cubicBezTo>
                <a:cubicBezTo>
                  <a:pt x="1566" y="16"/>
                  <a:pt x="1569" y="10"/>
                  <a:pt x="1576" y="9"/>
                </a:cubicBezTo>
                <a:cubicBezTo>
                  <a:pt x="1582" y="9"/>
                  <a:pt x="1586" y="13"/>
                  <a:pt x="1586" y="20"/>
                </a:cubicBezTo>
                <a:cubicBezTo>
                  <a:pt x="1599" y="20"/>
                  <a:pt x="1599" y="20"/>
                  <a:pt x="1599" y="20"/>
                </a:cubicBezTo>
                <a:close/>
                <a:moveTo>
                  <a:pt x="1631" y="57"/>
                </a:moveTo>
                <a:cubicBezTo>
                  <a:pt x="1631" y="33"/>
                  <a:pt x="1631" y="33"/>
                  <a:pt x="1631" y="33"/>
                </a:cubicBezTo>
                <a:cubicBezTo>
                  <a:pt x="1652" y="33"/>
                  <a:pt x="1652" y="33"/>
                  <a:pt x="1652" y="33"/>
                </a:cubicBezTo>
                <a:cubicBezTo>
                  <a:pt x="1652" y="57"/>
                  <a:pt x="1652" y="57"/>
                  <a:pt x="1652" y="57"/>
                </a:cubicBezTo>
                <a:cubicBezTo>
                  <a:pt x="1664" y="57"/>
                  <a:pt x="1664" y="57"/>
                  <a:pt x="1664" y="57"/>
                </a:cubicBezTo>
                <a:cubicBezTo>
                  <a:pt x="1664" y="2"/>
                  <a:pt x="1664" y="2"/>
                  <a:pt x="1664" y="2"/>
                </a:cubicBezTo>
                <a:cubicBezTo>
                  <a:pt x="1652" y="2"/>
                  <a:pt x="1652" y="2"/>
                  <a:pt x="1652" y="2"/>
                </a:cubicBezTo>
                <a:cubicBezTo>
                  <a:pt x="1652" y="24"/>
                  <a:pt x="1652" y="24"/>
                  <a:pt x="1652" y="24"/>
                </a:cubicBezTo>
                <a:cubicBezTo>
                  <a:pt x="1631" y="24"/>
                  <a:pt x="1631" y="24"/>
                  <a:pt x="1631" y="24"/>
                </a:cubicBezTo>
                <a:cubicBezTo>
                  <a:pt x="1631" y="2"/>
                  <a:pt x="1631" y="2"/>
                  <a:pt x="1631" y="2"/>
                </a:cubicBezTo>
                <a:cubicBezTo>
                  <a:pt x="1620" y="2"/>
                  <a:pt x="1620" y="2"/>
                  <a:pt x="1620" y="2"/>
                </a:cubicBezTo>
                <a:cubicBezTo>
                  <a:pt x="1620" y="57"/>
                  <a:pt x="1620" y="57"/>
                  <a:pt x="1620" y="57"/>
                </a:cubicBezTo>
                <a:cubicBezTo>
                  <a:pt x="1631" y="57"/>
                  <a:pt x="1631" y="57"/>
                  <a:pt x="1631" y="57"/>
                </a:cubicBezTo>
                <a:close/>
                <a:moveTo>
                  <a:pt x="1737" y="57"/>
                </a:moveTo>
                <a:cubicBezTo>
                  <a:pt x="1737" y="2"/>
                  <a:pt x="1737" y="2"/>
                  <a:pt x="1737" y="2"/>
                </a:cubicBezTo>
                <a:cubicBezTo>
                  <a:pt x="1726" y="2"/>
                  <a:pt x="1726" y="2"/>
                  <a:pt x="1726" y="2"/>
                </a:cubicBezTo>
                <a:cubicBezTo>
                  <a:pt x="1726" y="45"/>
                  <a:pt x="1726" y="45"/>
                  <a:pt x="1726" y="45"/>
                </a:cubicBezTo>
                <a:cubicBezTo>
                  <a:pt x="1725" y="45"/>
                  <a:pt x="1725" y="45"/>
                  <a:pt x="1725" y="45"/>
                </a:cubicBezTo>
                <a:cubicBezTo>
                  <a:pt x="1705" y="2"/>
                  <a:pt x="1705" y="2"/>
                  <a:pt x="1705" y="2"/>
                </a:cubicBezTo>
                <a:cubicBezTo>
                  <a:pt x="1687" y="2"/>
                  <a:pt x="1687" y="2"/>
                  <a:pt x="1687" y="2"/>
                </a:cubicBezTo>
                <a:cubicBezTo>
                  <a:pt x="1687" y="57"/>
                  <a:pt x="1687" y="57"/>
                  <a:pt x="1687" y="57"/>
                </a:cubicBezTo>
                <a:cubicBezTo>
                  <a:pt x="1698" y="57"/>
                  <a:pt x="1698" y="57"/>
                  <a:pt x="1698" y="57"/>
                </a:cubicBezTo>
                <a:cubicBezTo>
                  <a:pt x="1698" y="11"/>
                  <a:pt x="1698" y="11"/>
                  <a:pt x="1698" y="11"/>
                </a:cubicBezTo>
                <a:cubicBezTo>
                  <a:pt x="1699" y="11"/>
                  <a:pt x="1699" y="11"/>
                  <a:pt x="1699" y="11"/>
                </a:cubicBezTo>
                <a:cubicBezTo>
                  <a:pt x="1720" y="57"/>
                  <a:pt x="1720" y="57"/>
                  <a:pt x="1720" y="57"/>
                </a:cubicBezTo>
                <a:cubicBezTo>
                  <a:pt x="1737" y="57"/>
                  <a:pt x="1737" y="57"/>
                  <a:pt x="1737" y="57"/>
                </a:cubicBezTo>
                <a:close/>
                <a:moveTo>
                  <a:pt x="1784" y="58"/>
                </a:moveTo>
                <a:cubicBezTo>
                  <a:pt x="1801" y="57"/>
                  <a:pt x="1810" y="48"/>
                  <a:pt x="1810" y="30"/>
                </a:cubicBezTo>
                <a:cubicBezTo>
                  <a:pt x="1810" y="11"/>
                  <a:pt x="1801" y="1"/>
                  <a:pt x="1784" y="0"/>
                </a:cubicBezTo>
                <a:cubicBezTo>
                  <a:pt x="1767" y="1"/>
                  <a:pt x="1759" y="11"/>
                  <a:pt x="1758" y="30"/>
                </a:cubicBezTo>
                <a:cubicBezTo>
                  <a:pt x="1759" y="48"/>
                  <a:pt x="1767" y="57"/>
                  <a:pt x="1784" y="58"/>
                </a:cubicBezTo>
                <a:close/>
                <a:moveTo>
                  <a:pt x="1784" y="9"/>
                </a:moveTo>
                <a:cubicBezTo>
                  <a:pt x="1793" y="9"/>
                  <a:pt x="1798" y="16"/>
                  <a:pt x="1798" y="30"/>
                </a:cubicBezTo>
                <a:cubicBezTo>
                  <a:pt x="1798" y="43"/>
                  <a:pt x="1793" y="50"/>
                  <a:pt x="1784" y="50"/>
                </a:cubicBezTo>
                <a:cubicBezTo>
                  <a:pt x="1775" y="50"/>
                  <a:pt x="1771" y="43"/>
                  <a:pt x="1771" y="30"/>
                </a:cubicBezTo>
                <a:cubicBezTo>
                  <a:pt x="1771" y="16"/>
                  <a:pt x="1775" y="9"/>
                  <a:pt x="1784" y="9"/>
                </a:cubicBezTo>
                <a:close/>
                <a:moveTo>
                  <a:pt x="1868" y="57"/>
                </a:moveTo>
                <a:cubicBezTo>
                  <a:pt x="1868" y="48"/>
                  <a:pt x="1868" y="48"/>
                  <a:pt x="1868" y="48"/>
                </a:cubicBezTo>
                <a:cubicBezTo>
                  <a:pt x="1844" y="48"/>
                  <a:pt x="1844" y="48"/>
                  <a:pt x="1844" y="48"/>
                </a:cubicBezTo>
                <a:cubicBezTo>
                  <a:pt x="1844" y="2"/>
                  <a:pt x="1844" y="2"/>
                  <a:pt x="1844" y="2"/>
                </a:cubicBezTo>
                <a:cubicBezTo>
                  <a:pt x="1833" y="2"/>
                  <a:pt x="1833" y="2"/>
                  <a:pt x="1833" y="2"/>
                </a:cubicBezTo>
                <a:cubicBezTo>
                  <a:pt x="1833" y="57"/>
                  <a:pt x="1833" y="57"/>
                  <a:pt x="1833" y="57"/>
                </a:cubicBezTo>
                <a:cubicBezTo>
                  <a:pt x="1868" y="57"/>
                  <a:pt x="1868" y="57"/>
                  <a:pt x="1868" y="57"/>
                </a:cubicBezTo>
                <a:close/>
                <a:moveTo>
                  <a:pt x="1913" y="58"/>
                </a:moveTo>
                <a:cubicBezTo>
                  <a:pt x="1929" y="57"/>
                  <a:pt x="1938" y="48"/>
                  <a:pt x="1939" y="30"/>
                </a:cubicBezTo>
                <a:cubicBezTo>
                  <a:pt x="1938" y="11"/>
                  <a:pt x="1929" y="1"/>
                  <a:pt x="1913" y="0"/>
                </a:cubicBezTo>
                <a:cubicBezTo>
                  <a:pt x="1896" y="1"/>
                  <a:pt x="1887" y="11"/>
                  <a:pt x="1886" y="30"/>
                </a:cubicBezTo>
                <a:cubicBezTo>
                  <a:pt x="1887" y="48"/>
                  <a:pt x="1896" y="57"/>
                  <a:pt x="1913" y="58"/>
                </a:cubicBezTo>
                <a:close/>
                <a:moveTo>
                  <a:pt x="1913" y="9"/>
                </a:moveTo>
                <a:cubicBezTo>
                  <a:pt x="1922" y="9"/>
                  <a:pt x="1926" y="16"/>
                  <a:pt x="1926" y="30"/>
                </a:cubicBezTo>
                <a:cubicBezTo>
                  <a:pt x="1926" y="43"/>
                  <a:pt x="1922" y="50"/>
                  <a:pt x="1913" y="50"/>
                </a:cubicBezTo>
                <a:cubicBezTo>
                  <a:pt x="1903" y="50"/>
                  <a:pt x="1899" y="43"/>
                  <a:pt x="1899" y="30"/>
                </a:cubicBezTo>
                <a:cubicBezTo>
                  <a:pt x="1899" y="16"/>
                  <a:pt x="1903" y="9"/>
                  <a:pt x="1913" y="9"/>
                </a:cubicBezTo>
                <a:close/>
                <a:moveTo>
                  <a:pt x="1997" y="37"/>
                </a:moveTo>
                <a:cubicBezTo>
                  <a:pt x="1997" y="48"/>
                  <a:pt x="1997" y="48"/>
                  <a:pt x="1997" y="48"/>
                </a:cubicBezTo>
                <a:cubicBezTo>
                  <a:pt x="1997" y="49"/>
                  <a:pt x="1997" y="49"/>
                  <a:pt x="1997" y="48"/>
                </a:cubicBezTo>
                <a:cubicBezTo>
                  <a:pt x="1993" y="49"/>
                  <a:pt x="1989" y="50"/>
                  <a:pt x="1986" y="50"/>
                </a:cubicBezTo>
                <a:cubicBezTo>
                  <a:pt x="1976" y="49"/>
                  <a:pt x="1971" y="43"/>
                  <a:pt x="1971" y="30"/>
                </a:cubicBezTo>
                <a:cubicBezTo>
                  <a:pt x="1971" y="16"/>
                  <a:pt x="1976" y="9"/>
                  <a:pt x="1986" y="9"/>
                </a:cubicBezTo>
                <a:cubicBezTo>
                  <a:pt x="1994" y="9"/>
                  <a:pt x="1997" y="12"/>
                  <a:pt x="1997" y="18"/>
                </a:cubicBezTo>
                <a:cubicBezTo>
                  <a:pt x="2010" y="18"/>
                  <a:pt x="2010" y="18"/>
                  <a:pt x="2010" y="18"/>
                </a:cubicBezTo>
                <a:cubicBezTo>
                  <a:pt x="2010" y="6"/>
                  <a:pt x="2001" y="0"/>
                  <a:pt x="1984" y="0"/>
                </a:cubicBezTo>
                <a:cubicBezTo>
                  <a:pt x="1968" y="2"/>
                  <a:pt x="1959" y="11"/>
                  <a:pt x="1959" y="30"/>
                </a:cubicBezTo>
                <a:cubicBezTo>
                  <a:pt x="1959" y="47"/>
                  <a:pt x="1968" y="57"/>
                  <a:pt x="1984" y="58"/>
                </a:cubicBezTo>
                <a:cubicBezTo>
                  <a:pt x="1989" y="58"/>
                  <a:pt x="1994" y="58"/>
                  <a:pt x="1997" y="57"/>
                </a:cubicBezTo>
                <a:cubicBezTo>
                  <a:pt x="2001" y="57"/>
                  <a:pt x="2005" y="57"/>
                  <a:pt x="2009" y="55"/>
                </a:cubicBezTo>
                <a:cubicBezTo>
                  <a:pt x="2009" y="27"/>
                  <a:pt x="2009" y="27"/>
                  <a:pt x="2009" y="27"/>
                </a:cubicBezTo>
                <a:cubicBezTo>
                  <a:pt x="1987" y="27"/>
                  <a:pt x="1987" y="27"/>
                  <a:pt x="1987" y="27"/>
                </a:cubicBezTo>
                <a:cubicBezTo>
                  <a:pt x="1987" y="37"/>
                  <a:pt x="1987" y="37"/>
                  <a:pt x="1987" y="37"/>
                </a:cubicBezTo>
                <a:cubicBezTo>
                  <a:pt x="1997" y="37"/>
                  <a:pt x="1997" y="37"/>
                  <a:pt x="1997" y="37"/>
                </a:cubicBezTo>
                <a:close/>
                <a:moveTo>
                  <a:pt x="2048" y="57"/>
                </a:moveTo>
                <a:cubicBezTo>
                  <a:pt x="2059" y="57"/>
                  <a:pt x="2059" y="57"/>
                  <a:pt x="2059" y="57"/>
                </a:cubicBezTo>
                <a:cubicBezTo>
                  <a:pt x="2059" y="39"/>
                  <a:pt x="2059" y="39"/>
                  <a:pt x="2059" y="39"/>
                </a:cubicBezTo>
                <a:cubicBezTo>
                  <a:pt x="2078" y="2"/>
                  <a:pt x="2078" y="2"/>
                  <a:pt x="2078" y="2"/>
                </a:cubicBezTo>
                <a:cubicBezTo>
                  <a:pt x="2066" y="2"/>
                  <a:pt x="2066" y="2"/>
                  <a:pt x="2066" y="2"/>
                </a:cubicBezTo>
                <a:cubicBezTo>
                  <a:pt x="2054" y="27"/>
                  <a:pt x="2054" y="27"/>
                  <a:pt x="2054" y="27"/>
                </a:cubicBezTo>
                <a:cubicBezTo>
                  <a:pt x="2043" y="2"/>
                  <a:pt x="2043" y="2"/>
                  <a:pt x="2043" y="2"/>
                </a:cubicBezTo>
                <a:cubicBezTo>
                  <a:pt x="2029" y="2"/>
                  <a:pt x="2029" y="2"/>
                  <a:pt x="2029" y="2"/>
                </a:cubicBezTo>
                <a:cubicBezTo>
                  <a:pt x="2048" y="39"/>
                  <a:pt x="2048" y="39"/>
                  <a:pt x="2048" y="39"/>
                </a:cubicBezTo>
                <a:lnTo>
                  <a:pt x="2048" y="57"/>
                </a:lnTo>
                <a:close/>
              </a:path>
            </a:pathLst>
          </a:custGeom>
          <a:solidFill>
            <a:srgbClr val="B60005"/>
          </a:solidFill>
          <a:ln>
            <a:noFill/>
          </a:ln>
        </p:spPr>
        <p:txBody>
          <a:bodyPr anchor="ctr"/>
          <a:lstStyle/>
          <a:p>
            <a:pPr algn="ctr">
              <a:buNone/>
            </a:pPr>
          </a:p>
        </p:txBody>
      </p:sp>
      <p:sp>
        <p:nvSpPr>
          <p:cNvPr id="10" name="îṩḻïḓé"/>
          <p:cNvSpPr>
            <a:spLocks noGrp="1"/>
          </p:cNvSpPr>
          <p:nvPr/>
        </p:nvSpPr>
        <p:spPr>
          <a:xfrm>
            <a:off x="396240" y="270441"/>
            <a:ext cx="463185" cy="471466"/>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14" name="灯片编号占位符 5"/>
          <p:cNvSpPr>
            <a:spLocks noGrp="1"/>
          </p:cNvSpPr>
          <p:nvPr>
            <p:ph type="sldNum" idx="4"/>
          </p:nvPr>
        </p:nvSpPr>
        <p:spPr>
          <a:xfrm>
            <a:off x="11241024" y="6222435"/>
            <a:ext cx="637032" cy="365125"/>
          </a:xfrm>
          <a:prstGeom prst="rect">
            <a:avLst/>
          </a:prstGeom>
        </p:spPr>
        <p:txBody>
          <a:bodyPr vert="horz" lIns="91440" tIns="45720" rIns="91440" bIns="45720" anchor="ctr"/>
          <a:lstStyle>
            <a:lvl1pPr algn="r">
              <a:buNone/>
              <a:defRPr sz="1400">
                <a:solidFill>
                  <a:schemeClr val="tx1">
                    <a:tint val="75000"/>
                  </a:schemeClr>
                </a:solidFill>
                <a:latin typeface="书体坊安景臣钢笔行书"/>
                <a:ea typeface="书体坊安景臣钢笔行书"/>
                <a:cs typeface="书体坊安景臣钢笔行书"/>
              </a:defRPr>
            </a:lvl1pPr>
          </a:lstStyle>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2">
    <p:spTree>
      <p:nvGrpSpPr>
        <p:cNvPr id="1" name=""/>
        <p:cNvGrpSpPr/>
        <p:nvPr/>
      </p:nvGrpSpPr>
      <p:grpSpPr/>
      <p:sp>
        <p:nvSpPr>
          <p:cNvPr id="10" name="矩形 9"/>
          <p:cNvSpPr>
            <a:spLocks noGrp="1"/>
          </p:cNvSpPr>
          <p:nvPr/>
        </p:nvSpPr>
        <p:spPr>
          <a:xfrm>
            <a:off x="0" y="0"/>
            <a:ext cx="12192000" cy="3429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4" name="矩形 3"/>
          <p:cNvSpPr>
            <a:spLocks noGrp="1"/>
          </p:cNvSpPr>
          <p:nvPr/>
        </p:nvSpPr>
        <p:spPr>
          <a:xfrm>
            <a:off x="550863" y="549275"/>
            <a:ext cx="11090275" cy="5759450"/>
          </a:xfrm>
          <a:prstGeom prst="rect">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5" name="直接连接符 4"/>
          <p:cNvSpPr>
            <a:spLocks noGrp="1"/>
          </p:cNvSpPr>
          <p:nvPr/>
        </p:nvSpPr>
        <p:spPr>
          <a:xfrm flipH="1">
            <a:off x="212725" y="6072346"/>
            <a:ext cx="67627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sp>
      <p:sp>
        <p:nvSpPr>
          <p:cNvPr id="6" name="直接连接符 5"/>
          <p:cNvSpPr>
            <a:spLocks noGrp="1"/>
          </p:cNvSpPr>
          <p:nvPr/>
        </p:nvSpPr>
        <p:spPr>
          <a:xfrm flipH="1" flipV="1">
            <a:off x="750888" y="5890093"/>
            <a:ext cx="0" cy="666075"/>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sp>
      <p:sp>
        <p:nvSpPr>
          <p:cNvPr id="7" name="直接连接符 6"/>
          <p:cNvSpPr>
            <a:spLocks noGrp="1"/>
          </p:cNvSpPr>
          <p:nvPr/>
        </p:nvSpPr>
        <p:spPr>
          <a:xfrm flipH="1">
            <a:off x="-11287805" y="6072346"/>
            <a:ext cx="67627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sp>
      <p:sp>
        <p:nvSpPr>
          <p:cNvPr id="8" name="直接连接符 7"/>
          <p:cNvSpPr>
            <a:spLocks noGrp="1"/>
          </p:cNvSpPr>
          <p:nvPr/>
        </p:nvSpPr>
        <p:spPr>
          <a:xfrm flipH="1" flipV="1">
            <a:off x="-11825968" y="5890093"/>
            <a:ext cx="0" cy="666075"/>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7450667" y="541846"/>
            <a:ext cx="5785944" cy="5759448"/>
          </a:xfrm>
          <a:prstGeom prst="rect">
            <a:avLst/>
          </a:prstGeom>
          <a:blipFill rotWithShape="1">
            <a:blip r:embed="rId2">
              <a:alphaModFix amt="3000"/>
            </a:blip>
            <a:srcRect/>
            <a:stretch>
              <a:fillRect l="1610" t="460" r="1610" b="46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13" name="文本框 12"/>
          <p:cNvSpPr>
            <a:spLocks noGrp="1"/>
          </p:cNvSpPr>
          <p:nvPr/>
        </p:nvSpPr>
        <p:spPr>
          <a:xfrm>
            <a:off x="976629" y="1151962"/>
            <a:ext cx="1551305" cy="646330"/>
          </a:xfrm>
          <a:prstGeom prst="rect">
            <a:avLst/>
          </a:prstGeom>
          <a:noFill/>
        </p:spPr>
        <p:txBody>
          <a:bodyPr wrap="square">
            <a:spAutoFit/>
          </a:bodyPr>
          <a:lstStyle/>
          <a:p>
            <a:pPr>
              <a:buNone/>
            </a:pPr>
            <a:r>
              <a:rPr sz="3600" spc="600">
                <a:solidFill>
                  <a:srgbClr val="C00000"/>
                </a:solidFill>
                <a:latin typeface="思源宋体 CN Heavy"/>
                <a:ea typeface="思源宋体 CN Heavy"/>
                <a:cs typeface="思源宋体 CN Heavy"/>
              </a:rPr>
              <a:t>目录</a:t>
            </a:r>
            <a:endParaRPr sz="3600" spc="600">
              <a:solidFill>
                <a:srgbClr val="C00000"/>
              </a:solidFill>
              <a:latin typeface="思源宋体 CN Heavy"/>
              <a:ea typeface="思源宋体 CN Heavy"/>
              <a:cs typeface="思源宋体 CN Heavy"/>
            </a:endParaRPr>
          </a:p>
        </p:txBody>
      </p:sp>
      <p:sp>
        <p:nvSpPr>
          <p:cNvPr id="14" name="文本框 13"/>
          <p:cNvSpPr>
            <a:spLocks noGrp="1"/>
          </p:cNvSpPr>
          <p:nvPr/>
        </p:nvSpPr>
        <p:spPr>
          <a:xfrm>
            <a:off x="993555" y="1713596"/>
            <a:ext cx="1463892" cy="338553"/>
          </a:xfrm>
          <a:prstGeom prst="rect">
            <a:avLst/>
          </a:prstGeom>
          <a:noFill/>
        </p:spPr>
        <p:txBody>
          <a:bodyPr wrap="square">
            <a:spAutoFit/>
          </a:bodyPr>
          <a:lstStyle/>
          <a:p>
            <a:pPr>
              <a:buNone/>
            </a:pPr>
            <a:r>
              <a:rPr sz="1600" spc="100" baseline="0">
                <a:solidFill>
                  <a:srgbClr val="C00000"/>
                </a:solidFill>
                <a:latin typeface="Alibaba Sans Medium"/>
                <a:ea typeface="Alibaba Sans Medium"/>
                <a:cs typeface="Alibaba Sans Medium"/>
              </a:rPr>
              <a:t>CONTENTS</a:t>
            </a:r>
            <a:endParaRPr sz="1600" spc="100" baseline="0">
              <a:solidFill>
                <a:srgbClr val="C00000"/>
              </a:solidFill>
              <a:latin typeface="Alibaba Sans Medium"/>
              <a:ea typeface="Alibaba Sans Medium"/>
              <a:cs typeface="Alibaba Sans Medium"/>
            </a:endParaRPr>
          </a:p>
        </p:txBody>
      </p:sp>
      <p:sp>
        <p:nvSpPr>
          <p:cNvPr id="15" name="直接连接符 14"/>
          <p:cNvSpPr>
            <a:spLocks noGrp="1"/>
          </p:cNvSpPr>
          <p:nvPr/>
        </p:nvSpPr>
        <p:spPr>
          <a:xfrm>
            <a:off x="1090745" y="1085850"/>
            <a:ext cx="12600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sp>
      <p:sp>
        <p:nvSpPr>
          <p:cNvPr id="17" name="直接连接符 16"/>
          <p:cNvSpPr>
            <a:spLocks noGrp="1"/>
          </p:cNvSpPr>
          <p:nvPr/>
        </p:nvSpPr>
        <p:spPr>
          <a:xfrm>
            <a:off x="1090745" y="2053470"/>
            <a:ext cx="12600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4">
    <p:spTree>
      <p:nvGrpSpPr>
        <p:cNvPr id="1" name=""/>
        <p:cNvGrpSpPr/>
        <p:nvPr/>
      </p:nvGrpSpPr>
      <p:grpSpPr/>
      <p:sp>
        <p:nvSpPr>
          <p:cNvPr id="26" name="深红边"/>
          <p:cNvSpPr>
            <a:spLocks noGrp="1"/>
          </p:cNvSpPr>
          <p:nvPr/>
        </p:nvSpPr>
        <p:spPr>
          <a:xfrm>
            <a:off x="752703" y="1450164"/>
            <a:ext cx="3974621" cy="3974621"/>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46" name="矩形 45"/>
          <p:cNvSpPr>
            <a:spLocks noGrp="1"/>
          </p:cNvSpPr>
          <p:nvPr/>
        </p:nvSpPr>
        <p:spPr>
          <a:xfrm>
            <a:off x="0" y="2168524"/>
            <a:ext cx="12192000" cy="252095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0" name="红圆 59"/>
          <p:cNvSpPr>
            <a:spLocks noGrp="1"/>
          </p:cNvSpPr>
          <p:nvPr/>
        </p:nvSpPr>
        <p:spPr>
          <a:xfrm>
            <a:off x="822026" y="1519487"/>
            <a:ext cx="3835975" cy="3835975"/>
          </a:xfrm>
          <a:prstGeom prst="ellipse">
            <a:avLst/>
          </a:prstGeom>
          <a:solidFill>
            <a:schemeClr val="tx2">
              <a:lumMod val="7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5" name="阴影底"/>
          <p:cNvSpPr>
            <a:spLocks noGrp="1"/>
          </p:cNvSpPr>
          <p:nvPr/>
        </p:nvSpPr>
        <p:spPr>
          <a:xfrm>
            <a:off x="1189676" y="1887137"/>
            <a:ext cx="3100675" cy="3100675"/>
          </a:xfrm>
          <a:prstGeom prst="ellipse">
            <a:avLst/>
          </a:prstGeom>
          <a:gradFill flip="none" rotWithShape="1">
            <a:gsLst>
              <a:gs pos="0">
                <a:schemeClr val="accent1">
                  <a:lumMod val="5000"/>
                  <a:lumOff val="95000"/>
                  <a:alpha val="0"/>
                </a:schemeClr>
              </a:gs>
              <a:gs pos="77000">
                <a:schemeClr val="tx1">
                  <a:alpha val="1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1" name="白底圆"/>
          <p:cNvSpPr>
            <a:spLocks noGrp="1"/>
          </p:cNvSpPr>
          <p:nvPr/>
        </p:nvSpPr>
        <p:spPr>
          <a:xfrm>
            <a:off x="1289639" y="1987100"/>
            <a:ext cx="2900749" cy="290074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62" name="îş1idè"/>
          <p:cNvSpPr>
            <a:spLocks noGrp="1"/>
          </p:cNvSpPr>
          <p:nvPr/>
        </p:nvSpPr>
        <p:spPr>
          <a:xfrm>
            <a:off x="1653149" y="2331179"/>
            <a:ext cx="2173728" cy="2212591"/>
          </a:xfrm>
          <a:custGeom>
            <a:avLst/>
            <a:gdLst>
              <a:gd name="T0" fmla="*/ 606 w 808"/>
              <a:gd name="T1" fmla="*/ 701 h 821"/>
              <a:gd name="T2" fmla="*/ 597 w 808"/>
              <a:gd name="T3" fmla="*/ 703 h 821"/>
              <a:gd name="T4" fmla="*/ 597 w 808"/>
              <a:gd name="T5" fmla="*/ 684 h 821"/>
              <a:gd name="T6" fmla="*/ 620 w 808"/>
              <a:gd name="T7" fmla="*/ 651 h 821"/>
              <a:gd name="T8" fmla="*/ 606 w 808"/>
              <a:gd name="T9" fmla="*/ 661 h 821"/>
              <a:gd name="T10" fmla="*/ 584 w 808"/>
              <a:gd name="T11" fmla="*/ 659 h 821"/>
              <a:gd name="T12" fmla="*/ 591 w 808"/>
              <a:gd name="T13" fmla="*/ 642 h 821"/>
              <a:gd name="T14" fmla="*/ 597 w 808"/>
              <a:gd name="T15" fmla="*/ 649 h 821"/>
              <a:gd name="T16" fmla="*/ 620 w 808"/>
              <a:gd name="T17" fmla="*/ 619 h 821"/>
              <a:gd name="T18" fmla="*/ 636 w 808"/>
              <a:gd name="T19" fmla="*/ 634 h 821"/>
              <a:gd name="T20" fmla="*/ 623 w 808"/>
              <a:gd name="T21" fmla="*/ 679 h 821"/>
              <a:gd name="T22" fmla="*/ 620 w 808"/>
              <a:gd name="T23" fmla="*/ 692 h 821"/>
              <a:gd name="T24" fmla="*/ 177 w 808"/>
              <a:gd name="T25" fmla="*/ 710 h 821"/>
              <a:gd name="T26" fmla="*/ 216 w 808"/>
              <a:gd name="T27" fmla="*/ 643 h 821"/>
              <a:gd name="T28" fmla="*/ 233 w 808"/>
              <a:gd name="T29" fmla="*/ 632 h 821"/>
              <a:gd name="T30" fmla="*/ 209 w 808"/>
              <a:gd name="T31" fmla="*/ 667 h 821"/>
              <a:gd name="T32" fmla="*/ 245 w 808"/>
              <a:gd name="T33" fmla="*/ 647 h 821"/>
              <a:gd name="T34" fmla="*/ 246 w 808"/>
              <a:gd name="T35" fmla="*/ 676 h 821"/>
              <a:gd name="T36" fmla="*/ 228 w 808"/>
              <a:gd name="T37" fmla="*/ 694 h 821"/>
              <a:gd name="T38" fmla="*/ 203 w 808"/>
              <a:gd name="T39" fmla="*/ 719 h 821"/>
              <a:gd name="T40" fmla="*/ 207 w 808"/>
              <a:gd name="T41" fmla="*/ 683 h 821"/>
              <a:gd name="T42" fmla="*/ 446 w 808"/>
              <a:gd name="T43" fmla="*/ 698 h 821"/>
              <a:gd name="T44" fmla="*/ 444 w 808"/>
              <a:gd name="T45" fmla="*/ 686 h 821"/>
              <a:gd name="T46" fmla="*/ 445 w 808"/>
              <a:gd name="T47" fmla="*/ 674 h 821"/>
              <a:gd name="T48" fmla="*/ 434 w 808"/>
              <a:gd name="T49" fmla="*/ 668 h 821"/>
              <a:gd name="T50" fmla="*/ 438 w 808"/>
              <a:gd name="T51" fmla="*/ 651 h 821"/>
              <a:gd name="T52" fmla="*/ 456 w 808"/>
              <a:gd name="T53" fmla="*/ 644 h 821"/>
              <a:gd name="T54" fmla="*/ 465 w 808"/>
              <a:gd name="T55" fmla="*/ 643 h 821"/>
              <a:gd name="T56" fmla="*/ 457 w 808"/>
              <a:gd name="T57" fmla="*/ 675 h 821"/>
              <a:gd name="T58" fmla="*/ 455 w 808"/>
              <a:gd name="T59" fmla="*/ 690 h 821"/>
              <a:gd name="T60" fmla="*/ 265 w 808"/>
              <a:gd name="T61" fmla="*/ 713 h 821"/>
              <a:gd name="T62" fmla="*/ 562 w 808"/>
              <a:gd name="T63" fmla="*/ 715 h 821"/>
              <a:gd name="T64" fmla="*/ 292 w 808"/>
              <a:gd name="T65" fmla="*/ 705 h 821"/>
              <a:gd name="T66" fmla="*/ 300 w 808"/>
              <a:gd name="T67" fmla="*/ 666 h 821"/>
              <a:gd name="T68" fmla="*/ 285 w 808"/>
              <a:gd name="T69" fmla="*/ 672 h 821"/>
              <a:gd name="T70" fmla="*/ 302 w 808"/>
              <a:gd name="T71" fmla="*/ 650 h 821"/>
              <a:gd name="T72" fmla="*/ 307 w 808"/>
              <a:gd name="T73" fmla="*/ 637 h 821"/>
              <a:gd name="T74" fmla="*/ 319 w 808"/>
              <a:gd name="T75" fmla="*/ 648 h 821"/>
              <a:gd name="T76" fmla="*/ 305 w 808"/>
              <a:gd name="T77" fmla="*/ 696 h 821"/>
              <a:gd name="T78" fmla="*/ 511 w 808"/>
              <a:gd name="T79" fmla="*/ 689 h 821"/>
              <a:gd name="T80" fmla="*/ 538 w 808"/>
              <a:gd name="T81" fmla="*/ 638 h 821"/>
              <a:gd name="T82" fmla="*/ 529 w 808"/>
              <a:gd name="T83" fmla="*/ 700 h 821"/>
              <a:gd name="T84" fmla="*/ 241 w 808"/>
              <a:gd name="T85" fmla="*/ 701 h 821"/>
              <a:gd name="T86" fmla="*/ 469 w 808"/>
              <a:gd name="T87" fmla="*/ 701 h 821"/>
              <a:gd name="T88" fmla="*/ 447 w 808"/>
              <a:gd name="T89" fmla="*/ 705 h 821"/>
              <a:gd name="T90" fmla="*/ 349 w 808"/>
              <a:gd name="T91" fmla="*/ 697 h 821"/>
              <a:gd name="T92" fmla="*/ 371 w 808"/>
              <a:gd name="T93" fmla="*/ 665 h 821"/>
              <a:gd name="T94" fmla="*/ 400 w 808"/>
              <a:gd name="T95" fmla="*/ 667 h 821"/>
              <a:gd name="T96" fmla="*/ 375 w 808"/>
              <a:gd name="T97" fmla="*/ 697 h 821"/>
              <a:gd name="T98" fmla="*/ 220 w 808"/>
              <a:gd name="T99" fmla="*/ 683 h 821"/>
              <a:gd name="T100" fmla="*/ 223 w 808"/>
              <a:gd name="T101" fmla="*/ 690 h 821"/>
              <a:gd name="T102" fmla="*/ 318 w 808"/>
              <a:gd name="T103" fmla="*/ 697 h 821"/>
              <a:gd name="T104" fmla="*/ 206 w 808"/>
              <a:gd name="T105" fmla="*/ 674 h 821"/>
              <a:gd name="T106" fmla="*/ 311 w 808"/>
              <a:gd name="T107" fmla="*/ 660 h 821"/>
              <a:gd name="T108" fmla="*/ 614 w 808"/>
              <a:gd name="T109" fmla="*/ 661 h 821"/>
              <a:gd name="T110" fmla="*/ 607 w 808"/>
              <a:gd name="T111" fmla="*/ 650 h 821"/>
              <a:gd name="T112" fmla="*/ 217 w 808"/>
              <a:gd name="T113" fmla="*/ 627 h 821"/>
              <a:gd name="T114" fmla="*/ 161 w 808"/>
              <a:gd name="T115" fmla="*/ 585 h 821"/>
              <a:gd name="T116" fmla="*/ 114 w 808"/>
              <a:gd name="T117" fmla="*/ 372 h 821"/>
              <a:gd name="T118" fmla="*/ 243 w 808"/>
              <a:gd name="T119" fmla="*/ 205 h 821"/>
              <a:gd name="T120" fmla="*/ 433 w 808"/>
              <a:gd name="T121" fmla="*/ 152 h 821"/>
              <a:gd name="T122" fmla="*/ 653 w 808"/>
              <a:gd name="T123" fmla="*/ 325 h 821"/>
              <a:gd name="T124" fmla="*/ 664 w 808"/>
              <a:gd name="T125" fmla="*/ 501 h 821"/>
            </a:gdLst>
            <a:ahLst/>
            <a:cxnLst/>
            <a:rect l="0" t="0" r="r" b="b"/>
            <a:pathLst>
              <a:path w="808" h="821">
                <a:moveTo>
                  <a:pt x="404" y="821"/>
                </a:moveTo>
                <a:cubicBezTo>
                  <a:pt x="626" y="821"/>
                  <a:pt x="808" y="637"/>
                  <a:pt x="808" y="411"/>
                </a:cubicBezTo>
                <a:cubicBezTo>
                  <a:pt x="808" y="185"/>
                  <a:pt x="626" y="0"/>
                  <a:pt x="404" y="0"/>
                </a:cubicBezTo>
                <a:cubicBezTo>
                  <a:pt x="181" y="0"/>
                  <a:pt x="0" y="185"/>
                  <a:pt x="0" y="411"/>
                </a:cubicBezTo>
                <a:cubicBezTo>
                  <a:pt x="0" y="637"/>
                  <a:pt x="181" y="821"/>
                  <a:pt x="404" y="821"/>
                </a:cubicBezTo>
                <a:close/>
                <a:moveTo>
                  <a:pt x="404" y="3"/>
                </a:moveTo>
                <a:cubicBezTo>
                  <a:pt x="474" y="48"/>
                  <a:pt x="616" y="90"/>
                  <a:pt x="583" y="158"/>
                </a:cubicBezTo>
                <a:cubicBezTo>
                  <a:pt x="638" y="106"/>
                  <a:pt x="721" y="230"/>
                  <a:pt x="785" y="285"/>
                </a:cubicBezTo>
                <a:cubicBezTo>
                  <a:pt x="765" y="362"/>
                  <a:pt x="769" y="520"/>
                  <a:pt x="693" y="507"/>
                </a:cubicBezTo>
                <a:cubicBezTo>
                  <a:pt x="761" y="544"/>
                  <a:pt x="669" y="666"/>
                  <a:pt x="644" y="734"/>
                </a:cubicBezTo>
                <a:cubicBezTo>
                  <a:pt x="567" y="740"/>
                  <a:pt x="412" y="799"/>
                  <a:pt x="405" y="723"/>
                </a:cubicBezTo>
                <a:cubicBezTo>
                  <a:pt x="392" y="797"/>
                  <a:pt x="241" y="737"/>
                  <a:pt x="161" y="732"/>
                </a:cubicBezTo>
                <a:cubicBezTo>
                  <a:pt x="134" y="658"/>
                  <a:pt x="46" y="545"/>
                  <a:pt x="113" y="509"/>
                </a:cubicBezTo>
                <a:cubicBezTo>
                  <a:pt x="35" y="520"/>
                  <a:pt x="47" y="364"/>
                  <a:pt x="23" y="284"/>
                </a:cubicBezTo>
                <a:cubicBezTo>
                  <a:pt x="90" y="245"/>
                  <a:pt x="172" y="105"/>
                  <a:pt x="229" y="159"/>
                </a:cubicBezTo>
                <a:cubicBezTo>
                  <a:pt x="197" y="85"/>
                  <a:pt x="340" y="46"/>
                  <a:pt x="404" y="3"/>
                </a:cubicBezTo>
                <a:close/>
                <a:moveTo>
                  <a:pt x="609" y="729"/>
                </a:moveTo>
                <a:cubicBezTo>
                  <a:pt x="601" y="725"/>
                  <a:pt x="601" y="725"/>
                  <a:pt x="601" y="725"/>
                </a:cubicBezTo>
                <a:cubicBezTo>
                  <a:pt x="601" y="725"/>
                  <a:pt x="601" y="725"/>
                  <a:pt x="601" y="725"/>
                </a:cubicBezTo>
                <a:cubicBezTo>
                  <a:pt x="601" y="725"/>
                  <a:pt x="601" y="725"/>
                  <a:pt x="601" y="725"/>
                </a:cubicBezTo>
                <a:cubicBezTo>
                  <a:pt x="601" y="725"/>
                  <a:pt x="601" y="725"/>
                  <a:pt x="601" y="725"/>
                </a:cubicBezTo>
                <a:cubicBezTo>
                  <a:pt x="600" y="725"/>
                  <a:pt x="600" y="725"/>
                  <a:pt x="600" y="725"/>
                </a:cubicBezTo>
                <a:cubicBezTo>
                  <a:pt x="600" y="725"/>
                  <a:pt x="600" y="725"/>
                  <a:pt x="600" y="725"/>
                </a:cubicBezTo>
                <a:cubicBezTo>
                  <a:pt x="599" y="725"/>
                  <a:pt x="599" y="725"/>
                  <a:pt x="599" y="725"/>
                </a:cubicBezTo>
                <a:cubicBezTo>
                  <a:pt x="599" y="725"/>
                  <a:pt x="599" y="725"/>
                  <a:pt x="599" y="725"/>
                </a:cubicBezTo>
                <a:cubicBezTo>
                  <a:pt x="599" y="725"/>
                  <a:pt x="599" y="725"/>
                  <a:pt x="599" y="725"/>
                </a:cubicBezTo>
                <a:cubicBezTo>
                  <a:pt x="599" y="725"/>
                  <a:pt x="599" y="725"/>
                  <a:pt x="599" y="725"/>
                </a:cubicBezTo>
                <a:cubicBezTo>
                  <a:pt x="598" y="725"/>
                  <a:pt x="598" y="725"/>
                  <a:pt x="598" y="725"/>
                </a:cubicBezTo>
                <a:cubicBezTo>
                  <a:pt x="598" y="725"/>
                  <a:pt x="598" y="725"/>
                  <a:pt x="598" y="725"/>
                </a:cubicBezTo>
                <a:cubicBezTo>
                  <a:pt x="598" y="725"/>
                  <a:pt x="598" y="725"/>
                  <a:pt x="598" y="725"/>
                </a:cubicBezTo>
                <a:cubicBezTo>
                  <a:pt x="598" y="725"/>
                  <a:pt x="598" y="725"/>
                  <a:pt x="598" y="725"/>
                </a:cubicBezTo>
                <a:cubicBezTo>
                  <a:pt x="597" y="725"/>
                  <a:pt x="597" y="725"/>
                  <a:pt x="597" y="725"/>
                </a:cubicBezTo>
                <a:cubicBezTo>
                  <a:pt x="597" y="725"/>
                  <a:pt x="597" y="725"/>
                  <a:pt x="597" y="725"/>
                </a:cubicBezTo>
                <a:cubicBezTo>
                  <a:pt x="596" y="725"/>
                  <a:pt x="596" y="725"/>
                  <a:pt x="596" y="725"/>
                </a:cubicBezTo>
                <a:cubicBezTo>
                  <a:pt x="596" y="725"/>
                  <a:pt x="596" y="725"/>
                  <a:pt x="596" y="725"/>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4"/>
                  <a:pt x="595" y="724"/>
                  <a:pt x="595" y="724"/>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3"/>
                  <a:pt x="595" y="723"/>
                  <a:pt x="595" y="723"/>
                </a:cubicBezTo>
                <a:cubicBezTo>
                  <a:pt x="595" y="722"/>
                  <a:pt x="595" y="722"/>
                  <a:pt x="595" y="722"/>
                </a:cubicBezTo>
                <a:cubicBezTo>
                  <a:pt x="595" y="722"/>
                  <a:pt x="595" y="722"/>
                  <a:pt x="595" y="722"/>
                </a:cubicBezTo>
                <a:cubicBezTo>
                  <a:pt x="596" y="722"/>
                  <a:pt x="596" y="722"/>
                  <a:pt x="596" y="722"/>
                </a:cubicBezTo>
                <a:cubicBezTo>
                  <a:pt x="596" y="722"/>
                  <a:pt x="596" y="722"/>
                  <a:pt x="596" y="722"/>
                </a:cubicBezTo>
                <a:cubicBezTo>
                  <a:pt x="598" y="722"/>
                  <a:pt x="598" y="722"/>
                  <a:pt x="598" y="722"/>
                </a:cubicBezTo>
                <a:cubicBezTo>
                  <a:pt x="598" y="722"/>
                  <a:pt x="598" y="722"/>
                  <a:pt x="598" y="722"/>
                </a:cubicBezTo>
                <a:cubicBezTo>
                  <a:pt x="600" y="722"/>
                  <a:pt x="600" y="722"/>
                  <a:pt x="600" y="722"/>
                </a:cubicBezTo>
                <a:cubicBezTo>
                  <a:pt x="600" y="722"/>
                  <a:pt x="600" y="722"/>
                  <a:pt x="600" y="722"/>
                </a:cubicBezTo>
                <a:cubicBezTo>
                  <a:pt x="602" y="722"/>
                  <a:pt x="602" y="722"/>
                  <a:pt x="602" y="722"/>
                </a:cubicBezTo>
                <a:cubicBezTo>
                  <a:pt x="602" y="722"/>
                  <a:pt x="602" y="722"/>
                  <a:pt x="602" y="722"/>
                </a:cubicBezTo>
                <a:cubicBezTo>
                  <a:pt x="603" y="722"/>
                  <a:pt x="603" y="722"/>
                  <a:pt x="603" y="722"/>
                </a:cubicBezTo>
                <a:cubicBezTo>
                  <a:pt x="603" y="722"/>
                  <a:pt x="603" y="722"/>
                  <a:pt x="603" y="722"/>
                </a:cubicBezTo>
                <a:cubicBezTo>
                  <a:pt x="605" y="722"/>
                  <a:pt x="605" y="722"/>
                  <a:pt x="605" y="722"/>
                </a:cubicBezTo>
                <a:cubicBezTo>
                  <a:pt x="605" y="722"/>
                  <a:pt x="605" y="722"/>
                  <a:pt x="605" y="722"/>
                </a:cubicBezTo>
                <a:cubicBezTo>
                  <a:pt x="606" y="721"/>
                  <a:pt x="606" y="721"/>
                  <a:pt x="606" y="721"/>
                </a:cubicBezTo>
                <a:cubicBezTo>
                  <a:pt x="606" y="721"/>
                  <a:pt x="606" y="721"/>
                  <a:pt x="606" y="721"/>
                </a:cubicBezTo>
                <a:cubicBezTo>
                  <a:pt x="608" y="719"/>
                  <a:pt x="608" y="719"/>
                  <a:pt x="608" y="719"/>
                </a:cubicBezTo>
                <a:cubicBezTo>
                  <a:pt x="608" y="719"/>
                  <a:pt x="608" y="719"/>
                  <a:pt x="608" y="719"/>
                </a:cubicBezTo>
                <a:cubicBezTo>
                  <a:pt x="608" y="717"/>
                  <a:pt x="608" y="717"/>
                  <a:pt x="608" y="717"/>
                </a:cubicBezTo>
                <a:cubicBezTo>
                  <a:pt x="608" y="717"/>
                  <a:pt x="608" y="717"/>
                  <a:pt x="608" y="717"/>
                </a:cubicBezTo>
                <a:cubicBezTo>
                  <a:pt x="608" y="715"/>
                  <a:pt x="608" y="715"/>
                  <a:pt x="608" y="715"/>
                </a:cubicBezTo>
                <a:cubicBezTo>
                  <a:pt x="608" y="715"/>
                  <a:pt x="608" y="715"/>
                  <a:pt x="608" y="715"/>
                </a:cubicBezTo>
                <a:cubicBezTo>
                  <a:pt x="608" y="712"/>
                  <a:pt x="608" y="712"/>
                  <a:pt x="608" y="712"/>
                </a:cubicBezTo>
                <a:cubicBezTo>
                  <a:pt x="608" y="712"/>
                  <a:pt x="608" y="712"/>
                  <a:pt x="608" y="712"/>
                </a:cubicBezTo>
                <a:cubicBezTo>
                  <a:pt x="608" y="710"/>
                  <a:pt x="608" y="710"/>
                  <a:pt x="608" y="710"/>
                </a:cubicBezTo>
                <a:cubicBezTo>
                  <a:pt x="608" y="710"/>
                  <a:pt x="608" y="710"/>
                  <a:pt x="608" y="710"/>
                </a:cubicBezTo>
                <a:cubicBezTo>
                  <a:pt x="608" y="707"/>
                  <a:pt x="608" y="707"/>
                  <a:pt x="608" y="707"/>
                </a:cubicBezTo>
                <a:cubicBezTo>
                  <a:pt x="608" y="707"/>
                  <a:pt x="608" y="707"/>
                  <a:pt x="608" y="707"/>
                </a:cubicBezTo>
                <a:cubicBezTo>
                  <a:pt x="608" y="705"/>
                  <a:pt x="608" y="705"/>
                  <a:pt x="608" y="705"/>
                </a:cubicBezTo>
                <a:cubicBezTo>
                  <a:pt x="608" y="705"/>
                  <a:pt x="608" y="705"/>
                  <a:pt x="608" y="705"/>
                </a:cubicBezTo>
                <a:cubicBezTo>
                  <a:pt x="608" y="702"/>
                  <a:pt x="608" y="702"/>
                  <a:pt x="608" y="702"/>
                </a:cubicBezTo>
                <a:cubicBezTo>
                  <a:pt x="608" y="702"/>
                  <a:pt x="608" y="702"/>
                  <a:pt x="608" y="702"/>
                </a:cubicBezTo>
                <a:cubicBezTo>
                  <a:pt x="608" y="700"/>
                  <a:pt x="608" y="700"/>
                  <a:pt x="608" y="700"/>
                </a:cubicBezTo>
                <a:cubicBezTo>
                  <a:pt x="608" y="700"/>
                  <a:pt x="608" y="700"/>
                  <a:pt x="608" y="700"/>
                </a:cubicBezTo>
                <a:cubicBezTo>
                  <a:pt x="606" y="701"/>
                  <a:pt x="606" y="701"/>
                  <a:pt x="606" y="701"/>
                </a:cubicBezTo>
                <a:cubicBezTo>
                  <a:pt x="606" y="701"/>
                  <a:pt x="606" y="701"/>
                  <a:pt x="606" y="701"/>
                </a:cubicBezTo>
                <a:cubicBezTo>
                  <a:pt x="604" y="702"/>
                  <a:pt x="604" y="702"/>
                  <a:pt x="604" y="702"/>
                </a:cubicBezTo>
                <a:cubicBezTo>
                  <a:pt x="604" y="702"/>
                  <a:pt x="604" y="702"/>
                  <a:pt x="604" y="702"/>
                </a:cubicBezTo>
                <a:cubicBezTo>
                  <a:pt x="603" y="703"/>
                  <a:pt x="603" y="703"/>
                  <a:pt x="603" y="703"/>
                </a:cubicBezTo>
                <a:cubicBezTo>
                  <a:pt x="603" y="703"/>
                  <a:pt x="603" y="703"/>
                  <a:pt x="603" y="703"/>
                </a:cubicBezTo>
                <a:cubicBezTo>
                  <a:pt x="601" y="704"/>
                  <a:pt x="601" y="704"/>
                  <a:pt x="601" y="704"/>
                </a:cubicBezTo>
                <a:cubicBezTo>
                  <a:pt x="601" y="704"/>
                  <a:pt x="601" y="704"/>
                  <a:pt x="601" y="704"/>
                </a:cubicBezTo>
                <a:cubicBezTo>
                  <a:pt x="599" y="705"/>
                  <a:pt x="599" y="705"/>
                  <a:pt x="599" y="705"/>
                </a:cubicBezTo>
                <a:cubicBezTo>
                  <a:pt x="599" y="705"/>
                  <a:pt x="599" y="705"/>
                  <a:pt x="599" y="705"/>
                </a:cubicBezTo>
                <a:cubicBezTo>
                  <a:pt x="598" y="706"/>
                  <a:pt x="598" y="706"/>
                  <a:pt x="598" y="706"/>
                </a:cubicBezTo>
                <a:cubicBezTo>
                  <a:pt x="598" y="706"/>
                  <a:pt x="598" y="706"/>
                  <a:pt x="598" y="706"/>
                </a:cubicBezTo>
                <a:cubicBezTo>
                  <a:pt x="596" y="708"/>
                  <a:pt x="596" y="708"/>
                  <a:pt x="596" y="708"/>
                </a:cubicBezTo>
                <a:cubicBezTo>
                  <a:pt x="596" y="708"/>
                  <a:pt x="596" y="708"/>
                  <a:pt x="596" y="708"/>
                </a:cubicBezTo>
                <a:cubicBezTo>
                  <a:pt x="594" y="708"/>
                  <a:pt x="594" y="708"/>
                  <a:pt x="594" y="708"/>
                </a:cubicBezTo>
                <a:cubicBezTo>
                  <a:pt x="594" y="708"/>
                  <a:pt x="594" y="708"/>
                  <a:pt x="594" y="708"/>
                </a:cubicBezTo>
                <a:cubicBezTo>
                  <a:pt x="593" y="709"/>
                  <a:pt x="593" y="709"/>
                  <a:pt x="593" y="709"/>
                </a:cubicBezTo>
                <a:cubicBezTo>
                  <a:pt x="593" y="709"/>
                  <a:pt x="593" y="709"/>
                  <a:pt x="593" y="709"/>
                </a:cubicBezTo>
                <a:cubicBezTo>
                  <a:pt x="592" y="710"/>
                  <a:pt x="592" y="710"/>
                  <a:pt x="592" y="710"/>
                </a:cubicBezTo>
                <a:cubicBezTo>
                  <a:pt x="592" y="710"/>
                  <a:pt x="592" y="710"/>
                  <a:pt x="592" y="710"/>
                </a:cubicBezTo>
                <a:cubicBezTo>
                  <a:pt x="590" y="710"/>
                  <a:pt x="590" y="710"/>
                  <a:pt x="590" y="710"/>
                </a:cubicBezTo>
                <a:cubicBezTo>
                  <a:pt x="590" y="710"/>
                  <a:pt x="590" y="710"/>
                  <a:pt x="590" y="710"/>
                </a:cubicBezTo>
                <a:cubicBezTo>
                  <a:pt x="589" y="711"/>
                  <a:pt x="589" y="711"/>
                  <a:pt x="589" y="711"/>
                </a:cubicBezTo>
                <a:cubicBezTo>
                  <a:pt x="589" y="711"/>
                  <a:pt x="589" y="711"/>
                  <a:pt x="589" y="711"/>
                </a:cubicBezTo>
                <a:cubicBezTo>
                  <a:pt x="588" y="712"/>
                  <a:pt x="588" y="712"/>
                  <a:pt x="588" y="712"/>
                </a:cubicBezTo>
                <a:cubicBezTo>
                  <a:pt x="588" y="712"/>
                  <a:pt x="588" y="712"/>
                  <a:pt x="588" y="712"/>
                </a:cubicBezTo>
                <a:cubicBezTo>
                  <a:pt x="587" y="712"/>
                  <a:pt x="587" y="712"/>
                  <a:pt x="587" y="712"/>
                </a:cubicBezTo>
                <a:cubicBezTo>
                  <a:pt x="587" y="712"/>
                  <a:pt x="587" y="712"/>
                  <a:pt x="587" y="712"/>
                </a:cubicBezTo>
                <a:cubicBezTo>
                  <a:pt x="585" y="712"/>
                  <a:pt x="585" y="712"/>
                  <a:pt x="585" y="712"/>
                </a:cubicBezTo>
                <a:cubicBezTo>
                  <a:pt x="585" y="712"/>
                  <a:pt x="585" y="712"/>
                  <a:pt x="585" y="712"/>
                </a:cubicBezTo>
                <a:cubicBezTo>
                  <a:pt x="584" y="711"/>
                  <a:pt x="584" y="711"/>
                  <a:pt x="584" y="711"/>
                </a:cubicBezTo>
                <a:cubicBezTo>
                  <a:pt x="584" y="711"/>
                  <a:pt x="584" y="711"/>
                  <a:pt x="584" y="711"/>
                </a:cubicBezTo>
                <a:cubicBezTo>
                  <a:pt x="584" y="712"/>
                  <a:pt x="584" y="712"/>
                  <a:pt x="584" y="712"/>
                </a:cubicBezTo>
                <a:cubicBezTo>
                  <a:pt x="584" y="712"/>
                  <a:pt x="584" y="712"/>
                  <a:pt x="584" y="712"/>
                </a:cubicBezTo>
                <a:cubicBezTo>
                  <a:pt x="583" y="712"/>
                  <a:pt x="583" y="712"/>
                  <a:pt x="583" y="712"/>
                </a:cubicBezTo>
                <a:cubicBezTo>
                  <a:pt x="583" y="712"/>
                  <a:pt x="583" y="712"/>
                  <a:pt x="583" y="712"/>
                </a:cubicBezTo>
                <a:cubicBezTo>
                  <a:pt x="582" y="712"/>
                  <a:pt x="582" y="712"/>
                  <a:pt x="582" y="712"/>
                </a:cubicBezTo>
                <a:cubicBezTo>
                  <a:pt x="582" y="712"/>
                  <a:pt x="582" y="712"/>
                  <a:pt x="582" y="712"/>
                </a:cubicBezTo>
                <a:cubicBezTo>
                  <a:pt x="582" y="711"/>
                  <a:pt x="582" y="711"/>
                  <a:pt x="582" y="711"/>
                </a:cubicBezTo>
                <a:cubicBezTo>
                  <a:pt x="582" y="711"/>
                  <a:pt x="582" y="711"/>
                  <a:pt x="582" y="711"/>
                </a:cubicBezTo>
                <a:cubicBezTo>
                  <a:pt x="581" y="711"/>
                  <a:pt x="581" y="711"/>
                  <a:pt x="581" y="711"/>
                </a:cubicBezTo>
                <a:cubicBezTo>
                  <a:pt x="581" y="711"/>
                  <a:pt x="581" y="711"/>
                  <a:pt x="581" y="711"/>
                </a:cubicBezTo>
                <a:cubicBezTo>
                  <a:pt x="581" y="711"/>
                  <a:pt x="581" y="711"/>
                  <a:pt x="581" y="711"/>
                </a:cubicBezTo>
                <a:cubicBezTo>
                  <a:pt x="581" y="711"/>
                  <a:pt x="581" y="711"/>
                  <a:pt x="581" y="711"/>
                </a:cubicBezTo>
                <a:cubicBezTo>
                  <a:pt x="580" y="711"/>
                  <a:pt x="580" y="711"/>
                  <a:pt x="580" y="711"/>
                </a:cubicBezTo>
                <a:cubicBezTo>
                  <a:pt x="580" y="711"/>
                  <a:pt x="580" y="711"/>
                  <a:pt x="580" y="711"/>
                </a:cubicBezTo>
                <a:cubicBezTo>
                  <a:pt x="580" y="710"/>
                  <a:pt x="580" y="710"/>
                  <a:pt x="580" y="710"/>
                </a:cubicBezTo>
                <a:cubicBezTo>
                  <a:pt x="580" y="710"/>
                  <a:pt x="580" y="710"/>
                  <a:pt x="580" y="710"/>
                </a:cubicBezTo>
                <a:cubicBezTo>
                  <a:pt x="579" y="709"/>
                  <a:pt x="579" y="709"/>
                  <a:pt x="579" y="709"/>
                </a:cubicBezTo>
                <a:cubicBezTo>
                  <a:pt x="579" y="709"/>
                  <a:pt x="579" y="709"/>
                  <a:pt x="579" y="709"/>
                </a:cubicBezTo>
                <a:cubicBezTo>
                  <a:pt x="580" y="709"/>
                  <a:pt x="580" y="709"/>
                  <a:pt x="580" y="709"/>
                </a:cubicBezTo>
                <a:cubicBezTo>
                  <a:pt x="580" y="709"/>
                  <a:pt x="580" y="709"/>
                  <a:pt x="580" y="709"/>
                </a:cubicBezTo>
                <a:cubicBezTo>
                  <a:pt x="592" y="704"/>
                  <a:pt x="592" y="704"/>
                  <a:pt x="592" y="704"/>
                </a:cubicBezTo>
                <a:cubicBezTo>
                  <a:pt x="592" y="704"/>
                  <a:pt x="592" y="704"/>
                  <a:pt x="592" y="704"/>
                </a:cubicBezTo>
                <a:cubicBezTo>
                  <a:pt x="592" y="705"/>
                  <a:pt x="592" y="705"/>
                  <a:pt x="592" y="705"/>
                </a:cubicBezTo>
                <a:cubicBezTo>
                  <a:pt x="592" y="705"/>
                  <a:pt x="592" y="705"/>
                  <a:pt x="592"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3" y="705"/>
                  <a:pt x="593" y="705"/>
                  <a:pt x="593" y="705"/>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4" y="704"/>
                  <a:pt x="594" y="704"/>
                  <a:pt x="594"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5" y="704"/>
                  <a:pt x="595" y="704"/>
                  <a:pt x="595" y="704"/>
                </a:cubicBezTo>
                <a:cubicBezTo>
                  <a:pt x="596" y="703"/>
                  <a:pt x="596" y="703"/>
                  <a:pt x="596" y="703"/>
                </a:cubicBezTo>
                <a:cubicBezTo>
                  <a:pt x="596" y="703"/>
                  <a:pt x="596" y="703"/>
                  <a:pt x="596" y="703"/>
                </a:cubicBezTo>
                <a:cubicBezTo>
                  <a:pt x="596" y="703"/>
                  <a:pt x="596" y="703"/>
                  <a:pt x="596" y="703"/>
                </a:cubicBezTo>
                <a:cubicBezTo>
                  <a:pt x="596" y="703"/>
                  <a:pt x="596" y="703"/>
                  <a:pt x="596" y="703"/>
                </a:cubicBezTo>
                <a:cubicBezTo>
                  <a:pt x="597" y="703"/>
                  <a:pt x="597" y="703"/>
                  <a:pt x="597" y="703"/>
                </a:cubicBezTo>
                <a:cubicBezTo>
                  <a:pt x="597" y="703"/>
                  <a:pt x="597" y="703"/>
                  <a:pt x="597" y="703"/>
                </a:cubicBezTo>
                <a:cubicBezTo>
                  <a:pt x="597" y="703"/>
                  <a:pt x="597" y="703"/>
                  <a:pt x="597" y="703"/>
                </a:cubicBezTo>
                <a:cubicBezTo>
                  <a:pt x="597" y="703"/>
                  <a:pt x="597" y="703"/>
                  <a:pt x="597" y="703"/>
                </a:cubicBezTo>
                <a:cubicBezTo>
                  <a:pt x="598" y="702"/>
                  <a:pt x="598" y="702"/>
                  <a:pt x="598" y="702"/>
                </a:cubicBezTo>
                <a:cubicBezTo>
                  <a:pt x="598" y="702"/>
                  <a:pt x="598" y="702"/>
                  <a:pt x="598" y="702"/>
                </a:cubicBezTo>
                <a:cubicBezTo>
                  <a:pt x="599" y="702"/>
                  <a:pt x="599" y="702"/>
                  <a:pt x="599" y="702"/>
                </a:cubicBezTo>
                <a:cubicBezTo>
                  <a:pt x="599" y="702"/>
                  <a:pt x="599" y="702"/>
                  <a:pt x="599" y="702"/>
                </a:cubicBezTo>
                <a:cubicBezTo>
                  <a:pt x="599" y="701"/>
                  <a:pt x="599" y="701"/>
                  <a:pt x="599" y="701"/>
                </a:cubicBezTo>
                <a:cubicBezTo>
                  <a:pt x="599" y="701"/>
                  <a:pt x="599" y="701"/>
                  <a:pt x="599" y="701"/>
                </a:cubicBezTo>
                <a:cubicBezTo>
                  <a:pt x="600" y="701"/>
                  <a:pt x="600" y="701"/>
                  <a:pt x="600" y="701"/>
                </a:cubicBezTo>
                <a:cubicBezTo>
                  <a:pt x="600" y="701"/>
                  <a:pt x="600" y="701"/>
                  <a:pt x="600" y="701"/>
                </a:cubicBezTo>
                <a:cubicBezTo>
                  <a:pt x="601" y="701"/>
                  <a:pt x="601" y="701"/>
                  <a:pt x="601" y="701"/>
                </a:cubicBezTo>
                <a:cubicBezTo>
                  <a:pt x="601" y="701"/>
                  <a:pt x="601" y="701"/>
                  <a:pt x="601" y="701"/>
                </a:cubicBezTo>
                <a:cubicBezTo>
                  <a:pt x="601" y="700"/>
                  <a:pt x="601" y="700"/>
                  <a:pt x="601" y="700"/>
                </a:cubicBezTo>
                <a:cubicBezTo>
                  <a:pt x="601" y="700"/>
                  <a:pt x="601" y="700"/>
                  <a:pt x="601" y="700"/>
                </a:cubicBezTo>
                <a:cubicBezTo>
                  <a:pt x="602" y="699"/>
                  <a:pt x="602" y="699"/>
                  <a:pt x="602" y="699"/>
                </a:cubicBezTo>
                <a:cubicBezTo>
                  <a:pt x="602" y="699"/>
                  <a:pt x="602" y="699"/>
                  <a:pt x="602" y="699"/>
                </a:cubicBezTo>
                <a:cubicBezTo>
                  <a:pt x="602" y="699"/>
                  <a:pt x="602" y="699"/>
                  <a:pt x="602" y="699"/>
                </a:cubicBezTo>
                <a:cubicBezTo>
                  <a:pt x="602" y="699"/>
                  <a:pt x="602" y="699"/>
                  <a:pt x="602" y="699"/>
                </a:cubicBezTo>
                <a:cubicBezTo>
                  <a:pt x="603" y="698"/>
                  <a:pt x="603" y="698"/>
                  <a:pt x="603" y="698"/>
                </a:cubicBezTo>
                <a:cubicBezTo>
                  <a:pt x="603" y="698"/>
                  <a:pt x="603" y="698"/>
                  <a:pt x="603" y="698"/>
                </a:cubicBezTo>
                <a:cubicBezTo>
                  <a:pt x="603" y="697"/>
                  <a:pt x="603" y="697"/>
                  <a:pt x="603" y="697"/>
                </a:cubicBezTo>
                <a:cubicBezTo>
                  <a:pt x="603" y="697"/>
                  <a:pt x="603" y="697"/>
                  <a:pt x="603" y="697"/>
                </a:cubicBezTo>
                <a:cubicBezTo>
                  <a:pt x="604" y="697"/>
                  <a:pt x="604" y="697"/>
                  <a:pt x="604" y="697"/>
                </a:cubicBezTo>
                <a:cubicBezTo>
                  <a:pt x="604" y="697"/>
                  <a:pt x="604" y="697"/>
                  <a:pt x="604" y="697"/>
                </a:cubicBezTo>
                <a:cubicBezTo>
                  <a:pt x="604" y="696"/>
                  <a:pt x="604" y="696"/>
                  <a:pt x="604" y="696"/>
                </a:cubicBezTo>
                <a:cubicBezTo>
                  <a:pt x="604" y="696"/>
                  <a:pt x="604" y="696"/>
                  <a:pt x="604" y="696"/>
                </a:cubicBezTo>
                <a:cubicBezTo>
                  <a:pt x="605" y="696"/>
                  <a:pt x="605" y="696"/>
                  <a:pt x="605" y="696"/>
                </a:cubicBezTo>
                <a:cubicBezTo>
                  <a:pt x="605" y="696"/>
                  <a:pt x="605" y="696"/>
                  <a:pt x="605" y="696"/>
                </a:cubicBezTo>
                <a:cubicBezTo>
                  <a:pt x="606" y="695"/>
                  <a:pt x="606" y="695"/>
                  <a:pt x="606" y="695"/>
                </a:cubicBezTo>
                <a:cubicBezTo>
                  <a:pt x="606" y="695"/>
                  <a:pt x="606" y="695"/>
                  <a:pt x="606" y="695"/>
                </a:cubicBezTo>
                <a:cubicBezTo>
                  <a:pt x="607" y="695"/>
                  <a:pt x="607" y="695"/>
                  <a:pt x="607" y="695"/>
                </a:cubicBezTo>
                <a:cubicBezTo>
                  <a:pt x="607" y="695"/>
                  <a:pt x="607" y="695"/>
                  <a:pt x="607" y="695"/>
                </a:cubicBezTo>
                <a:cubicBezTo>
                  <a:pt x="607" y="695"/>
                  <a:pt x="607" y="695"/>
                  <a:pt x="607" y="695"/>
                </a:cubicBezTo>
                <a:cubicBezTo>
                  <a:pt x="607" y="695"/>
                  <a:pt x="607" y="695"/>
                  <a:pt x="607" y="695"/>
                </a:cubicBezTo>
                <a:cubicBezTo>
                  <a:pt x="607" y="694"/>
                  <a:pt x="607" y="694"/>
                  <a:pt x="607" y="694"/>
                </a:cubicBezTo>
                <a:cubicBezTo>
                  <a:pt x="607" y="694"/>
                  <a:pt x="607" y="694"/>
                  <a:pt x="607" y="694"/>
                </a:cubicBezTo>
                <a:cubicBezTo>
                  <a:pt x="607" y="694"/>
                  <a:pt x="607" y="694"/>
                  <a:pt x="607" y="694"/>
                </a:cubicBezTo>
                <a:cubicBezTo>
                  <a:pt x="607" y="694"/>
                  <a:pt x="607" y="694"/>
                  <a:pt x="607" y="694"/>
                </a:cubicBezTo>
                <a:cubicBezTo>
                  <a:pt x="607" y="693"/>
                  <a:pt x="607" y="693"/>
                  <a:pt x="607" y="693"/>
                </a:cubicBezTo>
                <a:cubicBezTo>
                  <a:pt x="607" y="693"/>
                  <a:pt x="607" y="693"/>
                  <a:pt x="607" y="693"/>
                </a:cubicBezTo>
                <a:cubicBezTo>
                  <a:pt x="606" y="693"/>
                  <a:pt x="606" y="693"/>
                  <a:pt x="606" y="693"/>
                </a:cubicBezTo>
                <a:cubicBezTo>
                  <a:pt x="606" y="693"/>
                  <a:pt x="606" y="693"/>
                  <a:pt x="606" y="693"/>
                </a:cubicBezTo>
                <a:cubicBezTo>
                  <a:pt x="606" y="692"/>
                  <a:pt x="606" y="692"/>
                  <a:pt x="606" y="692"/>
                </a:cubicBezTo>
                <a:cubicBezTo>
                  <a:pt x="606" y="692"/>
                  <a:pt x="606" y="692"/>
                  <a:pt x="606" y="692"/>
                </a:cubicBezTo>
                <a:cubicBezTo>
                  <a:pt x="606" y="692"/>
                  <a:pt x="606" y="692"/>
                  <a:pt x="606" y="692"/>
                </a:cubicBezTo>
                <a:cubicBezTo>
                  <a:pt x="606" y="692"/>
                  <a:pt x="606" y="692"/>
                  <a:pt x="606" y="692"/>
                </a:cubicBezTo>
                <a:cubicBezTo>
                  <a:pt x="607" y="691"/>
                  <a:pt x="607" y="691"/>
                  <a:pt x="607" y="691"/>
                </a:cubicBezTo>
                <a:cubicBezTo>
                  <a:pt x="607" y="691"/>
                  <a:pt x="607" y="691"/>
                  <a:pt x="607" y="691"/>
                </a:cubicBezTo>
                <a:cubicBezTo>
                  <a:pt x="611" y="685"/>
                  <a:pt x="611" y="685"/>
                  <a:pt x="611" y="685"/>
                </a:cubicBezTo>
                <a:cubicBezTo>
                  <a:pt x="611" y="685"/>
                  <a:pt x="611" y="685"/>
                  <a:pt x="611" y="685"/>
                </a:cubicBezTo>
                <a:cubicBezTo>
                  <a:pt x="611" y="685"/>
                  <a:pt x="611" y="685"/>
                  <a:pt x="611" y="685"/>
                </a:cubicBezTo>
                <a:cubicBezTo>
                  <a:pt x="611" y="685"/>
                  <a:pt x="611" y="685"/>
                  <a:pt x="611"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2" y="685"/>
                  <a:pt x="612" y="685"/>
                  <a:pt x="612" y="685"/>
                </a:cubicBezTo>
                <a:cubicBezTo>
                  <a:pt x="613" y="685"/>
                  <a:pt x="613" y="685"/>
                  <a:pt x="613" y="685"/>
                </a:cubicBezTo>
                <a:cubicBezTo>
                  <a:pt x="613" y="685"/>
                  <a:pt x="613" y="685"/>
                  <a:pt x="613" y="685"/>
                </a:cubicBezTo>
                <a:cubicBezTo>
                  <a:pt x="613" y="685"/>
                  <a:pt x="613" y="685"/>
                  <a:pt x="613" y="685"/>
                </a:cubicBezTo>
                <a:cubicBezTo>
                  <a:pt x="613" y="685"/>
                  <a:pt x="613" y="685"/>
                  <a:pt x="613" y="685"/>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7"/>
                  <a:pt x="619" y="677"/>
                  <a:pt x="619" y="677"/>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6"/>
                  <a:pt x="619" y="676"/>
                  <a:pt x="619" y="676"/>
                </a:cubicBezTo>
                <a:cubicBezTo>
                  <a:pt x="619" y="675"/>
                  <a:pt x="619" y="675"/>
                  <a:pt x="619" y="675"/>
                </a:cubicBezTo>
                <a:cubicBezTo>
                  <a:pt x="619" y="675"/>
                  <a:pt x="619" y="675"/>
                  <a:pt x="619" y="675"/>
                </a:cubicBezTo>
                <a:cubicBezTo>
                  <a:pt x="619" y="675"/>
                  <a:pt x="619" y="675"/>
                  <a:pt x="619" y="675"/>
                </a:cubicBezTo>
                <a:cubicBezTo>
                  <a:pt x="619" y="675"/>
                  <a:pt x="619" y="675"/>
                  <a:pt x="619" y="675"/>
                </a:cubicBezTo>
                <a:cubicBezTo>
                  <a:pt x="598" y="684"/>
                  <a:pt x="598" y="684"/>
                  <a:pt x="598" y="684"/>
                </a:cubicBezTo>
                <a:cubicBezTo>
                  <a:pt x="598" y="684"/>
                  <a:pt x="598" y="684"/>
                  <a:pt x="598"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7" y="684"/>
                  <a:pt x="597" y="684"/>
                  <a:pt x="597" y="684"/>
                </a:cubicBezTo>
                <a:cubicBezTo>
                  <a:pt x="596" y="684"/>
                  <a:pt x="596" y="684"/>
                  <a:pt x="596" y="684"/>
                </a:cubicBezTo>
                <a:cubicBezTo>
                  <a:pt x="596" y="684"/>
                  <a:pt x="596" y="684"/>
                  <a:pt x="596" y="684"/>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6" y="683"/>
                  <a:pt x="596" y="683"/>
                  <a:pt x="596" y="683"/>
                </a:cubicBezTo>
                <a:cubicBezTo>
                  <a:pt x="597" y="681"/>
                  <a:pt x="597" y="681"/>
                  <a:pt x="597" y="681"/>
                </a:cubicBezTo>
                <a:cubicBezTo>
                  <a:pt x="597" y="681"/>
                  <a:pt x="597" y="681"/>
                  <a:pt x="597" y="681"/>
                </a:cubicBezTo>
                <a:cubicBezTo>
                  <a:pt x="620" y="670"/>
                  <a:pt x="620" y="670"/>
                  <a:pt x="620" y="670"/>
                </a:cubicBezTo>
                <a:cubicBezTo>
                  <a:pt x="620" y="670"/>
                  <a:pt x="620" y="670"/>
                  <a:pt x="620" y="670"/>
                </a:cubicBezTo>
                <a:cubicBezTo>
                  <a:pt x="621" y="668"/>
                  <a:pt x="621" y="668"/>
                  <a:pt x="621" y="668"/>
                </a:cubicBezTo>
                <a:cubicBezTo>
                  <a:pt x="621" y="668"/>
                  <a:pt x="621" y="668"/>
                  <a:pt x="621" y="668"/>
                </a:cubicBezTo>
                <a:cubicBezTo>
                  <a:pt x="622" y="665"/>
                  <a:pt x="622" y="665"/>
                  <a:pt x="622" y="665"/>
                </a:cubicBezTo>
                <a:cubicBezTo>
                  <a:pt x="622" y="665"/>
                  <a:pt x="622" y="665"/>
                  <a:pt x="622" y="665"/>
                </a:cubicBezTo>
                <a:cubicBezTo>
                  <a:pt x="624" y="663"/>
                  <a:pt x="624" y="663"/>
                  <a:pt x="624" y="663"/>
                </a:cubicBezTo>
                <a:cubicBezTo>
                  <a:pt x="624" y="663"/>
                  <a:pt x="624" y="663"/>
                  <a:pt x="624" y="663"/>
                </a:cubicBezTo>
                <a:cubicBezTo>
                  <a:pt x="626" y="660"/>
                  <a:pt x="626" y="660"/>
                  <a:pt x="626" y="660"/>
                </a:cubicBezTo>
                <a:cubicBezTo>
                  <a:pt x="626" y="660"/>
                  <a:pt x="626" y="660"/>
                  <a:pt x="626" y="660"/>
                </a:cubicBezTo>
                <a:cubicBezTo>
                  <a:pt x="627" y="658"/>
                  <a:pt x="627" y="658"/>
                  <a:pt x="627" y="658"/>
                </a:cubicBezTo>
                <a:cubicBezTo>
                  <a:pt x="627" y="658"/>
                  <a:pt x="627" y="658"/>
                  <a:pt x="627" y="658"/>
                </a:cubicBezTo>
                <a:cubicBezTo>
                  <a:pt x="628" y="655"/>
                  <a:pt x="628" y="655"/>
                  <a:pt x="628" y="655"/>
                </a:cubicBezTo>
                <a:cubicBezTo>
                  <a:pt x="628" y="655"/>
                  <a:pt x="628" y="655"/>
                  <a:pt x="628" y="655"/>
                </a:cubicBezTo>
                <a:cubicBezTo>
                  <a:pt x="630" y="653"/>
                  <a:pt x="630" y="653"/>
                  <a:pt x="630" y="653"/>
                </a:cubicBezTo>
                <a:cubicBezTo>
                  <a:pt x="630" y="653"/>
                  <a:pt x="630" y="653"/>
                  <a:pt x="630" y="653"/>
                </a:cubicBezTo>
                <a:cubicBezTo>
                  <a:pt x="631" y="650"/>
                  <a:pt x="631" y="650"/>
                  <a:pt x="631" y="650"/>
                </a:cubicBezTo>
                <a:cubicBezTo>
                  <a:pt x="631" y="650"/>
                  <a:pt x="631" y="650"/>
                  <a:pt x="631" y="650"/>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4" y="644"/>
                  <a:pt x="634" y="644"/>
                  <a:pt x="634" y="644"/>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3"/>
                  <a:pt x="633" y="643"/>
                  <a:pt x="633" y="643"/>
                </a:cubicBezTo>
                <a:cubicBezTo>
                  <a:pt x="633" y="642"/>
                  <a:pt x="633" y="642"/>
                  <a:pt x="633" y="642"/>
                </a:cubicBezTo>
                <a:cubicBezTo>
                  <a:pt x="633" y="642"/>
                  <a:pt x="633" y="642"/>
                  <a:pt x="633" y="642"/>
                </a:cubicBezTo>
                <a:cubicBezTo>
                  <a:pt x="632" y="642"/>
                  <a:pt x="632" y="642"/>
                  <a:pt x="632" y="642"/>
                </a:cubicBezTo>
                <a:cubicBezTo>
                  <a:pt x="632" y="642"/>
                  <a:pt x="632" y="642"/>
                  <a:pt x="632" y="642"/>
                </a:cubicBezTo>
                <a:cubicBezTo>
                  <a:pt x="631" y="642"/>
                  <a:pt x="631" y="642"/>
                  <a:pt x="631" y="642"/>
                </a:cubicBezTo>
                <a:cubicBezTo>
                  <a:pt x="631" y="642"/>
                  <a:pt x="631" y="642"/>
                  <a:pt x="631" y="642"/>
                </a:cubicBezTo>
                <a:cubicBezTo>
                  <a:pt x="629" y="643"/>
                  <a:pt x="629" y="643"/>
                  <a:pt x="629" y="643"/>
                </a:cubicBezTo>
                <a:cubicBezTo>
                  <a:pt x="629" y="643"/>
                  <a:pt x="629" y="643"/>
                  <a:pt x="629" y="643"/>
                </a:cubicBezTo>
                <a:cubicBezTo>
                  <a:pt x="628" y="643"/>
                  <a:pt x="628" y="643"/>
                  <a:pt x="628" y="643"/>
                </a:cubicBezTo>
                <a:cubicBezTo>
                  <a:pt x="628" y="643"/>
                  <a:pt x="628" y="643"/>
                  <a:pt x="628" y="643"/>
                </a:cubicBezTo>
                <a:cubicBezTo>
                  <a:pt x="627" y="644"/>
                  <a:pt x="627" y="644"/>
                  <a:pt x="627" y="644"/>
                </a:cubicBezTo>
                <a:cubicBezTo>
                  <a:pt x="627" y="644"/>
                  <a:pt x="627" y="644"/>
                  <a:pt x="627" y="644"/>
                </a:cubicBezTo>
                <a:cubicBezTo>
                  <a:pt x="626" y="645"/>
                  <a:pt x="626" y="645"/>
                  <a:pt x="626" y="645"/>
                </a:cubicBezTo>
                <a:cubicBezTo>
                  <a:pt x="626" y="645"/>
                  <a:pt x="626" y="645"/>
                  <a:pt x="626" y="645"/>
                </a:cubicBezTo>
                <a:cubicBezTo>
                  <a:pt x="625" y="645"/>
                  <a:pt x="625" y="645"/>
                  <a:pt x="625" y="645"/>
                </a:cubicBezTo>
                <a:cubicBezTo>
                  <a:pt x="625" y="645"/>
                  <a:pt x="625" y="645"/>
                  <a:pt x="625" y="645"/>
                </a:cubicBezTo>
                <a:cubicBezTo>
                  <a:pt x="624" y="646"/>
                  <a:pt x="624" y="646"/>
                  <a:pt x="624" y="646"/>
                </a:cubicBezTo>
                <a:cubicBezTo>
                  <a:pt x="624" y="646"/>
                  <a:pt x="624" y="646"/>
                  <a:pt x="624" y="646"/>
                </a:cubicBezTo>
                <a:cubicBezTo>
                  <a:pt x="620" y="649"/>
                  <a:pt x="620" y="649"/>
                  <a:pt x="620" y="649"/>
                </a:cubicBezTo>
                <a:cubicBezTo>
                  <a:pt x="620" y="649"/>
                  <a:pt x="620" y="649"/>
                  <a:pt x="620" y="649"/>
                </a:cubicBezTo>
                <a:cubicBezTo>
                  <a:pt x="620" y="650"/>
                  <a:pt x="620" y="650"/>
                  <a:pt x="620" y="650"/>
                </a:cubicBezTo>
                <a:cubicBezTo>
                  <a:pt x="620" y="650"/>
                  <a:pt x="620" y="650"/>
                  <a:pt x="620" y="650"/>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0" y="651"/>
                  <a:pt x="620" y="651"/>
                  <a:pt x="620" y="651"/>
                </a:cubicBezTo>
                <a:cubicBezTo>
                  <a:pt x="621" y="651"/>
                  <a:pt x="621" y="651"/>
                  <a:pt x="621" y="651"/>
                </a:cubicBezTo>
                <a:cubicBezTo>
                  <a:pt x="621" y="651"/>
                  <a:pt x="621" y="651"/>
                  <a:pt x="621" y="651"/>
                </a:cubicBezTo>
                <a:cubicBezTo>
                  <a:pt x="621" y="652"/>
                  <a:pt x="621" y="652"/>
                  <a:pt x="621" y="652"/>
                </a:cubicBezTo>
                <a:cubicBezTo>
                  <a:pt x="621" y="652"/>
                  <a:pt x="621" y="652"/>
                  <a:pt x="621" y="652"/>
                </a:cubicBezTo>
                <a:cubicBezTo>
                  <a:pt x="622" y="654"/>
                  <a:pt x="622" y="654"/>
                  <a:pt x="622" y="654"/>
                </a:cubicBezTo>
                <a:cubicBezTo>
                  <a:pt x="622" y="654"/>
                  <a:pt x="622" y="654"/>
                  <a:pt x="622" y="654"/>
                </a:cubicBezTo>
                <a:cubicBezTo>
                  <a:pt x="622" y="655"/>
                  <a:pt x="622" y="655"/>
                  <a:pt x="622" y="655"/>
                </a:cubicBezTo>
                <a:cubicBezTo>
                  <a:pt x="622" y="655"/>
                  <a:pt x="622" y="655"/>
                  <a:pt x="622" y="655"/>
                </a:cubicBezTo>
                <a:cubicBezTo>
                  <a:pt x="622" y="656"/>
                  <a:pt x="622" y="656"/>
                  <a:pt x="622" y="656"/>
                </a:cubicBezTo>
                <a:cubicBezTo>
                  <a:pt x="622" y="656"/>
                  <a:pt x="622" y="656"/>
                  <a:pt x="622" y="656"/>
                </a:cubicBezTo>
                <a:cubicBezTo>
                  <a:pt x="622" y="657"/>
                  <a:pt x="622" y="657"/>
                  <a:pt x="622" y="657"/>
                </a:cubicBezTo>
                <a:cubicBezTo>
                  <a:pt x="622" y="657"/>
                  <a:pt x="622" y="657"/>
                  <a:pt x="622" y="657"/>
                </a:cubicBezTo>
                <a:cubicBezTo>
                  <a:pt x="622" y="658"/>
                  <a:pt x="622" y="658"/>
                  <a:pt x="622" y="658"/>
                </a:cubicBezTo>
                <a:cubicBezTo>
                  <a:pt x="622" y="658"/>
                  <a:pt x="622" y="658"/>
                  <a:pt x="622" y="658"/>
                </a:cubicBezTo>
                <a:cubicBezTo>
                  <a:pt x="621" y="659"/>
                  <a:pt x="621" y="659"/>
                  <a:pt x="621" y="659"/>
                </a:cubicBezTo>
                <a:cubicBezTo>
                  <a:pt x="621" y="659"/>
                  <a:pt x="621" y="659"/>
                  <a:pt x="621" y="659"/>
                </a:cubicBezTo>
                <a:cubicBezTo>
                  <a:pt x="621" y="660"/>
                  <a:pt x="621" y="660"/>
                  <a:pt x="621" y="660"/>
                </a:cubicBezTo>
                <a:cubicBezTo>
                  <a:pt x="621" y="660"/>
                  <a:pt x="621" y="660"/>
                  <a:pt x="621" y="660"/>
                </a:cubicBezTo>
                <a:cubicBezTo>
                  <a:pt x="613" y="668"/>
                  <a:pt x="613" y="668"/>
                  <a:pt x="613" y="668"/>
                </a:cubicBezTo>
                <a:cubicBezTo>
                  <a:pt x="613" y="668"/>
                  <a:pt x="613" y="668"/>
                  <a:pt x="613" y="668"/>
                </a:cubicBezTo>
                <a:cubicBezTo>
                  <a:pt x="613" y="669"/>
                  <a:pt x="613" y="669"/>
                  <a:pt x="613" y="669"/>
                </a:cubicBezTo>
                <a:cubicBezTo>
                  <a:pt x="613" y="669"/>
                  <a:pt x="613" y="669"/>
                  <a:pt x="613" y="669"/>
                </a:cubicBezTo>
                <a:cubicBezTo>
                  <a:pt x="612" y="668"/>
                  <a:pt x="612" y="668"/>
                  <a:pt x="612" y="668"/>
                </a:cubicBezTo>
                <a:cubicBezTo>
                  <a:pt x="612" y="668"/>
                  <a:pt x="612" y="668"/>
                  <a:pt x="612" y="668"/>
                </a:cubicBezTo>
                <a:cubicBezTo>
                  <a:pt x="615" y="662"/>
                  <a:pt x="615" y="662"/>
                  <a:pt x="615" y="662"/>
                </a:cubicBezTo>
                <a:cubicBezTo>
                  <a:pt x="615" y="662"/>
                  <a:pt x="615" y="662"/>
                  <a:pt x="615" y="662"/>
                </a:cubicBezTo>
                <a:cubicBezTo>
                  <a:pt x="614" y="662"/>
                  <a:pt x="614" y="662"/>
                  <a:pt x="614" y="662"/>
                </a:cubicBezTo>
                <a:cubicBezTo>
                  <a:pt x="614" y="662"/>
                  <a:pt x="614" y="662"/>
                  <a:pt x="614" y="662"/>
                </a:cubicBezTo>
                <a:cubicBezTo>
                  <a:pt x="614" y="662"/>
                  <a:pt x="614" y="662"/>
                  <a:pt x="614" y="662"/>
                </a:cubicBezTo>
                <a:cubicBezTo>
                  <a:pt x="614" y="662"/>
                  <a:pt x="614" y="662"/>
                  <a:pt x="614" y="662"/>
                </a:cubicBezTo>
                <a:cubicBezTo>
                  <a:pt x="613" y="662"/>
                  <a:pt x="613" y="662"/>
                  <a:pt x="613" y="662"/>
                </a:cubicBezTo>
                <a:cubicBezTo>
                  <a:pt x="613" y="662"/>
                  <a:pt x="613" y="662"/>
                  <a:pt x="613" y="662"/>
                </a:cubicBezTo>
                <a:cubicBezTo>
                  <a:pt x="613" y="662"/>
                  <a:pt x="613" y="662"/>
                  <a:pt x="613" y="662"/>
                </a:cubicBezTo>
                <a:cubicBezTo>
                  <a:pt x="613" y="662"/>
                  <a:pt x="613" y="662"/>
                  <a:pt x="613" y="662"/>
                </a:cubicBezTo>
                <a:cubicBezTo>
                  <a:pt x="612" y="662"/>
                  <a:pt x="612" y="662"/>
                  <a:pt x="612" y="662"/>
                </a:cubicBezTo>
                <a:cubicBezTo>
                  <a:pt x="612" y="662"/>
                  <a:pt x="612" y="662"/>
                  <a:pt x="612" y="662"/>
                </a:cubicBezTo>
                <a:cubicBezTo>
                  <a:pt x="612" y="662"/>
                  <a:pt x="612" y="662"/>
                  <a:pt x="612" y="662"/>
                </a:cubicBezTo>
                <a:cubicBezTo>
                  <a:pt x="612" y="662"/>
                  <a:pt x="612" y="662"/>
                  <a:pt x="612" y="662"/>
                </a:cubicBezTo>
                <a:cubicBezTo>
                  <a:pt x="611" y="662"/>
                  <a:pt x="611" y="662"/>
                  <a:pt x="611" y="662"/>
                </a:cubicBezTo>
                <a:cubicBezTo>
                  <a:pt x="611" y="662"/>
                  <a:pt x="611" y="662"/>
                  <a:pt x="611" y="662"/>
                </a:cubicBezTo>
                <a:cubicBezTo>
                  <a:pt x="611" y="662"/>
                  <a:pt x="611" y="662"/>
                  <a:pt x="611" y="662"/>
                </a:cubicBezTo>
                <a:cubicBezTo>
                  <a:pt x="611" y="662"/>
                  <a:pt x="611" y="662"/>
                  <a:pt x="611" y="662"/>
                </a:cubicBezTo>
                <a:cubicBezTo>
                  <a:pt x="605" y="670"/>
                  <a:pt x="605" y="670"/>
                  <a:pt x="605" y="670"/>
                </a:cubicBezTo>
                <a:cubicBezTo>
                  <a:pt x="605" y="670"/>
                  <a:pt x="605" y="670"/>
                  <a:pt x="605" y="670"/>
                </a:cubicBezTo>
                <a:cubicBezTo>
                  <a:pt x="604" y="670"/>
                  <a:pt x="604" y="670"/>
                  <a:pt x="604" y="670"/>
                </a:cubicBezTo>
                <a:cubicBezTo>
                  <a:pt x="604" y="670"/>
                  <a:pt x="604" y="670"/>
                  <a:pt x="604" y="670"/>
                </a:cubicBezTo>
                <a:cubicBezTo>
                  <a:pt x="603" y="670"/>
                  <a:pt x="603" y="670"/>
                  <a:pt x="603" y="670"/>
                </a:cubicBezTo>
                <a:cubicBezTo>
                  <a:pt x="603" y="670"/>
                  <a:pt x="603" y="670"/>
                  <a:pt x="603" y="670"/>
                </a:cubicBezTo>
                <a:cubicBezTo>
                  <a:pt x="603" y="669"/>
                  <a:pt x="603" y="669"/>
                  <a:pt x="603" y="669"/>
                </a:cubicBezTo>
                <a:cubicBezTo>
                  <a:pt x="603" y="669"/>
                  <a:pt x="603" y="669"/>
                  <a:pt x="603" y="669"/>
                </a:cubicBezTo>
                <a:cubicBezTo>
                  <a:pt x="603" y="668"/>
                  <a:pt x="603" y="668"/>
                  <a:pt x="603" y="668"/>
                </a:cubicBezTo>
                <a:cubicBezTo>
                  <a:pt x="603" y="668"/>
                  <a:pt x="603" y="668"/>
                  <a:pt x="603" y="668"/>
                </a:cubicBezTo>
                <a:cubicBezTo>
                  <a:pt x="604" y="668"/>
                  <a:pt x="604" y="668"/>
                  <a:pt x="604" y="668"/>
                </a:cubicBezTo>
                <a:cubicBezTo>
                  <a:pt x="604" y="668"/>
                  <a:pt x="604" y="668"/>
                  <a:pt x="604" y="668"/>
                </a:cubicBezTo>
                <a:cubicBezTo>
                  <a:pt x="604" y="667"/>
                  <a:pt x="604" y="667"/>
                  <a:pt x="604" y="667"/>
                </a:cubicBezTo>
                <a:cubicBezTo>
                  <a:pt x="604" y="667"/>
                  <a:pt x="604" y="667"/>
                  <a:pt x="604" y="667"/>
                </a:cubicBezTo>
                <a:cubicBezTo>
                  <a:pt x="604" y="667"/>
                  <a:pt x="604" y="667"/>
                  <a:pt x="604" y="667"/>
                </a:cubicBezTo>
                <a:cubicBezTo>
                  <a:pt x="604" y="667"/>
                  <a:pt x="604" y="667"/>
                  <a:pt x="604" y="667"/>
                </a:cubicBezTo>
                <a:cubicBezTo>
                  <a:pt x="605" y="666"/>
                  <a:pt x="605" y="666"/>
                  <a:pt x="605" y="666"/>
                </a:cubicBezTo>
                <a:cubicBezTo>
                  <a:pt x="605" y="666"/>
                  <a:pt x="605" y="666"/>
                  <a:pt x="605" y="666"/>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5" y="665"/>
                  <a:pt x="605" y="665"/>
                  <a:pt x="605" y="665"/>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6" y="664"/>
                  <a:pt x="606" y="664"/>
                  <a:pt x="606" y="664"/>
                </a:cubicBezTo>
                <a:cubicBezTo>
                  <a:pt x="607" y="663"/>
                  <a:pt x="607" y="663"/>
                  <a:pt x="607" y="663"/>
                </a:cubicBezTo>
                <a:cubicBezTo>
                  <a:pt x="607" y="663"/>
                  <a:pt x="607" y="663"/>
                  <a:pt x="607" y="663"/>
                </a:cubicBezTo>
                <a:cubicBezTo>
                  <a:pt x="607" y="663"/>
                  <a:pt x="607" y="663"/>
                  <a:pt x="607" y="663"/>
                </a:cubicBezTo>
                <a:cubicBezTo>
                  <a:pt x="607" y="663"/>
                  <a:pt x="607" y="663"/>
                  <a:pt x="607" y="663"/>
                </a:cubicBezTo>
                <a:cubicBezTo>
                  <a:pt x="607" y="662"/>
                  <a:pt x="607" y="662"/>
                  <a:pt x="607" y="662"/>
                </a:cubicBezTo>
                <a:cubicBezTo>
                  <a:pt x="607" y="662"/>
                  <a:pt x="607" y="662"/>
                  <a:pt x="607" y="662"/>
                </a:cubicBezTo>
                <a:cubicBezTo>
                  <a:pt x="607" y="662"/>
                  <a:pt x="607" y="662"/>
                  <a:pt x="607" y="662"/>
                </a:cubicBezTo>
                <a:cubicBezTo>
                  <a:pt x="607" y="662"/>
                  <a:pt x="607" y="662"/>
                  <a:pt x="607" y="662"/>
                </a:cubicBezTo>
                <a:cubicBezTo>
                  <a:pt x="607" y="661"/>
                  <a:pt x="607" y="661"/>
                  <a:pt x="607" y="661"/>
                </a:cubicBezTo>
                <a:cubicBezTo>
                  <a:pt x="607" y="661"/>
                  <a:pt x="607" y="661"/>
                  <a:pt x="607"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1"/>
                  <a:pt x="606" y="661"/>
                  <a:pt x="606" y="661"/>
                </a:cubicBezTo>
                <a:cubicBezTo>
                  <a:pt x="606" y="660"/>
                  <a:pt x="606" y="660"/>
                  <a:pt x="606" y="660"/>
                </a:cubicBezTo>
                <a:cubicBezTo>
                  <a:pt x="606" y="660"/>
                  <a:pt x="606" y="660"/>
                  <a:pt x="606" y="660"/>
                </a:cubicBezTo>
                <a:cubicBezTo>
                  <a:pt x="604" y="661"/>
                  <a:pt x="604" y="661"/>
                  <a:pt x="604" y="661"/>
                </a:cubicBezTo>
                <a:cubicBezTo>
                  <a:pt x="604" y="661"/>
                  <a:pt x="604" y="661"/>
                  <a:pt x="604" y="661"/>
                </a:cubicBezTo>
                <a:cubicBezTo>
                  <a:pt x="602" y="662"/>
                  <a:pt x="602" y="662"/>
                  <a:pt x="602" y="662"/>
                </a:cubicBezTo>
                <a:cubicBezTo>
                  <a:pt x="602" y="662"/>
                  <a:pt x="602" y="662"/>
                  <a:pt x="602" y="662"/>
                </a:cubicBezTo>
                <a:cubicBezTo>
                  <a:pt x="601" y="663"/>
                  <a:pt x="601" y="663"/>
                  <a:pt x="601" y="663"/>
                </a:cubicBezTo>
                <a:cubicBezTo>
                  <a:pt x="601" y="663"/>
                  <a:pt x="601" y="663"/>
                  <a:pt x="601" y="663"/>
                </a:cubicBezTo>
                <a:cubicBezTo>
                  <a:pt x="600" y="663"/>
                  <a:pt x="600" y="663"/>
                  <a:pt x="600" y="663"/>
                </a:cubicBezTo>
                <a:cubicBezTo>
                  <a:pt x="600" y="663"/>
                  <a:pt x="600" y="663"/>
                  <a:pt x="600" y="663"/>
                </a:cubicBezTo>
                <a:cubicBezTo>
                  <a:pt x="598" y="665"/>
                  <a:pt x="598" y="665"/>
                  <a:pt x="598" y="665"/>
                </a:cubicBezTo>
                <a:cubicBezTo>
                  <a:pt x="598" y="665"/>
                  <a:pt x="598" y="665"/>
                  <a:pt x="598" y="665"/>
                </a:cubicBezTo>
                <a:cubicBezTo>
                  <a:pt x="597" y="666"/>
                  <a:pt x="597" y="666"/>
                  <a:pt x="597" y="666"/>
                </a:cubicBezTo>
                <a:cubicBezTo>
                  <a:pt x="597" y="666"/>
                  <a:pt x="597" y="666"/>
                  <a:pt x="597" y="666"/>
                </a:cubicBezTo>
                <a:cubicBezTo>
                  <a:pt x="595" y="667"/>
                  <a:pt x="595" y="667"/>
                  <a:pt x="595" y="667"/>
                </a:cubicBezTo>
                <a:cubicBezTo>
                  <a:pt x="595" y="667"/>
                  <a:pt x="595" y="667"/>
                  <a:pt x="595" y="667"/>
                </a:cubicBezTo>
                <a:cubicBezTo>
                  <a:pt x="595" y="668"/>
                  <a:pt x="595" y="668"/>
                  <a:pt x="595" y="668"/>
                </a:cubicBezTo>
                <a:cubicBezTo>
                  <a:pt x="595" y="668"/>
                  <a:pt x="595" y="668"/>
                  <a:pt x="595" y="668"/>
                </a:cubicBezTo>
                <a:cubicBezTo>
                  <a:pt x="594" y="669"/>
                  <a:pt x="594" y="669"/>
                  <a:pt x="594" y="669"/>
                </a:cubicBezTo>
                <a:cubicBezTo>
                  <a:pt x="594" y="669"/>
                  <a:pt x="594" y="669"/>
                  <a:pt x="594" y="669"/>
                </a:cubicBezTo>
                <a:cubicBezTo>
                  <a:pt x="594" y="669"/>
                  <a:pt x="594" y="669"/>
                  <a:pt x="594" y="669"/>
                </a:cubicBezTo>
                <a:cubicBezTo>
                  <a:pt x="594" y="669"/>
                  <a:pt x="594" y="669"/>
                  <a:pt x="594" y="669"/>
                </a:cubicBezTo>
                <a:cubicBezTo>
                  <a:pt x="594" y="670"/>
                  <a:pt x="594" y="670"/>
                  <a:pt x="594" y="670"/>
                </a:cubicBezTo>
                <a:cubicBezTo>
                  <a:pt x="594" y="670"/>
                  <a:pt x="594" y="670"/>
                  <a:pt x="594" y="670"/>
                </a:cubicBezTo>
                <a:cubicBezTo>
                  <a:pt x="594" y="670"/>
                  <a:pt x="594" y="670"/>
                  <a:pt x="594" y="670"/>
                </a:cubicBezTo>
                <a:cubicBezTo>
                  <a:pt x="594" y="670"/>
                  <a:pt x="594" y="670"/>
                  <a:pt x="594" y="670"/>
                </a:cubicBezTo>
                <a:cubicBezTo>
                  <a:pt x="594" y="671"/>
                  <a:pt x="594" y="671"/>
                  <a:pt x="594" y="671"/>
                </a:cubicBezTo>
                <a:cubicBezTo>
                  <a:pt x="594" y="671"/>
                  <a:pt x="594" y="671"/>
                  <a:pt x="594" y="671"/>
                </a:cubicBezTo>
                <a:cubicBezTo>
                  <a:pt x="594" y="671"/>
                  <a:pt x="594" y="671"/>
                  <a:pt x="594" y="671"/>
                </a:cubicBezTo>
                <a:cubicBezTo>
                  <a:pt x="594" y="671"/>
                  <a:pt x="594" y="671"/>
                  <a:pt x="594" y="671"/>
                </a:cubicBezTo>
                <a:cubicBezTo>
                  <a:pt x="594" y="672"/>
                  <a:pt x="594" y="672"/>
                  <a:pt x="594" y="672"/>
                </a:cubicBezTo>
                <a:cubicBezTo>
                  <a:pt x="594" y="672"/>
                  <a:pt x="594" y="672"/>
                  <a:pt x="594" y="672"/>
                </a:cubicBezTo>
                <a:cubicBezTo>
                  <a:pt x="594" y="672"/>
                  <a:pt x="594" y="672"/>
                  <a:pt x="594" y="672"/>
                </a:cubicBezTo>
                <a:cubicBezTo>
                  <a:pt x="594" y="672"/>
                  <a:pt x="594" y="672"/>
                  <a:pt x="594" y="672"/>
                </a:cubicBezTo>
                <a:cubicBezTo>
                  <a:pt x="593" y="672"/>
                  <a:pt x="593" y="672"/>
                  <a:pt x="593" y="672"/>
                </a:cubicBezTo>
                <a:cubicBezTo>
                  <a:pt x="593" y="672"/>
                  <a:pt x="593" y="672"/>
                  <a:pt x="593" y="672"/>
                </a:cubicBezTo>
                <a:cubicBezTo>
                  <a:pt x="593" y="672"/>
                  <a:pt x="593" y="672"/>
                  <a:pt x="593" y="672"/>
                </a:cubicBezTo>
                <a:cubicBezTo>
                  <a:pt x="593" y="672"/>
                  <a:pt x="593" y="672"/>
                  <a:pt x="593" y="672"/>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2" y="673"/>
                  <a:pt x="592" y="673"/>
                  <a:pt x="592" y="673"/>
                </a:cubicBezTo>
                <a:cubicBezTo>
                  <a:pt x="591" y="673"/>
                  <a:pt x="591" y="673"/>
                  <a:pt x="591" y="673"/>
                </a:cubicBezTo>
                <a:cubicBezTo>
                  <a:pt x="591" y="673"/>
                  <a:pt x="591" y="673"/>
                  <a:pt x="591" y="673"/>
                </a:cubicBezTo>
                <a:cubicBezTo>
                  <a:pt x="591" y="673"/>
                  <a:pt x="591" y="673"/>
                  <a:pt x="591" y="673"/>
                </a:cubicBezTo>
                <a:cubicBezTo>
                  <a:pt x="591" y="673"/>
                  <a:pt x="591" y="673"/>
                  <a:pt x="591" y="673"/>
                </a:cubicBezTo>
                <a:cubicBezTo>
                  <a:pt x="590" y="673"/>
                  <a:pt x="590" y="673"/>
                  <a:pt x="590" y="673"/>
                </a:cubicBezTo>
                <a:cubicBezTo>
                  <a:pt x="590" y="673"/>
                  <a:pt x="590" y="673"/>
                  <a:pt x="590" y="673"/>
                </a:cubicBezTo>
                <a:cubicBezTo>
                  <a:pt x="590" y="671"/>
                  <a:pt x="590" y="671"/>
                  <a:pt x="590" y="671"/>
                </a:cubicBezTo>
                <a:cubicBezTo>
                  <a:pt x="590" y="671"/>
                  <a:pt x="590" y="671"/>
                  <a:pt x="590" y="671"/>
                </a:cubicBezTo>
                <a:cubicBezTo>
                  <a:pt x="589" y="669"/>
                  <a:pt x="589" y="669"/>
                  <a:pt x="589" y="669"/>
                </a:cubicBezTo>
                <a:cubicBezTo>
                  <a:pt x="589" y="669"/>
                  <a:pt x="589" y="669"/>
                  <a:pt x="589" y="669"/>
                </a:cubicBezTo>
                <a:cubicBezTo>
                  <a:pt x="588" y="668"/>
                  <a:pt x="588" y="668"/>
                  <a:pt x="588" y="668"/>
                </a:cubicBezTo>
                <a:cubicBezTo>
                  <a:pt x="588" y="668"/>
                  <a:pt x="588" y="668"/>
                  <a:pt x="588" y="668"/>
                </a:cubicBezTo>
                <a:cubicBezTo>
                  <a:pt x="587" y="666"/>
                  <a:pt x="587" y="666"/>
                  <a:pt x="587" y="666"/>
                </a:cubicBezTo>
                <a:cubicBezTo>
                  <a:pt x="587" y="666"/>
                  <a:pt x="587" y="666"/>
                  <a:pt x="587" y="666"/>
                </a:cubicBezTo>
                <a:cubicBezTo>
                  <a:pt x="586" y="664"/>
                  <a:pt x="586" y="664"/>
                  <a:pt x="586" y="664"/>
                </a:cubicBezTo>
                <a:cubicBezTo>
                  <a:pt x="586" y="664"/>
                  <a:pt x="586" y="664"/>
                  <a:pt x="586" y="664"/>
                </a:cubicBezTo>
                <a:cubicBezTo>
                  <a:pt x="585" y="662"/>
                  <a:pt x="585" y="662"/>
                  <a:pt x="585" y="662"/>
                </a:cubicBezTo>
                <a:cubicBezTo>
                  <a:pt x="585" y="662"/>
                  <a:pt x="585" y="662"/>
                  <a:pt x="585" y="662"/>
                </a:cubicBezTo>
                <a:cubicBezTo>
                  <a:pt x="584" y="661"/>
                  <a:pt x="584" y="661"/>
                  <a:pt x="584" y="661"/>
                </a:cubicBezTo>
                <a:cubicBezTo>
                  <a:pt x="584" y="661"/>
                  <a:pt x="584" y="661"/>
                  <a:pt x="584" y="661"/>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3" y="659"/>
                  <a:pt x="583" y="659"/>
                  <a:pt x="583" y="659"/>
                </a:cubicBezTo>
                <a:cubicBezTo>
                  <a:pt x="584" y="659"/>
                  <a:pt x="584" y="659"/>
                  <a:pt x="584" y="659"/>
                </a:cubicBezTo>
                <a:cubicBezTo>
                  <a:pt x="584" y="659"/>
                  <a:pt x="584" y="659"/>
                  <a:pt x="584" y="659"/>
                </a:cubicBezTo>
                <a:cubicBezTo>
                  <a:pt x="584" y="658"/>
                  <a:pt x="584" y="658"/>
                  <a:pt x="584" y="658"/>
                </a:cubicBezTo>
                <a:cubicBezTo>
                  <a:pt x="584" y="658"/>
                  <a:pt x="584" y="658"/>
                  <a:pt x="584" y="658"/>
                </a:cubicBezTo>
                <a:cubicBezTo>
                  <a:pt x="584" y="658"/>
                  <a:pt x="584" y="658"/>
                  <a:pt x="584" y="658"/>
                </a:cubicBezTo>
                <a:cubicBezTo>
                  <a:pt x="584" y="658"/>
                  <a:pt x="584" y="658"/>
                  <a:pt x="584"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5" y="658"/>
                  <a:pt x="585" y="658"/>
                  <a:pt x="585" y="658"/>
                </a:cubicBezTo>
                <a:cubicBezTo>
                  <a:pt x="586" y="658"/>
                  <a:pt x="586" y="658"/>
                  <a:pt x="586" y="658"/>
                </a:cubicBezTo>
                <a:cubicBezTo>
                  <a:pt x="586" y="658"/>
                  <a:pt x="586" y="658"/>
                  <a:pt x="586" y="658"/>
                </a:cubicBezTo>
                <a:cubicBezTo>
                  <a:pt x="586" y="658"/>
                  <a:pt x="586" y="658"/>
                  <a:pt x="586" y="658"/>
                </a:cubicBezTo>
                <a:cubicBezTo>
                  <a:pt x="586" y="658"/>
                  <a:pt x="586" y="658"/>
                  <a:pt x="586" y="658"/>
                </a:cubicBezTo>
                <a:cubicBezTo>
                  <a:pt x="587" y="658"/>
                  <a:pt x="587" y="658"/>
                  <a:pt x="587" y="658"/>
                </a:cubicBezTo>
                <a:cubicBezTo>
                  <a:pt x="587" y="658"/>
                  <a:pt x="587" y="658"/>
                  <a:pt x="587" y="658"/>
                </a:cubicBezTo>
                <a:cubicBezTo>
                  <a:pt x="588" y="658"/>
                  <a:pt x="588" y="658"/>
                  <a:pt x="588" y="658"/>
                </a:cubicBezTo>
                <a:cubicBezTo>
                  <a:pt x="588" y="658"/>
                  <a:pt x="588" y="658"/>
                  <a:pt x="588" y="658"/>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4" y="665"/>
                  <a:pt x="594" y="665"/>
                  <a:pt x="594"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5" y="665"/>
                  <a:pt x="595" y="665"/>
                  <a:pt x="595" y="665"/>
                </a:cubicBezTo>
                <a:cubicBezTo>
                  <a:pt x="596" y="664"/>
                  <a:pt x="596" y="664"/>
                  <a:pt x="596" y="664"/>
                </a:cubicBezTo>
                <a:cubicBezTo>
                  <a:pt x="596" y="664"/>
                  <a:pt x="596" y="664"/>
                  <a:pt x="596" y="664"/>
                </a:cubicBezTo>
                <a:cubicBezTo>
                  <a:pt x="596" y="664"/>
                  <a:pt x="596" y="664"/>
                  <a:pt x="596" y="664"/>
                </a:cubicBezTo>
                <a:cubicBezTo>
                  <a:pt x="596" y="664"/>
                  <a:pt x="596" y="664"/>
                  <a:pt x="596" y="664"/>
                </a:cubicBezTo>
                <a:cubicBezTo>
                  <a:pt x="594" y="656"/>
                  <a:pt x="594" y="656"/>
                  <a:pt x="594" y="656"/>
                </a:cubicBezTo>
                <a:cubicBezTo>
                  <a:pt x="594" y="656"/>
                  <a:pt x="594" y="656"/>
                  <a:pt x="594" y="656"/>
                </a:cubicBezTo>
                <a:cubicBezTo>
                  <a:pt x="588" y="647"/>
                  <a:pt x="588" y="647"/>
                  <a:pt x="588" y="647"/>
                </a:cubicBezTo>
                <a:cubicBezTo>
                  <a:pt x="588" y="647"/>
                  <a:pt x="588" y="647"/>
                  <a:pt x="588" y="647"/>
                </a:cubicBezTo>
                <a:cubicBezTo>
                  <a:pt x="588" y="647"/>
                  <a:pt x="588" y="647"/>
                  <a:pt x="588" y="647"/>
                </a:cubicBezTo>
                <a:cubicBezTo>
                  <a:pt x="588" y="647"/>
                  <a:pt x="588" y="647"/>
                  <a:pt x="588" y="647"/>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6"/>
                  <a:pt x="588" y="646"/>
                  <a:pt x="588" y="646"/>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8" y="645"/>
                  <a:pt x="588" y="645"/>
                  <a:pt x="588" y="645"/>
                </a:cubicBezTo>
                <a:cubicBezTo>
                  <a:pt x="587" y="645"/>
                  <a:pt x="587" y="645"/>
                  <a:pt x="587" y="645"/>
                </a:cubicBezTo>
                <a:cubicBezTo>
                  <a:pt x="587" y="645"/>
                  <a:pt x="587" y="645"/>
                  <a:pt x="587" y="645"/>
                </a:cubicBezTo>
                <a:cubicBezTo>
                  <a:pt x="586" y="644"/>
                  <a:pt x="586" y="644"/>
                  <a:pt x="586" y="644"/>
                </a:cubicBezTo>
                <a:cubicBezTo>
                  <a:pt x="586" y="644"/>
                  <a:pt x="586" y="644"/>
                  <a:pt x="586" y="644"/>
                </a:cubicBezTo>
                <a:cubicBezTo>
                  <a:pt x="585" y="643"/>
                  <a:pt x="585" y="643"/>
                  <a:pt x="585" y="643"/>
                </a:cubicBezTo>
                <a:cubicBezTo>
                  <a:pt x="585" y="643"/>
                  <a:pt x="585" y="643"/>
                  <a:pt x="585" y="643"/>
                </a:cubicBezTo>
                <a:cubicBezTo>
                  <a:pt x="585" y="643"/>
                  <a:pt x="585" y="643"/>
                  <a:pt x="585" y="643"/>
                </a:cubicBezTo>
                <a:cubicBezTo>
                  <a:pt x="585" y="643"/>
                  <a:pt x="585" y="643"/>
                  <a:pt x="585" y="643"/>
                </a:cubicBezTo>
                <a:cubicBezTo>
                  <a:pt x="585" y="642"/>
                  <a:pt x="585" y="642"/>
                  <a:pt x="585" y="642"/>
                </a:cubicBezTo>
                <a:cubicBezTo>
                  <a:pt x="585" y="642"/>
                  <a:pt x="585" y="642"/>
                  <a:pt x="585" y="642"/>
                </a:cubicBezTo>
                <a:cubicBezTo>
                  <a:pt x="585" y="641"/>
                  <a:pt x="585" y="641"/>
                  <a:pt x="585" y="641"/>
                </a:cubicBezTo>
                <a:cubicBezTo>
                  <a:pt x="585" y="641"/>
                  <a:pt x="585" y="641"/>
                  <a:pt x="585" y="641"/>
                </a:cubicBezTo>
                <a:cubicBezTo>
                  <a:pt x="585" y="640"/>
                  <a:pt x="585" y="640"/>
                  <a:pt x="585" y="640"/>
                </a:cubicBezTo>
                <a:cubicBezTo>
                  <a:pt x="585" y="640"/>
                  <a:pt x="585" y="640"/>
                  <a:pt x="585" y="640"/>
                </a:cubicBezTo>
                <a:cubicBezTo>
                  <a:pt x="585" y="639"/>
                  <a:pt x="585" y="639"/>
                  <a:pt x="585" y="639"/>
                </a:cubicBezTo>
                <a:cubicBezTo>
                  <a:pt x="585" y="639"/>
                  <a:pt x="585" y="639"/>
                  <a:pt x="585" y="639"/>
                </a:cubicBezTo>
                <a:cubicBezTo>
                  <a:pt x="587" y="639"/>
                  <a:pt x="587" y="639"/>
                  <a:pt x="587" y="639"/>
                </a:cubicBezTo>
                <a:cubicBezTo>
                  <a:pt x="587" y="639"/>
                  <a:pt x="587" y="639"/>
                  <a:pt x="587" y="639"/>
                </a:cubicBezTo>
                <a:cubicBezTo>
                  <a:pt x="588" y="640"/>
                  <a:pt x="588" y="640"/>
                  <a:pt x="588" y="640"/>
                </a:cubicBezTo>
                <a:cubicBezTo>
                  <a:pt x="588" y="640"/>
                  <a:pt x="588" y="640"/>
                  <a:pt x="588" y="640"/>
                </a:cubicBezTo>
                <a:cubicBezTo>
                  <a:pt x="588" y="640"/>
                  <a:pt x="588" y="640"/>
                  <a:pt x="588" y="640"/>
                </a:cubicBezTo>
                <a:cubicBezTo>
                  <a:pt x="588" y="640"/>
                  <a:pt x="588" y="640"/>
                  <a:pt x="588" y="640"/>
                </a:cubicBezTo>
                <a:cubicBezTo>
                  <a:pt x="589" y="640"/>
                  <a:pt x="589" y="640"/>
                  <a:pt x="589" y="640"/>
                </a:cubicBezTo>
                <a:cubicBezTo>
                  <a:pt x="589" y="640"/>
                  <a:pt x="589" y="640"/>
                  <a:pt x="589" y="640"/>
                </a:cubicBezTo>
                <a:cubicBezTo>
                  <a:pt x="590" y="641"/>
                  <a:pt x="590" y="641"/>
                  <a:pt x="590" y="641"/>
                </a:cubicBezTo>
                <a:cubicBezTo>
                  <a:pt x="590" y="641"/>
                  <a:pt x="590" y="641"/>
                  <a:pt x="590" y="641"/>
                </a:cubicBezTo>
                <a:cubicBezTo>
                  <a:pt x="590" y="641"/>
                  <a:pt x="590" y="641"/>
                  <a:pt x="590" y="641"/>
                </a:cubicBezTo>
                <a:cubicBezTo>
                  <a:pt x="590" y="641"/>
                  <a:pt x="590" y="641"/>
                  <a:pt x="590" y="641"/>
                </a:cubicBezTo>
                <a:cubicBezTo>
                  <a:pt x="591" y="642"/>
                  <a:pt x="591" y="642"/>
                  <a:pt x="591" y="642"/>
                </a:cubicBezTo>
                <a:cubicBezTo>
                  <a:pt x="591" y="642"/>
                  <a:pt x="591" y="642"/>
                  <a:pt x="591" y="642"/>
                </a:cubicBezTo>
                <a:cubicBezTo>
                  <a:pt x="592" y="642"/>
                  <a:pt x="592" y="642"/>
                  <a:pt x="592" y="642"/>
                </a:cubicBezTo>
                <a:cubicBezTo>
                  <a:pt x="592" y="642"/>
                  <a:pt x="592" y="642"/>
                  <a:pt x="592" y="642"/>
                </a:cubicBezTo>
                <a:cubicBezTo>
                  <a:pt x="592" y="643"/>
                  <a:pt x="592" y="643"/>
                  <a:pt x="592" y="643"/>
                </a:cubicBezTo>
                <a:cubicBezTo>
                  <a:pt x="592" y="643"/>
                  <a:pt x="592" y="643"/>
                  <a:pt x="592" y="643"/>
                </a:cubicBezTo>
                <a:cubicBezTo>
                  <a:pt x="592" y="643"/>
                  <a:pt x="592" y="643"/>
                  <a:pt x="592" y="643"/>
                </a:cubicBezTo>
                <a:cubicBezTo>
                  <a:pt x="592" y="643"/>
                  <a:pt x="592" y="643"/>
                  <a:pt x="592" y="643"/>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4"/>
                  <a:pt x="593" y="644"/>
                  <a:pt x="593" y="644"/>
                </a:cubicBezTo>
                <a:cubicBezTo>
                  <a:pt x="593" y="645"/>
                  <a:pt x="593" y="645"/>
                  <a:pt x="593" y="645"/>
                </a:cubicBezTo>
                <a:cubicBezTo>
                  <a:pt x="593" y="645"/>
                  <a:pt x="593" y="645"/>
                  <a:pt x="593" y="645"/>
                </a:cubicBezTo>
                <a:cubicBezTo>
                  <a:pt x="593" y="645"/>
                  <a:pt x="593" y="645"/>
                  <a:pt x="593" y="645"/>
                </a:cubicBezTo>
                <a:cubicBezTo>
                  <a:pt x="593" y="645"/>
                  <a:pt x="593" y="645"/>
                  <a:pt x="593" y="645"/>
                </a:cubicBezTo>
                <a:cubicBezTo>
                  <a:pt x="594" y="646"/>
                  <a:pt x="594" y="646"/>
                  <a:pt x="594" y="646"/>
                </a:cubicBezTo>
                <a:cubicBezTo>
                  <a:pt x="594" y="646"/>
                  <a:pt x="594" y="646"/>
                  <a:pt x="594" y="646"/>
                </a:cubicBezTo>
                <a:cubicBezTo>
                  <a:pt x="594" y="646"/>
                  <a:pt x="594" y="646"/>
                  <a:pt x="594" y="646"/>
                </a:cubicBezTo>
                <a:cubicBezTo>
                  <a:pt x="594" y="646"/>
                  <a:pt x="594" y="646"/>
                  <a:pt x="594" y="646"/>
                </a:cubicBezTo>
                <a:cubicBezTo>
                  <a:pt x="594" y="647"/>
                  <a:pt x="594" y="647"/>
                  <a:pt x="594" y="647"/>
                </a:cubicBezTo>
                <a:cubicBezTo>
                  <a:pt x="594" y="647"/>
                  <a:pt x="594" y="647"/>
                  <a:pt x="594" y="647"/>
                </a:cubicBezTo>
                <a:cubicBezTo>
                  <a:pt x="594" y="648"/>
                  <a:pt x="594" y="648"/>
                  <a:pt x="594" y="648"/>
                </a:cubicBezTo>
                <a:cubicBezTo>
                  <a:pt x="594" y="648"/>
                  <a:pt x="594" y="648"/>
                  <a:pt x="594" y="648"/>
                </a:cubicBezTo>
                <a:cubicBezTo>
                  <a:pt x="594" y="649"/>
                  <a:pt x="594" y="649"/>
                  <a:pt x="594" y="649"/>
                </a:cubicBezTo>
                <a:cubicBezTo>
                  <a:pt x="594" y="649"/>
                  <a:pt x="594" y="649"/>
                  <a:pt x="594" y="649"/>
                </a:cubicBezTo>
                <a:cubicBezTo>
                  <a:pt x="595" y="650"/>
                  <a:pt x="595" y="650"/>
                  <a:pt x="595" y="650"/>
                </a:cubicBezTo>
                <a:cubicBezTo>
                  <a:pt x="595" y="650"/>
                  <a:pt x="595" y="650"/>
                  <a:pt x="595" y="650"/>
                </a:cubicBezTo>
                <a:cubicBezTo>
                  <a:pt x="595" y="650"/>
                  <a:pt x="595" y="650"/>
                  <a:pt x="595" y="650"/>
                </a:cubicBezTo>
                <a:cubicBezTo>
                  <a:pt x="595" y="650"/>
                  <a:pt x="595" y="650"/>
                  <a:pt x="595" y="650"/>
                </a:cubicBezTo>
                <a:cubicBezTo>
                  <a:pt x="596" y="651"/>
                  <a:pt x="596" y="651"/>
                  <a:pt x="596" y="651"/>
                </a:cubicBezTo>
                <a:cubicBezTo>
                  <a:pt x="596" y="651"/>
                  <a:pt x="596" y="651"/>
                  <a:pt x="596" y="651"/>
                </a:cubicBezTo>
                <a:cubicBezTo>
                  <a:pt x="597" y="652"/>
                  <a:pt x="597" y="652"/>
                  <a:pt x="597" y="652"/>
                </a:cubicBezTo>
                <a:cubicBezTo>
                  <a:pt x="597" y="652"/>
                  <a:pt x="597" y="652"/>
                  <a:pt x="597" y="652"/>
                </a:cubicBezTo>
                <a:cubicBezTo>
                  <a:pt x="597" y="653"/>
                  <a:pt x="597" y="653"/>
                  <a:pt x="597" y="653"/>
                </a:cubicBezTo>
                <a:cubicBezTo>
                  <a:pt x="597" y="653"/>
                  <a:pt x="597" y="653"/>
                  <a:pt x="597" y="653"/>
                </a:cubicBezTo>
                <a:cubicBezTo>
                  <a:pt x="597" y="653"/>
                  <a:pt x="597" y="653"/>
                  <a:pt x="597" y="653"/>
                </a:cubicBezTo>
                <a:cubicBezTo>
                  <a:pt x="597" y="653"/>
                  <a:pt x="597" y="653"/>
                  <a:pt x="597"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8" y="653"/>
                  <a:pt x="598" y="653"/>
                  <a:pt x="598"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599" y="653"/>
                  <a:pt x="599" y="653"/>
                  <a:pt x="599" y="653"/>
                </a:cubicBezTo>
                <a:cubicBezTo>
                  <a:pt x="600" y="652"/>
                  <a:pt x="600" y="652"/>
                  <a:pt x="600" y="652"/>
                </a:cubicBezTo>
                <a:cubicBezTo>
                  <a:pt x="600" y="652"/>
                  <a:pt x="600" y="652"/>
                  <a:pt x="600" y="652"/>
                </a:cubicBezTo>
                <a:cubicBezTo>
                  <a:pt x="600" y="652"/>
                  <a:pt x="600" y="652"/>
                  <a:pt x="600" y="652"/>
                </a:cubicBezTo>
                <a:cubicBezTo>
                  <a:pt x="600" y="652"/>
                  <a:pt x="600" y="652"/>
                  <a:pt x="600" y="652"/>
                </a:cubicBezTo>
                <a:cubicBezTo>
                  <a:pt x="601" y="651"/>
                  <a:pt x="601" y="651"/>
                  <a:pt x="601" y="651"/>
                </a:cubicBezTo>
                <a:cubicBezTo>
                  <a:pt x="601" y="651"/>
                  <a:pt x="601" y="651"/>
                  <a:pt x="601" y="651"/>
                </a:cubicBezTo>
                <a:cubicBezTo>
                  <a:pt x="601" y="651"/>
                  <a:pt x="601" y="651"/>
                  <a:pt x="601" y="651"/>
                </a:cubicBezTo>
                <a:cubicBezTo>
                  <a:pt x="601" y="651"/>
                  <a:pt x="601" y="651"/>
                  <a:pt x="601" y="651"/>
                </a:cubicBezTo>
                <a:cubicBezTo>
                  <a:pt x="601" y="650"/>
                  <a:pt x="601" y="650"/>
                  <a:pt x="601" y="650"/>
                </a:cubicBezTo>
                <a:cubicBezTo>
                  <a:pt x="601" y="650"/>
                  <a:pt x="601" y="650"/>
                  <a:pt x="601" y="650"/>
                </a:cubicBezTo>
                <a:cubicBezTo>
                  <a:pt x="601" y="650"/>
                  <a:pt x="601" y="650"/>
                  <a:pt x="601" y="650"/>
                </a:cubicBezTo>
                <a:cubicBezTo>
                  <a:pt x="601" y="650"/>
                  <a:pt x="601" y="650"/>
                  <a:pt x="601" y="650"/>
                </a:cubicBezTo>
                <a:cubicBezTo>
                  <a:pt x="601" y="649"/>
                  <a:pt x="601" y="649"/>
                  <a:pt x="601" y="649"/>
                </a:cubicBezTo>
                <a:cubicBezTo>
                  <a:pt x="601" y="649"/>
                  <a:pt x="601" y="649"/>
                  <a:pt x="601" y="649"/>
                </a:cubicBezTo>
                <a:cubicBezTo>
                  <a:pt x="600" y="649"/>
                  <a:pt x="600" y="649"/>
                  <a:pt x="600" y="649"/>
                </a:cubicBezTo>
                <a:cubicBezTo>
                  <a:pt x="600" y="649"/>
                  <a:pt x="600" y="649"/>
                  <a:pt x="600" y="649"/>
                </a:cubicBezTo>
                <a:cubicBezTo>
                  <a:pt x="600" y="649"/>
                  <a:pt x="600" y="649"/>
                  <a:pt x="600" y="649"/>
                </a:cubicBezTo>
                <a:cubicBezTo>
                  <a:pt x="600" y="649"/>
                  <a:pt x="600" y="649"/>
                  <a:pt x="600" y="649"/>
                </a:cubicBezTo>
                <a:cubicBezTo>
                  <a:pt x="599" y="650"/>
                  <a:pt x="599" y="650"/>
                  <a:pt x="599" y="650"/>
                </a:cubicBezTo>
                <a:cubicBezTo>
                  <a:pt x="599" y="650"/>
                  <a:pt x="599" y="650"/>
                  <a:pt x="599" y="650"/>
                </a:cubicBezTo>
                <a:cubicBezTo>
                  <a:pt x="599" y="650"/>
                  <a:pt x="599" y="650"/>
                  <a:pt x="599" y="650"/>
                </a:cubicBezTo>
                <a:cubicBezTo>
                  <a:pt x="599" y="650"/>
                  <a:pt x="599" y="650"/>
                  <a:pt x="599" y="650"/>
                </a:cubicBezTo>
                <a:cubicBezTo>
                  <a:pt x="598" y="650"/>
                  <a:pt x="598" y="650"/>
                  <a:pt x="598" y="650"/>
                </a:cubicBezTo>
                <a:cubicBezTo>
                  <a:pt x="598" y="650"/>
                  <a:pt x="598" y="650"/>
                  <a:pt x="598" y="650"/>
                </a:cubicBezTo>
                <a:cubicBezTo>
                  <a:pt x="598" y="650"/>
                  <a:pt x="598" y="650"/>
                  <a:pt x="598" y="650"/>
                </a:cubicBezTo>
                <a:cubicBezTo>
                  <a:pt x="598" y="650"/>
                  <a:pt x="598" y="650"/>
                  <a:pt x="598" y="650"/>
                </a:cubicBezTo>
                <a:cubicBezTo>
                  <a:pt x="597" y="650"/>
                  <a:pt x="597" y="650"/>
                  <a:pt x="597" y="650"/>
                </a:cubicBezTo>
                <a:cubicBezTo>
                  <a:pt x="597" y="650"/>
                  <a:pt x="597" y="650"/>
                  <a:pt x="597" y="650"/>
                </a:cubicBezTo>
                <a:cubicBezTo>
                  <a:pt x="597" y="649"/>
                  <a:pt x="597" y="649"/>
                  <a:pt x="597" y="649"/>
                </a:cubicBezTo>
                <a:cubicBezTo>
                  <a:pt x="597" y="649"/>
                  <a:pt x="597" y="649"/>
                  <a:pt x="597" y="649"/>
                </a:cubicBezTo>
                <a:cubicBezTo>
                  <a:pt x="597" y="649"/>
                  <a:pt x="597" y="649"/>
                  <a:pt x="597" y="649"/>
                </a:cubicBezTo>
                <a:cubicBezTo>
                  <a:pt x="597" y="649"/>
                  <a:pt x="597" y="649"/>
                  <a:pt x="597"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9"/>
                  <a:pt x="596" y="649"/>
                  <a:pt x="596" y="649"/>
                </a:cubicBezTo>
                <a:cubicBezTo>
                  <a:pt x="596" y="648"/>
                  <a:pt x="596" y="648"/>
                  <a:pt x="596" y="648"/>
                </a:cubicBezTo>
                <a:cubicBezTo>
                  <a:pt x="596" y="648"/>
                  <a:pt x="596" y="648"/>
                  <a:pt x="596" y="648"/>
                </a:cubicBezTo>
                <a:cubicBezTo>
                  <a:pt x="596" y="648"/>
                  <a:pt x="596" y="648"/>
                  <a:pt x="596" y="648"/>
                </a:cubicBezTo>
                <a:cubicBezTo>
                  <a:pt x="596" y="648"/>
                  <a:pt x="596" y="648"/>
                  <a:pt x="596" y="648"/>
                </a:cubicBezTo>
                <a:cubicBezTo>
                  <a:pt x="596" y="647"/>
                  <a:pt x="596" y="647"/>
                  <a:pt x="596" y="647"/>
                </a:cubicBezTo>
                <a:cubicBezTo>
                  <a:pt x="596" y="647"/>
                  <a:pt x="596" y="647"/>
                  <a:pt x="596" y="647"/>
                </a:cubicBezTo>
                <a:cubicBezTo>
                  <a:pt x="597" y="647"/>
                  <a:pt x="597" y="647"/>
                  <a:pt x="597" y="647"/>
                </a:cubicBezTo>
                <a:cubicBezTo>
                  <a:pt x="597" y="647"/>
                  <a:pt x="597" y="647"/>
                  <a:pt x="597" y="647"/>
                </a:cubicBezTo>
                <a:cubicBezTo>
                  <a:pt x="597" y="647"/>
                  <a:pt x="597" y="647"/>
                  <a:pt x="597" y="647"/>
                </a:cubicBezTo>
                <a:cubicBezTo>
                  <a:pt x="597" y="647"/>
                  <a:pt x="597" y="647"/>
                  <a:pt x="597" y="647"/>
                </a:cubicBezTo>
                <a:cubicBezTo>
                  <a:pt x="598" y="646"/>
                  <a:pt x="598" y="646"/>
                  <a:pt x="598" y="646"/>
                </a:cubicBezTo>
                <a:cubicBezTo>
                  <a:pt x="598" y="646"/>
                  <a:pt x="598" y="646"/>
                  <a:pt x="598" y="646"/>
                </a:cubicBezTo>
                <a:cubicBezTo>
                  <a:pt x="599" y="646"/>
                  <a:pt x="599" y="646"/>
                  <a:pt x="599" y="646"/>
                </a:cubicBezTo>
                <a:cubicBezTo>
                  <a:pt x="599" y="646"/>
                  <a:pt x="599" y="646"/>
                  <a:pt x="599" y="646"/>
                </a:cubicBezTo>
                <a:cubicBezTo>
                  <a:pt x="600" y="646"/>
                  <a:pt x="600" y="646"/>
                  <a:pt x="600" y="646"/>
                </a:cubicBezTo>
                <a:cubicBezTo>
                  <a:pt x="600" y="646"/>
                  <a:pt x="600" y="646"/>
                  <a:pt x="600" y="646"/>
                </a:cubicBezTo>
                <a:cubicBezTo>
                  <a:pt x="601" y="646"/>
                  <a:pt x="601" y="646"/>
                  <a:pt x="601" y="646"/>
                </a:cubicBezTo>
                <a:cubicBezTo>
                  <a:pt x="601" y="646"/>
                  <a:pt x="601" y="646"/>
                  <a:pt x="601" y="646"/>
                </a:cubicBezTo>
                <a:cubicBezTo>
                  <a:pt x="603" y="645"/>
                  <a:pt x="603" y="645"/>
                  <a:pt x="603" y="645"/>
                </a:cubicBezTo>
                <a:cubicBezTo>
                  <a:pt x="603" y="645"/>
                  <a:pt x="603" y="645"/>
                  <a:pt x="603" y="645"/>
                </a:cubicBezTo>
                <a:cubicBezTo>
                  <a:pt x="604" y="645"/>
                  <a:pt x="604" y="645"/>
                  <a:pt x="604" y="645"/>
                </a:cubicBezTo>
                <a:cubicBezTo>
                  <a:pt x="604" y="645"/>
                  <a:pt x="604" y="645"/>
                  <a:pt x="604" y="645"/>
                </a:cubicBezTo>
                <a:cubicBezTo>
                  <a:pt x="605" y="645"/>
                  <a:pt x="605" y="645"/>
                  <a:pt x="605" y="645"/>
                </a:cubicBezTo>
                <a:cubicBezTo>
                  <a:pt x="605" y="645"/>
                  <a:pt x="605" y="645"/>
                  <a:pt x="605" y="645"/>
                </a:cubicBezTo>
                <a:cubicBezTo>
                  <a:pt x="605" y="645"/>
                  <a:pt x="605" y="645"/>
                  <a:pt x="605" y="645"/>
                </a:cubicBezTo>
                <a:cubicBezTo>
                  <a:pt x="605" y="645"/>
                  <a:pt x="605" y="645"/>
                  <a:pt x="605" y="645"/>
                </a:cubicBezTo>
                <a:cubicBezTo>
                  <a:pt x="605" y="644"/>
                  <a:pt x="605" y="644"/>
                  <a:pt x="605" y="644"/>
                </a:cubicBezTo>
                <a:cubicBezTo>
                  <a:pt x="605" y="644"/>
                  <a:pt x="605" y="644"/>
                  <a:pt x="605" y="644"/>
                </a:cubicBezTo>
                <a:cubicBezTo>
                  <a:pt x="605" y="644"/>
                  <a:pt x="605" y="644"/>
                  <a:pt x="605" y="644"/>
                </a:cubicBezTo>
                <a:cubicBezTo>
                  <a:pt x="605" y="644"/>
                  <a:pt x="605" y="644"/>
                  <a:pt x="605" y="644"/>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5" y="643"/>
                  <a:pt x="605" y="643"/>
                  <a:pt x="605" y="643"/>
                </a:cubicBezTo>
                <a:cubicBezTo>
                  <a:pt x="606" y="642"/>
                  <a:pt x="606" y="642"/>
                  <a:pt x="606" y="642"/>
                </a:cubicBezTo>
                <a:cubicBezTo>
                  <a:pt x="606" y="642"/>
                  <a:pt x="606" y="642"/>
                  <a:pt x="606" y="642"/>
                </a:cubicBezTo>
                <a:cubicBezTo>
                  <a:pt x="613" y="629"/>
                  <a:pt x="613" y="629"/>
                  <a:pt x="613" y="629"/>
                </a:cubicBezTo>
                <a:cubicBezTo>
                  <a:pt x="613" y="629"/>
                  <a:pt x="613" y="629"/>
                  <a:pt x="613" y="629"/>
                </a:cubicBezTo>
                <a:cubicBezTo>
                  <a:pt x="614" y="627"/>
                  <a:pt x="614" y="627"/>
                  <a:pt x="614" y="627"/>
                </a:cubicBezTo>
                <a:cubicBezTo>
                  <a:pt x="614" y="627"/>
                  <a:pt x="614" y="627"/>
                  <a:pt x="614" y="627"/>
                </a:cubicBezTo>
                <a:cubicBezTo>
                  <a:pt x="614" y="626"/>
                  <a:pt x="614" y="626"/>
                  <a:pt x="614" y="626"/>
                </a:cubicBezTo>
                <a:cubicBezTo>
                  <a:pt x="614" y="626"/>
                  <a:pt x="614" y="626"/>
                  <a:pt x="614" y="626"/>
                </a:cubicBezTo>
                <a:cubicBezTo>
                  <a:pt x="614" y="625"/>
                  <a:pt x="614" y="625"/>
                  <a:pt x="614" y="625"/>
                </a:cubicBezTo>
                <a:cubicBezTo>
                  <a:pt x="614" y="625"/>
                  <a:pt x="614" y="625"/>
                  <a:pt x="614" y="625"/>
                </a:cubicBezTo>
                <a:cubicBezTo>
                  <a:pt x="614" y="623"/>
                  <a:pt x="614" y="623"/>
                  <a:pt x="614" y="623"/>
                </a:cubicBezTo>
                <a:cubicBezTo>
                  <a:pt x="614" y="623"/>
                  <a:pt x="614" y="623"/>
                  <a:pt x="614" y="623"/>
                </a:cubicBezTo>
                <a:cubicBezTo>
                  <a:pt x="614" y="622"/>
                  <a:pt x="614" y="622"/>
                  <a:pt x="614" y="622"/>
                </a:cubicBezTo>
                <a:cubicBezTo>
                  <a:pt x="614" y="622"/>
                  <a:pt x="614" y="622"/>
                  <a:pt x="614" y="622"/>
                </a:cubicBezTo>
                <a:cubicBezTo>
                  <a:pt x="614" y="621"/>
                  <a:pt x="614" y="621"/>
                  <a:pt x="614" y="621"/>
                </a:cubicBezTo>
                <a:cubicBezTo>
                  <a:pt x="614" y="621"/>
                  <a:pt x="614" y="621"/>
                  <a:pt x="614" y="621"/>
                </a:cubicBezTo>
                <a:cubicBezTo>
                  <a:pt x="614" y="619"/>
                  <a:pt x="614" y="619"/>
                  <a:pt x="614" y="619"/>
                </a:cubicBezTo>
                <a:cubicBezTo>
                  <a:pt x="614" y="619"/>
                  <a:pt x="614" y="619"/>
                  <a:pt x="614" y="619"/>
                </a:cubicBezTo>
                <a:cubicBezTo>
                  <a:pt x="613" y="618"/>
                  <a:pt x="613" y="618"/>
                  <a:pt x="613" y="618"/>
                </a:cubicBezTo>
                <a:cubicBezTo>
                  <a:pt x="613" y="618"/>
                  <a:pt x="613" y="618"/>
                  <a:pt x="613" y="618"/>
                </a:cubicBezTo>
                <a:cubicBezTo>
                  <a:pt x="614" y="616"/>
                  <a:pt x="614" y="616"/>
                  <a:pt x="614" y="616"/>
                </a:cubicBezTo>
                <a:cubicBezTo>
                  <a:pt x="614" y="616"/>
                  <a:pt x="614" y="616"/>
                  <a:pt x="614" y="616"/>
                </a:cubicBezTo>
                <a:cubicBezTo>
                  <a:pt x="614" y="616"/>
                  <a:pt x="614" y="616"/>
                  <a:pt x="614" y="616"/>
                </a:cubicBezTo>
                <a:cubicBezTo>
                  <a:pt x="614" y="616"/>
                  <a:pt x="614" y="616"/>
                  <a:pt x="614" y="616"/>
                </a:cubicBezTo>
                <a:cubicBezTo>
                  <a:pt x="615" y="616"/>
                  <a:pt x="615" y="616"/>
                  <a:pt x="615" y="616"/>
                </a:cubicBezTo>
                <a:cubicBezTo>
                  <a:pt x="615" y="616"/>
                  <a:pt x="615" y="616"/>
                  <a:pt x="615" y="616"/>
                </a:cubicBezTo>
                <a:cubicBezTo>
                  <a:pt x="615" y="616"/>
                  <a:pt x="615" y="616"/>
                  <a:pt x="615" y="616"/>
                </a:cubicBezTo>
                <a:cubicBezTo>
                  <a:pt x="615" y="616"/>
                  <a:pt x="615" y="616"/>
                  <a:pt x="615" y="616"/>
                </a:cubicBezTo>
                <a:cubicBezTo>
                  <a:pt x="616" y="616"/>
                  <a:pt x="616" y="616"/>
                  <a:pt x="616" y="616"/>
                </a:cubicBezTo>
                <a:cubicBezTo>
                  <a:pt x="616" y="616"/>
                  <a:pt x="616" y="616"/>
                  <a:pt x="616" y="616"/>
                </a:cubicBezTo>
                <a:cubicBezTo>
                  <a:pt x="617" y="616"/>
                  <a:pt x="617" y="616"/>
                  <a:pt x="617" y="616"/>
                </a:cubicBezTo>
                <a:cubicBezTo>
                  <a:pt x="617" y="616"/>
                  <a:pt x="617" y="616"/>
                  <a:pt x="617" y="616"/>
                </a:cubicBezTo>
                <a:cubicBezTo>
                  <a:pt x="617" y="616"/>
                  <a:pt x="617" y="616"/>
                  <a:pt x="617" y="616"/>
                </a:cubicBezTo>
                <a:cubicBezTo>
                  <a:pt x="617" y="616"/>
                  <a:pt x="617" y="616"/>
                  <a:pt x="617" y="616"/>
                </a:cubicBezTo>
                <a:cubicBezTo>
                  <a:pt x="618" y="617"/>
                  <a:pt x="618" y="617"/>
                  <a:pt x="618" y="617"/>
                </a:cubicBezTo>
                <a:cubicBezTo>
                  <a:pt x="618" y="617"/>
                  <a:pt x="618" y="617"/>
                  <a:pt x="618" y="617"/>
                </a:cubicBezTo>
                <a:cubicBezTo>
                  <a:pt x="619" y="617"/>
                  <a:pt x="619" y="617"/>
                  <a:pt x="619" y="617"/>
                </a:cubicBezTo>
                <a:cubicBezTo>
                  <a:pt x="619" y="617"/>
                  <a:pt x="619" y="617"/>
                  <a:pt x="619" y="617"/>
                </a:cubicBezTo>
                <a:cubicBezTo>
                  <a:pt x="620" y="618"/>
                  <a:pt x="620" y="618"/>
                  <a:pt x="620" y="618"/>
                </a:cubicBezTo>
                <a:cubicBezTo>
                  <a:pt x="620" y="618"/>
                  <a:pt x="620" y="618"/>
                  <a:pt x="620" y="618"/>
                </a:cubicBezTo>
                <a:cubicBezTo>
                  <a:pt x="620" y="619"/>
                  <a:pt x="620" y="619"/>
                  <a:pt x="620" y="619"/>
                </a:cubicBezTo>
                <a:cubicBezTo>
                  <a:pt x="620" y="619"/>
                  <a:pt x="620" y="619"/>
                  <a:pt x="620" y="619"/>
                </a:cubicBezTo>
                <a:cubicBezTo>
                  <a:pt x="621" y="620"/>
                  <a:pt x="621" y="620"/>
                  <a:pt x="621" y="620"/>
                </a:cubicBezTo>
                <a:cubicBezTo>
                  <a:pt x="621" y="620"/>
                  <a:pt x="621" y="620"/>
                  <a:pt x="621" y="620"/>
                </a:cubicBezTo>
                <a:cubicBezTo>
                  <a:pt x="622" y="621"/>
                  <a:pt x="622" y="621"/>
                  <a:pt x="622" y="621"/>
                </a:cubicBezTo>
                <a:cubicBezTo>
                  <a:pt x="622" y="621"/>
                  <a:pt x="622" y="621"/>
                  <a:pt x="622" y="621"/>
                </a:cubicBezTo>
                <a:cubicBezTo>
                  <a:pt x="622" y="622"/>
                  <a:pt x="622" y="622"/>
                  <a:pt x="622" y="622"/>
                </a:cubicBezTo>
                <a:cubicBezTo>
                  <a:pt x="622" y="622"/>
                  <a:pt x="622" y="622"/>
                  <a:pt x="622" y="622"/>
                </a:cubicBezTo>
                <a:cubicBezTo>
                  <a:pt x="623" y="623"/>
                  <a:pt x="623" y="623"/>
                  <a:pt x="623" y="623"/>
                </a:cubicBezTo>
                <a:cubicBezTo>
                  <a:pt x="623" y="623"/>
                  <a:pt x="623" y="623"/>
                  <a:pt x="623" y="623"/>
                </a:cubicBezTo>
                <a:cubicBezTo>
                  <a:pt x="623" y="625"/>
                  <a:pt x="623" y="625"/>
                  <a:pt x="623" y="625"/>
                </a:cubicBezTo>
                <a:cubicBezTo>
                  <a:pt x="623" y="625"/>
                  <a:pt x="623" y="625"/>
                  <a:pt x="623" y="625"/>
                </a:cubicBezTo>
                <a:cubicBezTo>
                  <a:pt x="622" y="626"/>
                  <a:pt x="622" y="626"/>
                  <a:pt x="622" y="626"/>
                </a:cubicBezTo>
                <a:cubicBezTo>
                  <a:pt x="622" y="626"/>
                  <a:pt x="622" y="626"/>
                  <a:pt x="622" y="626"/>
                </a:cubicBezTo>
                <a:cubicBezTo>
                  <a:pt x="622" y="626"/>
                  <a:pt x="622" y="626"/>
                  <a:pt x="622" y="626"/>
                </a:cubicBezTo>
                <a:cubicBezTo>
                  <a:pt x="622" y="626"/>
                  <a:pt x="622" y="626"/>
                  <a:pt x="622" y="626"/>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2" y="627"/>
                  <a:pt x="622" y="627"/>
                  <a:pt x="622" y="627"/>
                </a:cubicBezTo>
                <a:cubicBezTo>
                  <a:pt x="621" y="628"/>
                  <a:pt x="621" y="628"/>
                  <a:pt x="621" y="628"/>
                </a:cubicBezTo>
                <a:cubicBezTo>
                  <a:pt x="620" y="629"/>
                  <a:pt x="620" y="629"/>
                  <a:pt x="620" y="629"/>
                </a:cubicBezTo>
                <a:cubicBezTo>
                  <a:pt x="620" y="629"/>
                  <a:pt x="620" y="629"/>
                  <a:pt x="620" y="629"/>
                </a:cubicBezTo>
                <a:cubicBezTo>
                  <a:pt x="619" y="630"/>
                  <a:pt x="619" y="630"/>
                  <a:pt x="619" y="630"/>
                </a:cubicBezTo>
                <a:cubicBezTo>
                  <a:pt x="619" y="630"/>
                  <a:pt x="619" y="630"/>
                  <a:pt x="619" y="630"/>
                </a:cubicBezTo>
                <a:cubicBezTo>
                  <a:pt x="618" y="631"/>
                  <a:pt x="618" y="631"/>
                  <a:pt x="618" y="631"/>
                </a:cubicBezTo>
                <a:cubicBezTo>
                  <a:pt x="618" y="631"/>
                  <a:pt x="618" y="631"/>
                  <a:pt x="618" y="631"/>
                </a:cubicBezTo>
                <a:cubicBezTo>
                  <a:pt x="617" y="633"/>
                  <a:pt x="617" y="633"/>
                  <a:pt x="617" y="633"/>
                </a:cubicBezTo>
                <a:cubicBezTo>
                  <a:pt x="617" y="633"/>
                  <a:pt x="617" y="633"/>
                  <a:pt x="617" y="633"/>
                </a:cubicBezTo>
                <a:cubicBezTo>
                  <a:pt x="616" y="634"/>
                  <a:pt x="616" y="634"/>
                  <a:pt x="616" y="634"/>
                </a:cubicBezTo>
                <a:cubicBezTo>
                  <a:pt x="616" y="634"/>
                  <a:pt x="616" y="634"/>
                  <a:pt x="616" y="634"/>
                </a:cubicBezTo>
                <a:cubicBezTo>
                  <a:pt x="615" y="636"/>
                  <a:pt x="615" y="636"/>
                  <a:pt x="615" y="636"/>
                </a:cubicBezTo>
                <a:cubicBezTo>
                  <a:pt x="615" y="636"/>
                  <a:pt x="615" y="636"/>
                  <a:pt x="615" y="636"/>
                </a:cubicBezTo>
                <a:cubicBezTo>
                  <a:pt x="614" y="637"/>
                  <a:pt x="614" y="637"/>
                  <a:pt x="614" y="637"/>
                </a:cubicBezTo>
                <a:cubicBezTo>
                  <a:pt x="614" y="637"/>
                  <a:pt x="614" y="637"/>
                  <a:pt x="614" y="637"/>
                </a:cubicBezTo>
                <a:cubicBezTo>
                  <a:pt x="613" y="638"/>
                  <a:pt x="613" y="638"/>
                  <a:pt x="613" y="638"/>
                </a:cubicBezTo>
                <a:cubicBezTo>
                  <a:pt x="613" y="638"/>
                  <a:pt x="613" y="638"/>
                  <a:pt x="613" y="638"/>
                </a:cubicBezTo>
                <a:cubicBezTo>
                  <a:pt x="609" y="644"/>
                  <a:pt x="609" y="644"/>
                  <a:pt x="609" y="644"/>
                </a:cubicBezTo>
                <a:cubicBezTo>
                  <a:pt x="609" y="644"/>
                  <a:pt x="609" y="644"/>
                  <a:pt x="609" y="644"/>
                </a:cubicBezTo>
                <a:cubicBezTo>
                  <a:pt x="609" y="645"/>
                  <a:pt x="609" y="645"/>
                  <a:pt x="609" y="645"/>
                </a:cubicBezTo>
                <a:cubicBezTo>
                  <a:pt x="609" y="645"/>
                  <a:pt x="609" y="645"/>
                  <a:pt x="609" y="645"/>
                </a:cubicBezTo>
                <a:cubicBezTo>
                  <a:pt x="610" y="645"/>
                  <a:pt x="610" y="645"/>
                  <a:pt x="610" y="645"/>
                </a:cubicBezTo>
                <a:cubicBezTo>
                  <a:pt x="610" y="645"/>
                  <a:pt x="610" y="645"/>
                  <a:pt x="610" y="645"/>
                </a:cubicBezTo>
                <a:cubicBezTo>
                  <a:pt x="611" y="646"/>
                  <a:pt x="611" y="646"/>
                  <a:pt x="611" y="646"/>
                </a:cubicBezTo>
                <a:cubicBezTo>
                  <a:pt x="611" y="646"/>
                  <a:pt x="611" y="646"/>
                  <a:pt x="611" y="646"/>
                </a:cubicBezTo>
                <a:cubicBezTo>
                  <a:pt x="612" y="647"/>
                  <a:pt x="612" y="647"/>
                  <a:pt x="612" y="647"/>
                </a:cubicBezTo>
                <a:cubicBezTo>
                  <a:pt x="612" y="647"/>
                  <a:pt x="612" y="647"/>
                  <a:pt x="612" y="647"/>
                </a:cubicBezTo>
                <a:cubicBezTo>
                  <a:pt x="614" y="647"/>
                  <a:pt x="614" y="647"/>
                  <a:pt x="614" y="647"/>
                </a:cubicBezTo>
                <a:cubicBezTo>
                  <a:pt x="614" y="647"/>
                  <a:pt x="614" y="647"/>
                  <a:pt x="614" y="647"/>
                </a:cubicBezTo>
                <a:cubicBezTo>
                  <a:pt x="615" y="648"/>
                  <a:pt x="615" y="648"/>
                  <a:pt x="615" y="648"/>
                </a:cubicBezTo>
                <a:cubicBezTo>
                  <a:pt x="615" y="648"/>
                  <a:pt x="615" y="648"/>
                  <a:pt x="615" y="648"/>
                </a:cubicBezTo>
                <a:cubicBezTo>
                  <a:pt x="616" y="648"/>
                  <a:pt x="616" y="648"/>
                  <a:pt x="616" y="648"/>
                </a:cubicBezTo>
                <a:cubicBezTo>
                  <a:pt x="616" y="648"/>
                  <a:pt x="616" y="648"/>
                  <a:pt x="616" y="648"/>
                </a:cubicBezTo>
                <a:cubicBezTo>
                  <a:pt x="618" y="647"/>
                  <a:pt x="618" y="647"/>
                  <a:pt x="618" y="647"/>
                </a:cubicBezTo>
                <a:cubicBezTo>
                  <a:pt x="618" y="647"/>
                  <a:pt x="618" y="647"/>
                  <a:pt x="618" y="647"/>
                </a:cubicBezTo>
                <a:cubicBezTo>
                  <a:pt x="619" y="646"/>
                  <a:pt x="619" y="646"/>
                  <a:pt x="619" y="646"/>
                </a:cubicBezTo>
                <a:cubicBezTo>
                  <a:pt x="619" y="646"/>
                  <a:pt x="619" y="646"/>
                  <a:pt x="619" y="646"/>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5" y="641"/>
                  <a:pt x="625" y="641"/>
                  <a:pt x="625" y="641"/>
                </a:cubicBezTo>
                <a:cubicBezTo>
                  <a:pt x="626" y="641"/>
                  <a:pt x="626" y="641"/>
                  <a:pt x="626" y="641"/>
                </a:cubicBezTo>
                <a:cubicBezTo>
                  <a:pt x="626" y="641"/>
                  <a:pt x="626" y="641"/>
                  <a:pt x="626" y="641"/>
                </a:cubicBezTo>
                <a:cubicBezTo>
                  <a:pt x="626" y="641"/>
                  <a:pt x="626" y="641"/>
                  <a:pt x="626" y="641"/>
                </a:cubicBezTo>
                <a:cubicBezTo>
                  <a:pt x="626" y="641"/>
                  <a:pt x="626" y="641"/>
                  <a:pt x="626" y="641"/>
                </a:cubicBezTo>
                <a:cubicBezTo>
                  <a:pt x="626" y="640"/>
                  <a:pt x="626" y="640"/>
                  <a:pt x="626" y="640"/>
                </a:cubicBezTo>
                <a:cubicBezTo>
                  <a:pt x="626" y="640"/>
                  <a:pt x="626" y="640"/>
                  <a:pt x="626" y="640"/>
                </a:cubicBezTo>
                <a:cubicBezTo>
                  <a:pt x="626" y="640"/>
                  <a:pt x="626" y="640"/>
                  <a:pt x="626" y="640"/>
                </a:cubicBezTo>
                <a:cubicBezTo>
                  <a:pt x="626" y="640"/>
                  <a:pt x="626" y="640"/>
                  <a:pt x="626" y="640"/>
                </a:cubicBezTo>
                <a:cubicBezTo>
                  <a:pt x="627" y="639"/>
                  <a:pt x="627" y="639"/>
                  <a:pt x="627" y="639"/>
                </a:cubicBezTo>
                <a:cubicBezTo>
                  <a:pt x="627" y="639"/>
                  <a:pt x="627" y="639"/>
                  <a:pt x="627" y="639"/>
                </a:cubicBezTo>
                <a:cubicBezTo>
                  <a:pt x="635" y="634"/>
                  <a:pt x="635" y="634"/>
                  <a:pt x="635" y="634"/>
                </a:cubicBezTo>
                <a:cubicBezTo>
                  <a:pt x="635" y="634"/>
                  <a:pt x="635" y="634"/>
                  <a:pt x="635" y="634"/>
                </a:cubicBezTo>
                <a:cubicBezTo>
                  <a:pt x="636" y="634"/>
                  <a:pt x="636" y="634"/>
                  <a:pt x="636" y="634"/>
                </a:cubicBezTo>
                <a:cubicBezTo>
                  <a:pt x="636" y="634"/>
                  <a:pt x="636" y="634"/>
                  <a:pt x="636" y="634"/>
                </a:cubicBezTo>
                <a:cubicBezTo>
                  <a:pt x="637" y="634"/>
                  <a:pt x="637" y="634"/>
                  <a:pt x="637" y="634"/>
                </a:cubicBezTo>
                <a:cubicBezTo>
                  <a:pt x="637" y="634"/>
                  <a:pt x="637" y="634"/>
                  <a:pt x="637" y="634"/>
                </a:cubicBezTo>
                <a:cubicBezTo>
                  <a:pt x="638" y="634"/>
                  <a:pt x="638" y="634"/>
                  <a:pt x="638" y="634"/>
                </a:cubicBezTo>
                <a:cubicBezTo>
                  <a:pt x="638" y="634"/>
                  <a:pt x="638" y="634"/>
                  <a:pt x="638" y="634"/>
                </a:cubicBezTo>
                <a:cubicBezTo>
                  <a:pt x="639" y="635"/>
                  <a:pt x="639" y="635"/>
                  <a:pt x="639" y="635"/>
                </a:cubicBezTo>
                <a:cubicBezTo>
                  <a:pt x="639" y="635"/>
                  <a:pt x="639" y="635"/>
                  <a:pt x="639" y="635"/>
                </a:cubicBezTo>
                <a:cubicBezTo>
                  <a:pt x="639" y="635"/>
                  <a:pt x="639" y="635"/>
                  <a:pt x="639" y="635"/>
                </a:cubicBezTo>
                <a:cubicBezTo>
                  <a:pt x="639" y="635"/>
                  <a:pt x="639" y="635"/>
                  <a:pt x="639" y="635"/>
                </a:cubicBezTo>
                <a:cubicBezTo>
                  <a:pt x="640" y="636"/>
                  <a:pt x="640" y="636"/>
                  <a:pt x="640" y="636"/>
                </a:cubicBezTo>
                <a:cubicBezTo>
                  <a:pt x="640" y="636"/>
                  <a:pt x="640" y="636"/>
                  <a:pt x="640" y="636"/>
                </a:cubicBezTo>
                <a:cubicBezTo>
                  <a:pt x="641" y="636"/>
                  <a:pt x="641" y="636"/>
                  <a:pt x="641" y="636"/>
                </a:cubicBezTo>
                <a:cubicBezTo>
                  <a:pt x="641" y="636"/>
                  <a:pt x="641" y="636"/>
                  <a:pt x="641" y="636"/>
                </a:cubicBezTo>
                <a:cubicBezTo>
                  <a:pt x="643" y="636"/>
                  <a:pt x="643" y="636"/>
                  <a:pt x="643" y="636"/>
                </a:cubicBezTo>
                <a:cubicBezTo>
                  <a:pt x="643" y="636"/>
                  <a:pt x="643" y="636"/>
                  <a:pt x="643" y="636"/>
                </a:cubicBezTo>
                <a:cubicBezTo>
                  <a:pt x="643" y="638"/>
                  <a:pt x="643" y="638"/>
                  <a:pt x="643" y="638"/>
                </a:cubicBezTo>
                <a:cubicBezTo>
                  <a:pt x="643" y="638"/>
                  <a:pt x="643" y="638"/>
                  <a:pt x="643" y="638"/>
                </a:cubicBezTo>
                <a:cubicBezTo>
                  <a:pt x="643" y="639"/>
                  <a:pt x="643" y="639"/>
                  <a:pt x="643" y="639"/>
                </a:cubicBezTo>
                <a:cubicBezTo>
                  <a:pt x="643" y="639"/>
                  <a:pt x="643" y="639"/>
                  <a:pt x="643" y="639"/>
                </a:cubicBezTo>
                <a:cubicBezTo>
                  <a:pt x="642" y="640"/>
                  <a:pt x="642" y="640"/>
                  <a:pt x="642" y="640"/>
                </a:cubicBezTo>
                <a:cubicBezTo>
                  <a:pt x="642" y="640"/>
                  <a:pt x="642" y="640"/>
                  <a:pt x="642" y="640"/>
                </a:cubicBezTo>
                <a:cubicBezTo>
                  <a:pt x="642" y="641"/>
                  <a:pt x="642" y="641"/>
                  <a:pt x="642" y="641"/>
                </a:cubicBezTo>
                <a:cubicBezTo>
                  <a:pt x="642" y="641"/>
                  <a:pt x="642" y="641"/>
                  <a:pt x="642" y="641"/>
                </a:cubicBezTo>
                <a:cubicBezTo>
                  <a:pt x="642" y="643"/>
                  <a:pt x="642" y="643"/>
                  <a:pt x="642" y="643"/>
                </a:cubicBezTo>
                <a:cubicBezTo>
                  <a:pt x="642" y="643"/>
                  <a:pt x="642" y="643"/>
                  <a:pt x="642" y="643"/>
                </a:cubicBezTo>
                <a:cubicBezTo>
                  <a:pt x="642" y="644"/>
                  <a:pt x="642" y="644"/>
                  <a:pt x="642" y="644"/>
                </a:cubicBezTo>
                <a:cubicBezTo>
                  <a:pt x="642" y="644"/>
                  <a:pt x="642" y="644"/>
                  <a:pt x="642" y="644"/>
                </a:cubicBezTo>
                <a:cubicBezTo>
                  <a:pt x="641" y="645"/>
                  <a:pt x="641" y="645"/>
                  <a:pt x="641" y="645"/>
                </a:cubicBezTo>
                <a:cubicBezTo>
                  <a:pt x="641" y="645"/>
                  <a:pt x="641" y="645"/>
                  <a:pt x="641" y="645"/>
                </a:cubicBezTo>
                <a:cubicBezTo>
                  <a:pt x="640" y="646"/>
                  <a:pt x="640" y="646"/>
                  <a:pt x="640" y="646"/>
                </a:cubicBezTo>
                <a:cubicBezTo>
                  <a:pt x="640" y="646"/>
                  <a:pt x="640" y="646"/>
                  <a:pt x="640" y="646"/>
                </a:cubicBezTo>
                <a:cubicBezTo>
                  <a:pt x="639" y="646"/>
                  <a:pt x="639" y="646"/>
                  <a:pt x="639" y="646"/>
                </a:cubicBezTo>
                <a:cubicBezTo>
                  <a:pt x="639" y="646"/>
                  <a:pt x="639" y="646"/>
                  <a:pt x="639" y="646"/>
                </a:cubicBezTo>
                <a:cubicBezTo>
                  <a:pt x="639" y="647"/>
                  <a:pt x="639" y="647"/>
                  <a:pt x="639" y="647"/>
                </a:cubicBezTo>
                <a:cubicBezTo>
                  <a:pt x="639" y="647"/>
                  <a:pt x="639" y="647"/>
                  <a:pt x="639" y="647"/>
                </a:cubicBezTo>
                <a:cubicBezTo>
                  <a:pt x="638" y="647"/>
                  <a:pt x="638" y="647"/>
                  <a:pt x="638" y="647"/>
                </a:cubicBezTo>
                <a:cubicBezTo>
                  <a:pt x="638" y="647"/>
                  <a:pt x="638" y="647"/>
                  <a:pt x="638" y="647"/>
                </a:cubicBezTo>
                <a:cubicBezTo>
                  <a:pt x="638" y="648"/>
                  <a:pt x="638" y="648"/>
                  <a:pt x="638" y="648"/>
                </a:cubicBezTo>
                <a:cubicBezTo>
                  <a:pt x="638" y="648"/>
                  <a:pt x="638" y="648"/>
                  <a:pt x="638" y="648"/>
                </a:cubicBezTo>
                <a:cubicBezTo>
                  <a:pt x="638" y="649"/>
                  <a:pt x="638" y="649"/>
                  <a:pt x="638" y="649"/>
                </a:cubicBezTo>
                <a:cubicBezTo>
                  <a:pt x="638" y="649"/>
                  <a:pt x="638" y="649"/>
                  <a:pt x="638" y="649"/>
                </a:cubicBezTo>
                <a:cubicBezTo>
                  <a:pt x="637" y="649"/>
                  <a:pt x="637" y="649"/>
                  <a:pt x="637" y="649"/>
                </a:cubicBezTo>
                <a:cubicBezTo>
                  <a:pt x="637" y="649"/>
                  <a:pt x="637" y="649"/>
                  <a:pt x="637" y="649"/>
                </a:cubicBezTo>
                <a:cubicBezTo>
                  <a:pt x="636" y="649"/>
                  <a:pt x="636" y="649"/>
                  <a:pt x="636" y="649"/>
                </a:cubicBezTo>
                <a:cubicBezTo>
                  <a:pt x="636" y="649"/>
                  <a:pt x="636" y="649"/>
                  <a:pt x="636" y="649"/>
                </a:cubicBezTo>
                <a:cubicBezTo>
                  <a:pt x="636" y="649"/>
                  <a:pt x="636" y="649"/>
                  <a:pt x="636" y="649"/>
                </a:cubicBezTo>
                <a:cubicBezTo>
                  <a:pt x="636" y="649"/>
                  <a:pt x="636" y="649"/>
                  <a:pt x="636" y="649"/>
                </a:cubicBezTo>
                <a:cubicBezTo>
                  <a:pt x="627" y="662"/>
                  <a:pt x="627" y="662"/>
                  <a:pt x="627" y="662"/>
                </a:cubicBezTo>
                <a:cubicBezTo>
                  <a:pt x="627" y="662"/>
                  <a:pt x="627" y="662"/>
                  <a:pt x="627" y="662"/>
                </a:cubicBezTo>
                <a:cubicBezTo>
                  <a:pt x="623" y="668"/>
                  <a:pt x="623" y="668"/>
                  <a:pt x="623" y="668"/>
                </a:cubicBezTo>
                <a:cubicBezTo>
                  <a:pt x="623" y="668"/>
                  <a:pt x="623" y="668"/>
                  <a:pt x="623" y="668"/>
                </a:cubicBezTo>
                <a:cubicBezTo>
                  <a:pt x="624" y="669"/>
                  <a:pt x="624" y="669"/>
                  <a:pt x="624" y="669"/>
                </a:cubicBezTo>
                <a:cubicBezTo>
                  <a:pt x="624" y="669"/>
                  <a:pt x="624" y="669"/>
                  <a:pt x="624" y="669"/>
                </a:cubicBezTo>
                <a:cubicBezTo>
                  <a:pt x="624" y="669"/>
                  <a:pt x="624" y="669"/>
                  <a:pt x="624" y="669"/>
                </a:cubicBezTo>
                <a:cubicBezTo>
                  <a:pt x="624" y="669"/>
                  <a:pt x="624" y="669"/>
                  <a:pt x="624" y="669"/>
                </a:cubicBezTo>
                <a:cubicBezTo>
                  <a:pt x="625" y="669"/>
                  <a:pt x="625" y="669"/>
                  <a:pt x="625" y="669"/>
                </a:cubicBezTo>
                <a:cubicBezTo>
                  <a:pt x="625" y="669"/>
                  <a:pt x="625" y="669"/>
                  <a:pt x="625" y="669"/>
                </a:cubicBezTo>
                <a:cubicBezTo>
                  <a:pt x="625" y="668"/>
                  <a:pt x="625" y="668"/>
                  <a:pt x="625" y="668"/>
                </a:cubicBezTo>
                <a:cubicBezTo>
                  <a:pt x="625" y="668"/>
                  <a:pt x="625" y="668"/>
                  <a:pt x="625" y="668"/>
                </a:cubicBezTo>
                <a:cubicBezTo>
                  <a:pt x="626" y="668"/>
                  <a:pt x="626" y="668"/>
                  <a:pt x="626" y="668"/>
                </a:cubicBezTo>
                <a:cubicBezTo>
                  <a:pt x="626" y="668"/>
                  <a:pt x="626" y="668"/>
                  <a:pt x="626" y="668"/>
                </a:cubicBezTo>
                <a:cubicBezTo>
                  <a:pt x="626" y="668"/>
                  <a:pt x="626" y="668"/>
                  <a:pt x="626" y="668"/>
                </a:cubicBezTo>
                <a:cubicBezTo>
                  <a:pt x="626" y="668"/>
                  <a:pt x="626" y="668"/>
                  <a:pt x="626" y="668"/>
                </a:cubicBezTo>
                <a:cubicBezTo>
                  <a:pt x="627" y="668"/>
                  <a:pt x="627" y="668"/>
                  <a:pt x="627" y="668"/>
                </a:cubicBezTo>
                <a:cubicBezTo>
                  <a:pt x="627" y="668"/>
                  <a:pt x="627" y="668"/>
                  <a:pt x="627" y="668"/>
                </a:cubicBezTo>
                <a:cubicBezTo>
                  <a:pt x="628" y="668"/>
                  <a:pt x="628" y="668"/>
                  <a:pt x="628" y="668"/>
                </a:cubicBezTo>
                <a:cubicBezTo>
                  <a:pt x="628" y="668"/>
                  <a:pt x="628" y="668"/>
                  <a:pt x="628" y="668"/>
                </a:cubicBezTo>
                <a:cubicBezTo>
                  <a:pt x="628" y="668"/>
                  <a:pt x="628" y="668"/>
                  <a:pt x="628" y="668"/>
                </a:cubicBezTo>
                <a:cubicBezTo>
                  <a:pt x="628" y="668"/>
                  <a:pt x="628" y="668"/>
                  <a:pt x="628" y="668"/>
                </a:cubicBezTo>
                <a:cubicBezTo>
                  <a:pt x="629" y="669"/>
                  <a:pt x="629" y="669"/>
                  <a:pt x="629" y="669"/>
                </a:cubicBezTo>
                <a:cubicBezTo>
                  <a:pt x="629" y="669"/>
                  <a:pt x="629" y="669"/>
                  <a:pt x="629" y="669"/>
                </a:cubicBezTo>
                <a:cubicBezTo>
                  <a:pt x="629" y="669"/>
                  <a:pt x="629" y="669"/>
                  <a:pt x="629" y="669"/>
                </a:cubicBezTo>
                <a:cubicBezTo>
                  <a:pt x="629" y="669"/>
                  <a:pt x="629" y="669"/>
                  <a:pt x="629" y="669"/>
                </a:cubicBezTo>
                <a:cubicBezTo>
                  <a:pt x="629" y="670"/>
                  <a:pt x="629" y="670"/>
                  <a:pt x="629" y="670"/>
                </a:cubicBezTo>
                <a:cubicBezTo>
                  <a:pt x="629" y="670"/>
                  <a:pt x="629" y="670"/>
                  <a:pt x="629" y="670"/>
                </a:cubicBezTo>
                <a:cubicBezTo>
                  <a:pt x="630" y="671"/>
                  <a:pt x="630" y="671"/>
                  <a:pt x="630" y="671"/>
                </a:cubicBezTo>
                <a:cubicBezTo>
                  <a:pt x="630" y="671"/>
                  <a:pt x="630" y="671"/>
                  <a:pt x="630" y="671"/>
                </a:cubicBezTo>
                <a:cubicBezTo>
                  <a:pt x="630" y="672"/>
                  <a:pt x="630" y="672"/>
                  <a:pt x="630" y="672"/>
                </a:cubicBezTo>
                <a:cubicBezTo>
                  <a:pt x="630" y="672"/>
                  <a:pt x="630" y="672"/>
                  <a:pt x="630" y="672"/>
                </a:cubicBezTo>
                <a:cubicBezTo>
                  <a:pt x="630" y="672"/>
                  <a:pt x="630" y="672"/>
                  <a:pt x="630" y="672"/>
                </a:cubicBezTo>
                <a:cubicBezTo>
                  <a:pt x="630" y="672"/>
                  <a:pt x="630" y="672"/>
                  <a:pt x="630" y="672"/>
                </a:cubicBezTo>
                <a:cubicBezTo>
                  <a:pt x="630" y="673"/>
                  <a:pt x="630" y="673"/>
                  <a:pt x="630" y="673"/>
                </a:cubicBezTo>
                <a:cubicBezTo>
                  <a:pt x="630" y="673"/>
                  <a:pt x="630" y="673"/>
                  <a:pt x="630" y="673"/>
                </a:cubicBezTo>
                <a:cubicBezTo>
                  <a:pt x="630" y="674"/>
                  <a:pt x="630" y="674"/>
                  <a:pt x="630" y="674"/>
                </a:cubicBezTo>
                <a:cubicBezTo>
                  <a:pt x="630" y="674"/>
                  <a:pt x="630" y="674"/>
                  <a:pt x="630" y="674"/>
                </a:cubicBezTo>
                <a:cubicBezTo>
                  <a:pt x="623" y="679"/>
                  <a:pt x="623" y="679"/>
                  <a:pt x="623" y="679"/>
                </a:cubicBezTo>
                <a:cubicBezTo>
                  <a:pt x="623" y="679"/>
                  <a:pt x="623" y="679"/>
                  <a:pt x="623" y="679"/>
                </a:cubicBezTo>
                <a:cubicBezTo>
                  <a:pt x="610" y="690"/>
                  <a:pt x="610" y="690"/>
                  <a:pt x="610" y="690"/>
                </a:cubicBezTo>
                <a:cubicBezTo>
                  <a:pt x="610" y="690"/>
                  <a:pt x="610" y="690"/>
                  <a:pt x="610" y="690"/>
                </a:cubicBezTo>
                <a:cubicBezTo>
                  <a:pt x="611" y="691"/>
                  <a:pt x="611" y="691"/>
                  <a:pt x="611" y="691"/>
                </a:cubicBezTo>
                <a:cubicBezTo>
                  <a:pt x="611" y="691"/>
                  <a:pt x="611" y="691"/>
                  <a:pt x="611" y="691"/>
                </a:cubicBezTo>
                <a:cubicBezTo>
                  <a:pt x="617" y="688"/>
                  <a:pt x="617" y="688"/>
                  <a:pt x="617" y="688"/>
                </a:cubicBezTo>
                <a:cubicBezTo>
                  <a:pt x="617" y="688"/>
                  <a:pt x="617" y="688"/>
                  <a:pt x="617" y="688"/>
                </a:cubicBezTo>
                <a:cubicBezTo>
                  <a:pt x="618" y="688"/>
                  <a:pt x="618" y="688"/>
                  <a:pt x="618" y="688"/>
                </a:cubicBezTo>
                <a:cubicBezTo>
                  <a:pt x="618" y="688"/>
                  <a:pt x="618" y="688"/>
                  <a:pt x="618" y="688"/>
                </a:cubicBezTo>
                <a:cubicBezTo>
                  <a:pt x="618" y="688"/>
                  <a:pt x="618" y="688"/>
                  <a:pt x="618" y="688"/>
                </a:cubicBezTo>
                <a:cubicBezTo>
                  <a:pt x="618" y="688"/>
                  <a:pt x="618" y="688"/>
                  <a:pt x="618" y="688"/>
                </a:cubicBezTo>
                <a:cubicBezTo>
                  <a:pt x="619" y="688"/>
                  <a:pt x="619" y="688"/>
                  <a:pt x="619" y="688"/>
                </a:cubicBezTo>
                <a:cubicBezTo>
                  <a:pt x="619" y="688"/>
                  <a:pt x="619" y="688"/>
                  <a:pt x="619" y="688"/>
                </a:cubicBezTo>
                <a:cubicBezTo>
                  <a:pt x="620" y="687"/>
                  <a:pt x="620" y="687"/>
                  <a:pt x="620" y="687"/>
                </a:cubicBezTo>
                <a:cubicBezTo>
                  <a:pt x="620" y="687"/>
                  <a:pt x="620" y="687"/>
                  <a:pt x="620" y="687"/>
                </a:cubicBezTo>
                <a:cubicBezTo>
                  <a:pt x="621" y="688"/>
                  <a:pt x="621" y="688"/>
                  <a:pt x="621" y="688"/>
                </a:cubicBezTo>
                <a:cubicBezTo>
                  <a:pt x="621" y="688"/>
                  <a:pt x="621" y="688"/>
                  <a:pt x="621" y="688"/>
                </a:cubicBezTo>
                <a:cubicBezTo>
                  <a:pt x="621" y="688"/>
                  <a:pt x="621" y="688"/>
                  <a:pt x="621" y="688"/>
                </a:cubicBezTo>
                <a:cubicBezTo>
                  <a:pt x="621" y="688"/>
                  <a:pt x="621" y="688"/>
                  <a:pt x="621" y="688"/>
                </a:cubicBezTo>
                <a:cubicBezTo>
                  <a:pt x="622" y="688"/>
                  <a:pt x="622" y="688"/>
                  <a:pt x="622" y="688"/>
                </a:cubicBezTo>
                <a:cubicBezTo>
                  <a:pt x="622" y="688"/>
                  <a:pt x="622" y="688"/>
                  <a:pt x="622" y="688"/>
                </a:cubicBezTo>
                <a:cubicBezTo>
                  <a:pt x="623" y="688"/>
                  <a:pt x="623" y="688"/>
                  <a:pt x="623" y="688"/>
                </a:cubicBezTo>
                <a:cubicBezTo>
                  <a:pt x="623" y="688"/>
                  <a:pt x="623" y="688"/>
                  <a:pt x="623" y="688"/>
                </a:cubicBezTo>
                <a:cubicBezTo>
                  <a:pt x="623" y="688"/>
                  <a:pt x="623" y="688"/>
                  <a:pt x="623" y="688"/>
                </a:cubicBezTo>
                <a:cubicBezTo>
                  <a:pt x="623" y="688"/>
                  <a:pt x="623" y="688"/>
                  <a:pt x="623"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8"/>
                  <a:pt x="624" y="688"/>
                  <a:pt x="624" y="688"/>
                </a:cubicBezTo>
                <a:cubicBezTo>
                  <a:pt x="624" y="689"/>
                  <a:pt x="624" y="689"/>
                  <a:pt x="624" y="689"/>
                </a:cubicBezTo>
                <a:cubicBezTo>
                  <a:pt x="624" y="689"/>
                  <a:pt x="624" y="689"/>
                  <a:pt x="624" y="689"/>
                </a:cubicBezTo>
                <a:cubicBezTo>
                  <a:pt x="625" y="689"/>
                  <a:pt x="625" y="689"/>
                  <a:pt x="625" y="689"/>
                </a:cubicBezTo>
                <a:cubicBezTo>
                  <a:pt x="625" y="689"/>
                  <a:pt x="625" y="689"/>
                  <a:pt x="625" y="689"/>
                </a:cubicBezTo>
                <a:cubicBezTo>
                  <a:pt x="625" y="689"/>
                  <a:pt x="625" y="689"/>
                  <a:pt x="625" y="689"/>
                </a:cubicBezTo>
                <a:cubicBezTo>
                  <a:pt x="625" y="689"/>
                  <a:pt x="625" y="689"/>
                  <a:pt x="625" y="689"/>
                </a:cubicBezTo>
                <a:cubicBezTo>
                  <a:pt x="626" y="689"/>
                  <a:pt x="626" y="689"/>
                  <a:pt x="626" y="689"/>
                </a:cubicBezTo>
                <a:cubicBezTo>
                  <a:pt x="626" y="689"/>
                  <a:pt x="626" y="689"/>
                  <a:pt x="626" y="689"/>
                </a:cubicBezTo>
                <a:cubicBezTo>
                  <a:pt x="626" y="690"/>
                  <a:pt x="626" y="690"/>
                  <a:pt x="626" y="690"/>
                </a:cubicBezTo>
                <a:cubicBezTo>
                  <a:pt x="626" y="690"/>
                  <a:pt x="626" y="690"/>
                  <a:pt x="626" y="690"/>
                </a:cubicBezTo>
                <a:cubicBezTo>
                  <a:pt x="626" y="690"/>
                  <a:pt x="626" y="690"/>
                  <a:pt x="626" y="690"/>
                </a:cubicBezTo>
                <a:cubicBezTo>
                  <a:pt x="626" y="690"/>
                  <a:pt x="626" y="690"/>
                  <a:pt x="626" y="690"/>
                </a:cubicBezTo>
                <a:cubicBezTo>
                  <a:pt x="626" y="691"/>
                  <a:pt x="626" y="691"/>
                  <a:pt x="626" y="691"/>
                </a:cubicBezTo>
                <a:cubicBezTo>
                  <a:pt x="626" y="691"/>
                  <a:pt x="626" y="691"/>
                  <a:pt x="626" y="691"/>
                </a:cubicBezTo>
                <a:cubicBezTo>
                  <a:pt x="626" y="692"/>
                  <a:pt x="626" y="692"/>
                  <a:pt x="626" y="692"/>
                </a:cubicBezTo>
                <a:cubicBezTo>
                  <a:pt x="626" y="692"/>
                  <a:pt x="626" y="692"/>
                  <a:pt x="626" y="692"/>
                </a:cubicBezTo>
                <a:cubicBezTo>
                  <a:pt x="625" y="692"/>
                  <a:pt x="625" y="692"/>
                  <a:pt x="625" y="692"/>
                </a:cubicBezTo>
                <a:cubicBezTo>
                  <a:pt x="625" y="692"/>
                  <a:pt x="625" y="692"/>
                  <a:pt x="625" y="692"/>
                </a:cubicBezTo>
                <a:cubicBezTo>
                  <a:pt x="625" y="693"/>
                  <a:pt x="625" y="693"/>
                  <a:pt x="625" y="693"/>
                </a:cubicBezTo>
                <a:cubicBezTo>
                  <a:pt x="625" y="693"/>
                  <a:pt x="625" y="693"/>
                  <a:pt x="625" y="693"/>
                </a:cubicBezTo>
                <a:cubicBezTo>
                  <a:pt x="625" y="694"/>
                  <a:pt x="625" y="694"/>
                  <a:pt x="625" y="694"/>
                </a:cubicBezTo>
                <a:cubicBezTo>
                  <a:pt x="625" y="694"/>
                  <a:pt x="625" y="694"/>
                  <a:pt x="625" y="694"/>
                </a:cubicBezTo>
                <a:cubicBezTo>
                  <a:pt x="624" y="694"/>
                  <a:pt x="624" y="694"/>
                  <a:pt x="624" y="694"/>
                </a:cubicBezTo>
                <a:cubicBezTo>
                  <a:pt x="624" y="694"/>
                  <a:pt x="624" y="694"/>
                  <a:pt x="624" y="694"/>
                </a:cubicBezTo>
                <a:cubicBezTo>
                  <a:pt x="623" y="695"/>
                  <a:pt x="623" y="695"/>
                  <a:pt x="623" y="695"/>
                </a:cubicBezTo>
                <a:cubicBezTo>
                  <a:pt x="623" y="695"/>
                  <a:pt x="623" y="695"/>
                  <a:pt x="623" y="695"/>
                </a:cubicBezTo>
                <a:cubicBezTo>
                  <a:pt x="622" y="695"/>
                  <a:pt x="622" y="695"/>
                  <a:pt x="622" y="695"/>
                </a:cubicBezTo>
                <a:cubicBezTo>
                  <a:pt x="622" y="695"/>
                  <a:pt x="622" y="695"/>
                  <a:pt x="622" y="695"/>
                </a:cubicBezTo>
                <a:cubicBezTo>
                  <a:pt x="621" y="696"/>
                  <a:pt x="621" y="696"/>
                  <a:pt x="621" y="696"/>
                </a:cubicBezTo>
                <a:cubicBezTo>
                  <a:pt x="621" y="696"/>
                  <a:pt x="621" y="696"/>
                  <a:pt x="621" y="696"/>
                </a:cubicBezTo>
                <a:cubicBezTo>
                  <a:pt x="621" y="697"/>
                  <a:pt x="621" y="697"/>
                  <a:pt x="621" y="697"/>
                </a:cubicBezTo>
                <a:cubicBezTo>
                  <a:pt x="621" y="697"/>
                  <a:pt x="621" y="697"/>
                  <a:pt x="621" y="697"/>
                </a:cubicBezTo>
                <a:cubicBezTo>
                  <a:pt x="620" y="698"/>
                  <a:pt x="620" y="698"/>
                  <a:pt x="620" y="698"/>
                </a:cubicBezTo>
                <a:cubicBezTo>
                  <a:pt x="620" y="698"/>
                  <a:pt x="620" y="698"/>
                  <a:pt x="620" y="698"/>
                </a:cubicBezTo>
                <a:cubicBezTo>
                  <a:pt x="619" y="699"/>
                  <a:pt x="619" y="699"/>
                  <a:pt x="619" y="699"/>
                </a:cubicBezTo>
                <a:cubicBezTo>
                  <a:pt x="619" y="699"/>
                  <a:pt x="619" y="699"/>
                  <a:pt x="619" y="699"/>
                </a:cubicBezTo>
                <a:cubicBezTo>
                  <a:pt x="618" y="700"/>
                  <a:pt x="618" y="700"/>
                  <a:pt x="618" y="700"/>
                </a:cubicBezTo>
                <a:cubicBezTo>
                  <a:pt x="618" y="700"/>
                  <a:pt x="618" y="700"/>
                  <a:pt x="618" y="700"/>
                </a:cubicBezTo>
                <a:cubicBezTo>
                  <a:pt x="616" y="700"/>
                  <a:pt x="616" y="700"/>
                  <a:pt x="616" y="700"/>
                </a:cubicBezTo>
                <a:cubicBezTo>
                  <a:pt x="616" y="700"/>
                  <a:pt x="616" y="700"/>
                  <a:pt x="616" y="700"/>
                </a:cubicBezTo>
                <a:cubicBezTo>
                  <a:pt x="616" y="699"/>
                  <a:pt x="616" y="699"/>
                  <a:pt x="616" y="699"/>
                </a:cubicBezTo>
                <a:cubicBezTo>
                  <a:pt x="616" y="699"/>
                  <a:pt x="616" y="699"/>
                  <a:pt x="616" y="699"/>
                </a:cubicBezTo>
                <a:cubicBezTo>
                  <a:pt x="616" y="698"/>
                  <a:pt x="616" y="698"/>
                  <a:pt x="616" y="698"/>
                </a:cubicBezTo>
                <a:cubicBezTo>
                  <a:pt x="616" y="698"/>
                  <a:pt x="616" y="698"/>
                  <a:pt x="616" y="698"/>
                </a:cubicBezTo>
                <a:cubicBezTo>
                  <a:pt x="617" y="697"/>
                  <a:pt x="617" y="697"/>
                  <a:pt x="617" y="697"/>
                </a:cubicBezTo>
                <a:cubicBezTo>
                  <a:pt x="617" y="697"/>
                  <a:pt x="617" y="697"/>
                  <a:pt x="617" y="697"/>
                </a:cubicBezTo>
                <a:cubicBezTo>
                  <a:pt x="618" y="696"/>
                  <a:pt x="618" y="696"/>
                  <a:pt x="618" y="696"/>
                </a:cubicBezTo>
                <a:cubicBezTo>
                  <a:pt x="618" y="696"/>
                  <a:pt x="618" y="696"/>
                  <a:pt x="618" y="696"/>
                </a:cubicBezTo>
                <a:cubicBezTo>
                  <a:pt x="618" y="695"/>
                  <a:pt x="618" y="695"/>
                  <a:pt x="618" y="695"/>
                </a:cubicBezTo>
                <a:cubicBezTo>
                  <a:pt x="618" y="695"/>
                  <a:pt x="618" y="695"/>
                  <a:pt x="618" y="695"/>
                </a:cubicBezTo>
                <a:cubicBezTo>
                  <a:pt x="619" y="695"/>
                  <a:pt x="619" y="695"/>
                  <a:pt x="619" y="695"/>
                </a:cubicBezTo>
                <a:cubicBezTo>
                  <a:pt x="619" y="695"/>
                  <a:pt x="619" y="695"/>
                  <a:pt x="619" y="695"/>
                </a:cubicBezTo>
                <a:cubicBezTo>
                  <a:pt x="619" y="694"/>
                  <a:pt x="619" y="694"/>
                  <a:pt x="619" y="694"/>
                </a:cubicBezTo>
                <a:cubicBezTo>
                  <a:pt x="619" y="694"/>
                  <a:pt x="619" y="694"/>
                  <a:pt x="619" y="694"/>
                </a:cubicBezTo>
                <a:cubicBezTo>
                  <a:pt x="620" y="692"/>
                  <a:pt x="620" y="692"/>
                  <a:pt x="620" y="692"/>
                </a:cubicBezTo>
                <a:cubicBezTo>
                  <a:pt x="620" y="692"/>
                  <a:pt x="620" y="692"/>
                  <a:pt x="620" y="692"/>
                </a:cubicBezTo>
                <a:cubicBezTo>
                  <a:pt x="619" y="692"/>
                  <a:pt x="619" y="692"/>
                  <a:pt x="619" y="692"/>
                </a:cubicBezTo>
                <a:cubicBezTo>
                  <a:pt x="619" y="692"/>
                  <a:pt x="619" y="692"/>
                  <a:pt x="619" y="692"/>
                </a:cubicBezTo>
                <a:cubicBezTo>
                  <a:pt x="619" y="692"/>
                  <a:pt x="619" y="692"/>
                  <a:pt x="619" y="692"/>
                </a:cubicBezTo>
                <a:cubicBezTo>
                  <a:pt x="619" y="692"/>
                  <a:pt x="619" y="692"/>
                  <a:pt x="619" y="692"/>
                </a:cubicBezTo>
                <a:cubicBezTo>
                  <a:pt x="618" y="692"/>
                  <a:pt x="618" y="692"/>
                  <a:pt x="618" y="692"/>
                </a:cubicBezTo>
                <a:cubicBezTo>
                  <a:pt x="618" y="692"/>
                  <a:pt x="618" y="692"/>
                  <a:pt x="618" y="692"/>
                </a:cubicBezTo>
                <a:cubicBezTo>
                  <a:pt x="618" y="692"/>
                  <a:pt x="618" y="692"/>
                  <a:pt x="618" y="692"/>
                </a:cubicBezTo>
                <a:cubicBezTo>
                  <a:pt x="618" y="692"/>
                  <a:pt x="618" y="692"/>
                  <a:pt x="618" y="692"/>
                </a:cubicBezTo>
                <a:cubicBezTo>
                  <a:pt x="617" y="692"/>
                  <a:pt x="617" y="692"/>
                  <a:pt x="617" y="692"/>
                </a:cubicBezTo>
                <a:cubicBezTo>
                  <a:pt x="617" y="692"/>
                  <a:pt x="617" y="692"/>
                  <a:pt x="617" y="692"/>
                </a:cubicBezTo>
                <a:cubicBezTo>
                  <a:pt x="617" y="692"/>
                  <a:pt x="617" y="692"/>
                  <a:pt x="617" y="692"/>
                </a:cubicBezTo>
                <a:cubicBezTo>
                  <a:pt x="617" y="692"/>
                  <a:pt x="617" y="692"/>
                  <a:pt x="617" y="692"/>
                </a:cubicBezTo>
                <a:cubicBezTo>
                  <a:pt x="616" y="692"/>
                  <a:pt x="616" y="692"/>
                  <a:pt x="616" y="692"/>
                </a:cubicBezTo>
                <a:cubicBezTo>
                  <a:pt x="616" y="692"/>
                  <a:pt x="616" y="692"/>
                  <a:pt x="616" y="692"/>
                </a:cubicBezTo>
                <a:cubicBezTo>
                  <a:pt x="616" y="692"/>
                  <a:pt x="616" y="692"/>
                  <a:pt x="616" y="692"/>
                </a:cubicBezTo>
                <a:cubicBezTo>
                  <a:pt x="616" y="692"/>
                  <a:pt x="616" y="692"/>
                  <a:pt x="616" y="692"/>
                </a:cubicBezTo>
                <a:cubicBezTo>
                  <a:pt x="612" y="697"/>
                  <a:pt x="612" y="697"/>
                  <a:pt x="612" y="697"/>
                </a:cubicBezTo>
                <a:cubicBezTo>
                  <a:pt x="612" y="697"/>
                  <a:pt x="612" y="697"/>
                  <a:pt x="612" y="697"/>
                </a:cubicBezTo>
                <a:cubicBezTo>
                  <a:pt x="612" y="701"/>
                  <a:pt x="612" y="701"/>
                  <a:pt x="612" y="701"/>
                </a:cubicBezTo>
                <a:cubicBezTo>
                  <a:pt x="612" y="701"/>
                  <a:pt x="612" y="701"/>
                  <a:pt x="612" y="701"/>
                </a:cubicBezTo>
                <a:cubicBezTo>
                  <a:pt x="613" y="705"/>
                  <a:pt x="613" y="705"/>
                  <a:pt x="613" y="705"/>
                </a:cubicBezTo>
                <a:cubicBezTo>
                  <a:pt x="613" y="705"/>
                  <a:pt x="613" y="705"/>
                  <a:pt x="613" y="705"/>
                </a:cubicBezTo>
                <a:cubicBezTo>
                  <a:pt x="613" y="709"/>
                  <a:pt x="613" y="709"/>
                  <a:pt x="613" y="709"/>
                </a:cubicBezTo>
                <a:cubicBezTo>
                  <a:pt x="613" y="709"/>
                  <a:pt x="613" y="709"/>
                  <a:pt x="613" y="709"/>
                </a:cubicBezTo>
                <a:cubicBezTo>
                  <a:pt x="613" y="712"/>
                  <a:pt x="613" y="712"/>
                  <a:pt x="613" y="712"/>
                </a:cubicBezTo>
                <a:cubicBezTo>
                  <a:pt x="613" y="712"/>
                  <a:pt x="613" y="712"/>
                  <a:pt x="613" y="712"/>
                </a:cubicBezTo>
                <a:cubicBezTo>
                  <a:pt x="613" y="716"/>
                  <a:pt x="613" y="716"/>
                  <a:pt x="613" y="716"/>
                </a:cubicBezTo>
                <a:cubicBezTo>
                  <a:pt x="613" y="716"/>
                  <a:pt x="613" y="716"/>
                  <a:pt x="613" y="716"/>
                </a:cubicBezTo>
                <a:cubicBezTo>
                  <a:pt x="612" y="720"/>
                  <a:pt x="612" y="720"/>
                  <a:pt x="612" y="720"/>
                </a:cubicBezTo>
                <a:cubicBezTo>
                  <a:pt x="612" y="720"/>
                  <a:pt x="612" y="720"/>
                  <a:pt x="612" y="720"/>
                </a:cubicBezTo>
                <a:cubicBezTo>
                  <a:pt x="612" y="724"/>
                  <a:pt x="612" y="724"/>
                  <a:pt x="612" y="724"/>
                </a:cubicBezTo>
                <a:cubicBezTo>
                  <a:pt x="612" y="724"/>
                  <a:pt x="612" y="724"/>
                  <a:pt x="612" y="724"/>
                </a:cubicBezTo>
                <a:cubicBezTo>
                  <a:pt x="612" y="728"/>
                  <a:pt x="612" y="728"/>
                  <a:pt x="612" y="728"/>
                </a:cubicBezTo>
                <a:cubicBezTo>
                  <a:pt x="612" y="728"/>
                  <a:pt x="612" y="728"/>
                  <a:pt x="612" y="728"/>
                </a:cubicBezTo>
                <a:cubicBezTo>
                  <a:pt x="612" y="728"/>
                  <a:pt x="612" y="728"/>
                  <a:pt x="612" y="728"/>
                </a:cubicBezTo>
                <a:cubicBezTo>
                  <a:pt x="612" y="728"/>
                  <a:pt x="612" y="728"/>
                  <a:pt x="612"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1" y="728"/>
                  <a:pt x="611" y="728"/>
                  <a:pt x="611" y="728"/>
                </a:cubicBezTo>
                <a:cubicBezTo>
                  <a:pt x="610" y="728"/>
                  <a:pt x="610" y="728"/>
                  <a:pt x="610" y="728"/>
                </a:cubicBezTo>
                <a:cubicBezTo>
                  <a:pt x="610" y="728"/>
                  <a:pt x="610" y="728"/>
                  <a:pt x="610" y="728"/>
                </a:cubicBezTo>
                <a:cubicBezTo>
                  <a:pt x="610" y="728"/>
                  <a:pt x="610" y="728"/>
                  <a:pt x="610" y="728"/>
                </a:cubicBezTo>
                <a:cubicBezTo>
                  <a:pt x="610" y="728"/>
                  <a:pt x="610" y="728"/>
                  <a:pt x="610" y="728"/>
                </a:cubicBezTo>
                <a:cubicBezTo>
                  <a:pt x="610" y="729"/>
                  <a:pt x="610" y="729"/>
                  <a:pt x="610" y="729"/>
                </a:cubicBezTo>
                <a:cubicBezTo>
                  <a:pt x="610" y="729"/>
                  <a:pt x="610" y="729"/>
                  <a:pt x="610" y="729"/>
                </a:cubicBezTo>
                <a:cubicBezTo>
                  <a:pt x="609" y="729"/>
                  <a:pt x="609" y="729"/>
                  <a:pt x="609" y="729"/>
                </a:cubicBezTo>
                <a:close/>
                <a:moveTo>
                  <a:pt x="176" y="724"/>
                </a:move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5" y="724"/>
                  <a:pt x="175" y="724"/>
                  <a:pt x="175"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4" y="724"/>
                  <a:pt x="174" y="724"/>
                  <a:pt x="174" y="724"/>
                </a:cubicBezTo>
                <a:cubicBezTo>
                  <a:pt x="173" y="724"/>
                  <a:pt x="173" y="724"/>
                  <a:pt x="173" y="724"/>
                </a:cubicBezTo>
                <a:cubicBezTo>
                  <a:pt x="173" y="724"/>
                  <a:pt x="173" y="724"/>
                  <a:pt x="173" y="724"/>
                </a:cubicBezTo>
                <a:cubicBezTo>
                  <a:pt x="173" y="723"/>
                  <a:pt x="173" y="723"/>
                  <a:pt x="173" y="723"/>
                </a:cubicBezTo>
                <a:cubicBezTo>
                  <a:pt x="173" y="723"/>
                  <a:pt x="173" y="723"/>
                  <a:pt x="173" y="723"/>
                </a:cubicBezTo>
                <a:cubicBezTo>
                  <a:pt x="173" y="723"/>
                  <a:pt x="173" y="723"/>
                  <a:pt x="173" y="723"/>
                </a:cubicBezTo>
                <a:cubicBezTo>
                  <a:pt x="173" y="723"/>
                  <a:pt x="173" y="723"/>
                  <a:pt x="173" y="723"/>
                </a:cubicBezTo>
                <a:cubicBezTo>
                  <a:pt x="172" y="722"/>
                  <a:pt x="172" y="722"/>
                  <a:pt x="172" y="722"/>
                </a:cubicBezTo>
                <a:cubicBezTo>
                  <a:pt x="172" y="722"/>
                  <a:pt x="172" y="722"/>
                  <a:pt x="172" y="722"/>
                </a:cubicBezTo>
                <a:cubicBezTo>
                  <a:pt x="172" y="722"/>
                  <a:pt x="172" y="722"/>
                  <a:pt x="172" y="722"/>
                </a:cubicBezTo>
                <a:cubicBezTo>
                  <a:pt x="172" y="722"/>
                  <a:pt x="172" y="722"/>
                  <a:pt x="172" y="722"/>
                </a:cubicBezTo>
                <a:cubicBezTo>
                  <a:pt x="172" y="721"/>
                  <a:pt x="172" y="721"/>
                  <a:pt x="172" y="721"/>
                </a:cubicBezTo>
                <a:cubicBezTo>
                  <a:pt x="172" y="721"/>
                  <a:pt x="172" y="721"/>
                  <a:pt x="172" y="721"/>
                </a:cubicBezTo>
                <a:cubicBezTo>
                  <a:pt x="171" y="720"/>
                  <a:pt x="171" y="720"/>
                  <a:pt x="171" y="720"/>
                </a:cubicBezTo>
                <a:cubicBezTo>
                  <a:pt x="171" y="720"/>
                  <a:pt x="171" y="720"/>
                  <a:pt x="171" y="720"/>
                </a:cubicBezTo>
                <a:cubicBezTo>
                  <a:pt x="171" y="719"/>
                  <a:pt x="171" y="719"/>
                  <a:pt x="171" y="719"/>
                </a:cubicBezTo>
                <a:cubicBezTo>
                  <a:pt x="171" y="719"/>
                  <a:pt x="171" y="719"/>
                  <a:pt x="171" y="719"/>
                </a:cubicBezTo>
                <a:cubicBezTo>
                  <a:pt x="171" y="719"/>
                  <a:pt x="171" y="719"/>
                  <a:pt x="171" y="719"/>
                </a:cubicBezTo>
                <a:cubicBezTo>
                  <a:pt x="171" y="719"/>
                  <a:pt x="171" y="719"/>
                  <a:pt x="171" y="719"/>
                </a:cubicBezTo>
                <a:cubicBezTo>
                  <a:pt x="172" y="718"/>
                  <a:pt x="172" y="718"/>
                  <a:pt x="172" y="718"/>
                </a:cubicBezTo>
                <a:cubicBezTo>
                  <a:pt x="172" y="718"/>
                  <a:pt x="172" y="718"/>
                  <a:pt x="172" y="718"/>
                </a:cubicBezTo>
                <a:cubicBezTo>
                  <a:pt x="175" y="714"/>
                  <a:pt x="175" y="714"/>
                  <a:pt x="175" y="714"/>
                </a:cubicBezTo>
                <a:cubicBezTo>
                  <a:pt x="175" y="714"/>
                  <a:pt x="175" y="714"/>
                  <a:pt x="175" y="714"/>
                </a:cubicBezTo>
                <a:cubicBezTo>
                  <a:pt x="177" y="710"/>
                  <a:pt x="177" y="710"/>
                  <a:pt x="177" y="710"/>
                </a:cubicBezTo>
                <a:cubicBezTo>
                  <a:pt x="177" y="710"/>
                  <a:pt x="177" y="710"/>
                  <a:pt x="177" y="710"/>
                </a:cubicBezTo>
                <a:cubicBezTo>
                  <a:pt x="180" y="706"/>
                  <a:pt x="180" y="706"/>
                  <a:pt x="180" y="706"/>
                </a:cubicBezTo>
                <a:cubicBezTo>
                  <a:pt x="180" y="706"/>
                  <a:pt x="180" y="706"/>
                  <a:pt x="180" y="706"/>
                </a:cubicBezTo>
                <a:cubicBezTo>
                  <a:pt x="183" y="701"/>
                  <a:pt x="183" y="701"/>
                  <a:pt x="183" y="701"/>
                </a:cubicBezTo>
                <a:cubicBezTo>
                  <a:pt x="183" y="701"/>
                  <a:pt x="183" y="701"/>
                  <a:pt x="183" y="701"/>
                </a:cubicBezTo>
                <a:cubicBezTo>
                  <a:pt x="185" y="697"/>
                  <a:pt x="185" y="697"/>
                  <a:pt x="185" y="697"/>
                </a:cubicBezTo>
                <a:cubicBezTo>
                  <a:pt x="185" y="697"/>
                  <a:pt x="185" y="697"/>
                  <a:pt x="185" y="697"/>
                </a:cubicBezTo>
                <a:cubicBezTo>
                  <a:pt x="188" y="693"/>
                  <a:pt x="188" y="693"/>
                  <a:pt x="188" y="693"/>
                </a:cubicBezTo>
                <a:cubicBezTo>
                  <a:pt x="188" y="693"/>
                  <a:pt x="188" y="693"/>
                  <a:pt x="188" y="693"/>
                </a:cubicBezTo>
                <a:cubicBezTo>
                  <a:pt x="191" y="688"/>
                  <a:pt x="191" y="688"/>
                  <a:pt x="191" y="688"/>
                </a:cubicBezTo>
                <a:cubicBezTo>
                  <a:pt x="191" y="688"/>
                  <a:pt x="191" y="688"/>
                  <a:pt x="191" y="688"/>
                </a:cubicBezTo>
                <a:cubicBezTo>
                  <a:pt x="193" y="684"/>
                  <a:pt x="193" y="684"/>
                  <a:pt x="193" y="684"/>
                </a:cubicBezTo>
                <a:cubicBezTo>
                  <a:pt x="193" y="684"/>
                  <a:pt x="193" y="684"/>
                  <a:pt x="193" y="684"/>
                </a:cubicBezTo>
                <a:cubicBezTo>
                  <a:pt x="193" y="684"/>
                  <a:pt x="194" y="684"/>
                  <a:pt x="194" y="684"/>
                </a:cubicBezTo>
                <a:cubicBezTo>
                  <a:pt x="194" y="684"/>
                  <a:pt x="194" y="684"/>
                  <a:pt x="194" y="684"/>
                </a:cubicBezTo>
                <a:cubicBezTo>
                  <a:pt x="194" y="684"/>
                  <a:pt x="194" y="684"/>
                  <a:pt x="194" y="684"/>
                </a:cubicBezTo>
                <a:cubicBezTo>
                  <a:pt x="194" y="684"/>
                  <a:pt x="194" y="684"/>
                  <a:pt x="194" y="684"/>
                </a:cubicBezTo>
                <a:cubicBezTo>
                  <a:pt x="194" y="683"/>
                  <a:pt x="194" y="683"/>
                  <a:pt x="195" y="683"/>
                </a:cubicBezTo>
                <a:cubicBezTo>
                  <a:pt x="195" y="683"/>
                  <a:pt x="195" y="683"/>
                  <a:pt x="195" y="683"/>
                </a:cubicBezTo>
                <a:cubicBezTo>
                  <a:pt x="195" y="683"/>
                  <a:pt x="195" y="682"/>
                  <a:pt x="196" y="682"/>
                </a:cubicBezTo>
                <a:cubicBezTo>
                  <a:pt x="196" y="682"/>
                  <a:pt x="196" y="682"/>
                  <a:pt x="196" y="682"/>
                </a:cubicBezTo>
                <a:cubicBezTo>
                  <a:pt x="196" y="682"/>
                  <a:pt x="196" y="682"/>
                  <a:pt x="196" y="681"/>
                </a:cubicBezTo>
                <a:cubicBezTo>
                  <a:pt x="196" y="681"/>
                  <a:pt x="196" y="681"/>
                  <a:pt x="196" y="681"/>
                </a:cubicBezTo>
                <a:cubicBezTo>
                  <a:pt x="196" y="681"/>
                  <a:pt x="196" y="681"/>
                  <a:pt x="197" y="681"/>
                </a:cubicBezTo>
                <a:cubicBezTo>
                  <a:pt x="197" y="681"/>
                  <a:pt x="197" y="681"/>
                  <a:pt x="197" y="681"/>
                </a:cubicBezTo>
                <a:cubicBezTo>
                  <a:pt x="198" y="679"/>
                  <a:pt x="199" y="677"/>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6"/>
                  <a:pt x="199" y="676"/>
                  <a:pt x="199" y="676"/>
                </a:cubicBezTo>
                <a:cubicBezTo>
                  <a:pt x="199" y="675"/>
                  <a:pt x="199" y="675"/>
                  <a:pt x="199" y="675"/>
                </a:cubicBezTo>
                <a:cubicBezTo>
                  <a:pt x="199" y="675"/>
                  <a:pt x="199" y="675"/>
                  <a:pt x="199" y="675"/>
                </a:cubicBezTo>
                <a:cubicBezTo>
                  <a:pt x="199" y="675"/>
                  <a:pt x="199" y="675"/>
                  <a:pt x="199" y="675"/>
                </a:cubicBezTo>
                <a:cubicBezTo>
                  <a:pt x="199" y="675"/>
                  <a:pt x="199" y="675"/>
                  <a:pt x="199" y="675"/>
                </a:cubicBezTo>
                <a:cubicBezTo>
                  <a:pt x="198" y="675"/>
                  <a:pt x="198" y="675"/>
                  <a:pt x="198" y="675"/>
                </a:cubicBezTo>
                <a:cubicBezTo>
                  <a:pt x="198" y="675"/>
                  <a:pt x="198" y="675"/>
                  <a:pt x="198" y="675"/>
                </a:cubicBezTo>
                <a:cubicBezTo>
                  <a:pt x="198" y="675"/>
                  <a:pt x="198" y="675"/>
                  <a:pt x="198" y="675"/>
                </a:cubicBezTo>
                <a:cubicBezTo>
                  <a:pt x="198" y="675"/>
                  <a:pt x="198" y="675"/>
                  <a:pt x="198" y="675"/>
                </a:cubicBezTo>
                <a:cubicBezTo>
                  <a:pt x="198" y="674"/>
                  <a:pt x="198" y="674"/>
                  <a:pt x="198" y="674"/>
                </a:cubicBezTo>
                <a:cubicBezTo>
                  <a:pt x="198" y="674"/>
                  <a:pt x="198" y="674"/>
                  <a:pt x="198" y="674"/>
                </a:cubicBezTo>
                <a:cubicBezTo>
                  <a:pt x="198" y="674"/>
                  <a:pt x="198" y="674"/>
                  <a:pt x="198" y="674"/>
                </a:cubicBezTo>
                <a:cubicBezTo>
                  <a:pt x="198" y="674"/>
                  <a:pt x="198" y="674"/>
                  <a:pt x="198" y="674"/>
                </a:cubicBezTo>
                <a:cubicBezTo>
                  <a:pt x="200" y="672"/>
                  <a:pt x="200" y="672"/>
                  <a:pt x="200" y="672"/>
                </a:cubicBezTo>
                <a:cubicBezTo>
                  <a:pt x="200" y="672"/>
                  <a:pt x="200" y="672"/>
                  <a:pt x="200" y="672"/>
                </a:cubicBezTo>
                <a:cubicBezTo>
                  <a:pt x="202" y="671"/>
                  <a:pt x="202" y="671"/>
                  <a:pt x="202" y="671"/>
                </a:cubicBezTo>
                <a:cubicBezTo>
                  <a:pt x="202" y="671"/>
                  <a:pt x="202" y="671"/>
                  <a:pt x="202" y="671"/>
                </a:cubicBezTo>
                <a:cubicBezTo>
                  <a:pt x="204" y="669"/>
                  <a:pt x="204" y="669"/>
                  <a:pt x="204" y="669"/>
                </a:cubicBezTo>
                <a:cubicBezTo>
                  <a:pt x="204" y="669"/>
                  <a:pt x="204" y="669"/>
                  <a:pt x="204" y="669"/>
                </a:cubicBezTo>
                <a:cubicBezTo>
                  <a:pt x="206" y="667"/>
                  <a:pt x="206" y="667"/>
                  <a:pt x="206" y="667"/>
                </a:cubicBezTo>
                <a:cubicBezTo>
                  <a:pt x="206" y="667"/>
                  <a:pt x="206" y="667"/>
                  <a:pt x="206" y="667"/>
                </a:cubicBezTo>
                <a:cubicBezTo>
                  <a:pt x="207" y="665"/>
                  <a:pt x="207" y="665"/>
                  <a:pt x="207" y="665"/>
                </a:cubicBezTo>
                <a:cubicBezTo>
                  <a:pt x="207" y="665"/>
                  <a:pt x="207" y="665"/>
                  <a:pt x="207" y="665"/>
                </a:cubicBezTo>
                <a:cubicBezTo>
                  <a:pt x="209" y="662"/>
                  <a:pt x="209" y="662"/>
                  <a:pt x="209" y="662"/>
                </a:cubicBezTo>
                <a:cubicBezTo>
                  <a:pt x="209" y="662"/>
                  <a:pt x="209" y="662"/>
                  <a:pt x="209" y="662"/>
                </a:cubicBezTo>
                <a:cubicBezTo>
                  <a:pt x="210" y="660"/>
                  <a:pt x="210" y="660"/>
                  <a:pt x="210" y="660"/>
                </a:cubicBezTo>
                <a:cubicBezTo>
                  <a:pt x="210" y="660"/>
                  <a:pt x="210" y="660"/>
                  <a:pt x="210" y="660"/>
                </a:cubicBezTo>
                <a:cubicBezTo>
                  <a:pt x="212" y="658"/>
                  <a:pt x="212" y="658"/>
                  <a:pt x="212" y="658"/>
                </a:cubicBezTo>
                <a:cubicBezTo>
                  <a:pt x="212" y="658"/>
                  <a:pt x="212" y="658"/>
                  <a:pt x="212" y="658"/>
                </a:cubicBezTo>
                <a:cubicBezTo>
                  <a:pt x="226" y="640"/>
                  <a:pt x="226" y="640"/>
                  <a:pt x="226" y="640"/>
                </a:cubicBezTo>
                <a:cubicBezTo>
                  <a:pt x="226" y="640"/>
                  <a:pt x="226" y="640"/>
                  <a:pt x="226" y="640"/>
                </a:cubicBezTo>
                <a:cubicBezTo>
                  <a:pt x="226" y="640"/>
                  <a:pt x="226" y="640"/>
                  <a:pt x="226" y="640"/>
                </a:cubicBezTo>
                <a:cubicBezTo>
                  <a:pt x="226" y="640"/>
                  <a:pt x="226" y="640"/>
                  <a:pt x="226" y="640"/>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9"/>
                  <a:pt x="226" y="639"/>
                  <a:pt x="226" y="639"/>
                </a:cubicBezTo>
                <a:cubicBezTo>
                  <a:pt x="226" y="638"/>
                  <a:pt x="226" y="638"/>
                  <a:pt x="226" y="638"/>
                </a:cubicBezTo>
                <a:cubicBezTo>
                  <a:pt x="226" y="638"/>
                  <a:pt x="226" y="638"/>
                  <a:pt x="226" y="638"/>
                </a:cubicBezTo>
                <a:cubicBezTo>
                  <a:pt x="226" y="638"/>
                  <a:pt x="226" y="638"/>
                  <a:pt x="226" y="638"/>
                </a:cubicBezTo>
                <a:cubicBezTo>
                  <a:pt x="226" y="638"/>
                  <a:pt x="226" y="638"/>
                  <a:pt x="226" y="638"/>
                </a:cubicBezTo>
                <a:cubicBezTo>
                  <a:pt x="224" y="639"/>
                  <a:pt x="224" y="639"/>
                  <a:pt x="224" y="639"/>
                </a:cubicBezTo>
                <a:cubicBezTo>
                  <a:pt x="224" y="639"/>
                  <a:pt x="224" y="639"/>
                  <a:pt x="224" y="639"/>
                </a:cubicBezTo>
                <a:cubicBezTo>
                  <a:pt x="222" y="640"/>
                  <a:pt x="222" y="640"/>
                  <a:pt x="222" y="640"/>
                </a:cubicBezTo>
                <a:cubicBezTo>
                  <a:pt x="222" y="640"/>
                  <a:pt x="222" y="640"/>
                  <a:pt x="222" y="640"/>
                </a:cubicBezTo>
                <a:cubicBezTo>
                  <a:pt x="220" y="641"/>
                  <a:pt x="220" y="641"/>
                  <a:pt x="220" y="641"/>
                </a:cubicBezTo>
                <a:cubicBezTo>
                  <a:pt x="220" y="641"/>
                  <a:pt x="220" y="641"/>
                  <a:pt x="220" y="641"/>
                </a:cubicBezTo>
                <a:cubicBezTo>
                  <a:pt x="218" y="642"/>
                  <a:pt x="218" y="642"/>
                  <a:pt x="218" y="642"/>
                </a:cubicBezTo>
                <a:cubicBezTo>
                  <a:pt x="218" y="642"/>
                  <a:pt x="218" y="642"/>
                  <a:pt x="218" y="642"/>
                </a:cubicBezTo>
                <a:cubicBezTo>
                  <a:pt x="216" y="643"/>
                  <a:pt x="216" y="643"/>
                  <a:pt x="216" y="643"/>
                </a:cubicBezTo>
                <a:cubicBezTo>
                  <a:pt x="216" y="643"/>
                  <a:pt x="216" y="643"/>
                  <a:pt x="216" y="643"/>
                </a:cubicBezTo>
                <a:cubicBezTo>
                  <a:pt x="214" y="645"/>
                  <a:pt x="214" y="645"/>
                  <a:pt x="214" y="645"/>
                </a:cubicBezTo>
                <a:cubicBezTo>
                  <a:pt x="214" y="645"/>
                  <a:pt x="214" y="645"/>
                  <a:pt x="214" y="645"/>
                </a:cubicBezTo>
                <a:cubicBezTo>
                  <a:pt x="212" y="646"/>
                  <a:pt x="212" y="646"/>
                  <a:pt x="212" y="646"/>
                </a:cubicBezTo>
                <a:cubicBezTo>
                  <a:pt x="212" y="646"/>
                  <a:pt x="212" y="646"/>
                  <a:pt x="212" y="646"/>
                </a:cubicBezTo>
                <a:cubicBezTo>
                  <a:pt x="210" y="647"/>
                  <a:pt x="210" y="647"/>
                  <a:pt x="210" y="647"/>
                </a:cubicBezTo>
                <a:cubicBezTo>
                  <a:pt x="210" y="647"/>
                  <a:pt x="210" y="647"/>
                  <a:pt x="210" y="647"/>
                </a:cubicBezTo>
                <a:cubicBezTo>
                  <a:pt x="209" y="647"/>
                  <a:pt x="209" y="647"/>
                  <a:pt x="209" y="647"/>
                </a:cubicBezTo>
                <a:cubicBezTo>
                  <a:pt x="209" y="647"/>
                  <a:pt x="209" y="647"/>
                  <a:pt x="209" y="647"/>
                </a:cubicBezTo>
                <a:cubicBezTo>
                  <a:pt x="209" y="647"/>
                  <a:pt x="209" y="647"/>
                  <a:pt x="209" y="647"/>
                </a:cubicBezTo>
                <a:cubicBezTo>
                  <a:pt x="209" y="647"/>
                  <a:pt x="209" y="647"/>
                  <a:pt x="209"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8" y="647"/>
                  <a:pt x="208" y="647"/>
                  <a:pt x="208"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7" y="647"/>
                  <a:pt x="207" y="647"/>
                  <a:pt x="207" y="647"/>
                </a:cubicBezTo>
                <a:cubicBezTo>
                  <a:pt x="206" y="647"/>
                  <a:pt x="206" y="647"/>
                  <a:pt x="206" y="647"/>
                </a:cubicBezTo>
                <a:cubicBezTo>
                  <a:pt x="206" y="647"/>
                  <a:pt x="206" y="647"/>
                  <a:pt x="206" y="647"/>
                </a:cubicBezTo>
                <a:cubicBezTo>
                  <a:pt x="206" y="647"/>
                  <a:pt x="206" y="647"/>
                  <a:pt x="206" y="647"/>
                </a:cubicBezTo>
                <a:cubicBezTo>
                  <a:pt x="206" y="647"/>
                  <a:pt x="206" y="647"/>
                  <a:pt x="206" y="647"/>
                </a:cubicBezTo>
                <a:cubicBezTo>
                  <a:pt x="205" y="647"/>
                  <a:pt x="205" y="647"/>
                  <a:pt x="205" y="647"/>
                </a:cubicBezTo>
                <a:cubicBezTo>
                  <a:pt x="205" y="647"/>
                  <a:pt x="205" y="647"/>
                  <a:pt x="205" y="647"/>
                </a:cubicBezTo>
                <a:cubicBezTo>
                  <a:pt x="205" y="646"/>
                  <a:pt x="205" y="646"/>
                  <a:pt x="205" y="646"/>
                </a:cubicBezTo>
                <a:cubicBezTo>
                  <a:pt x="205" y="646"/>
                  <a:pt x="205" y="646"/>
                  <a:pt x="205" y="646"/>
                </a:cubicBezTo>
                <a:cubicBezTo>
                  <a:pt x="204" y="646"/>
                  <a:pt x="204" y="646"/>
                  <a:pt x="204" y="646"/>
                </a:cubicBezTo>
                <a:cubicBezTo>
                  <a:pt x="204" y="646"/>
                  <a:pt x="204" y="646"/>
                  <a:pt x="204" y="646"/>
                </a:cubicBezTo>
                <a:cubicBezTo>
                  <a:pt x="203" y="646"/>
                  <a:pt x="203" y="646"/>
                  <a:pt x="203" y="646"/>
                </a:cubicBezTo>
                <a:cubicBezTo>
                  <a:pt x="203" y="646"/>
                  <a:pt x="203" y="646"/>
                  <a:pt x="203" y="646"/>
                </a:cubicBezTo>
                <a:cubicBezTo>
                  <a:pt x="203" y="646"/>
                  <a:pt x="203" y="646"/>
                  <a:pt x="203" y="646"/>
                </a:cubicBezTo>
                <a:cubicBezTo>
                  <a:pt x="203" y="646"/>
                  <a:pt x="203" y="646"/>
                  <a:pt x="203" y="646"/>
                </a:cubicBezTo>
                <a:cubicBezTo>
                  <a:pt x="203" y="645"/>
                  <a:pt x="203" y="645"/>
                  <a:pt x="203" y="645"/>
                </a:cubicBezTo>
                <a:cubicBezTo>
                  <a:pt x="203" y="645"/>
                  <a:pt x="203" y="645"/>
                  <a:pt x="203" y="645"/>
                </a:cubicBezTo>
                <a:cubicBezTo>
                  <a:pt x="202" y="645"/>
                  <a:pt x="202" y="645"/>
                  <a:pt x="202" y="645"/>
                </a:cubicBezTo>
                <a:cubicBezTo>
                  <a:pt x="202" y="645"/>
                  <a:pt x="202" y="645"/>
                  <a:pt x="202" y="645"/>
                </a:cubicBezTo>
                <a:cubicBezTo>
                  <a:pt x="202" y="645"/>
                  <a:pt x="202" y="645"/>
                  <a:pt x="202" y="645"/>
                </a:cubicBezTo>
                <a:cubicBezTo>
                  <a:pt x="202" y="645"/>
                  <a:pt x="202" y="645"/>
                  <a:pt x="202" y="645"/>
                </a:cubicBezTo>
                <a:cubicBezTo>
                  <a:pt x="201" y="645"/>
                  <a:pt x="201" y="645"/>
                  <a:pt x="201" y="645"/>
                </a:cubicBezTo>
                <a:cubicBezTo>
                  <a:pt x="201" y="645"/>
                  <a:pt x="201" y="645"/>
                  <a:pt x="201" y="645"/>
                </a:cubicBezTo>
                <a:cubicBezTo>
                  <a:pt x="201" y="645"/>
                  <a:pt x="201" y="645"/>
                  <a:pt x="201" y="645"/>
                </a:cubicBezTo>
                <a:cubicBezTo>
                  <a:pt x="201" y="645"/>
                  <a:pt x="201" y="645"/>
                  <a:pt x="201" y="645"/>
                </a:cubicBezTo>
                <a:cubicBezTo>
                  <a:pt x="200" y="645"/>
                  <a:pt x="200" y="645"/>
                  <a:pt x="200" y="645"/>
                </a:cubicBezTo>
                <a:cubicBezTo>
                  <a:pt x="200" y="645"/>
                  <a:pt x="200" y="645"/>
                  <a:pt x="200" y="645"/>
                </a:cubicBezTo>
                <a:cubicBezTo>
                  <a:pt x="200" y="645"/>
                  <a:pt x="200" y="645"/>
                  <a:pt x="200" y="645"/>
                </a:cubicBezTo>
                <a:cubicBezTo>
                  <a:pt x="200" y="645"/>
                  <a:pt x="200" y="645"/>
                  <a:pt x="200" y="645"/>
                </a:cubicBezTo>
                <a:cubicBezTo>
                  <a:pt x="199" y="645"/>
                  <a:pt x="199" y="645"/>
                  <a:pt x="199" y="645"/>
                </a:cubicBezTo>
                <a:cubicBezTo>
                  <a:pt x="199" y="645"/>
                  <a:pt x="199" y="645"/>
                  <a:pt x="199" y="645"/>
                </a:cubicBezTo>
                <a:cubicBezTo>
                  <a:pt x="199" y="644"/>
                  <a:pt x="199" y="644"/>
                  <a:pt x="199" y="644"/>
                </a:cubicBezTo>
                <a:cubicBezTo>
                  <a:pt x="199" y="644"/>
                  <a:pt x="199" y="644"/>
                  <a:pt x="199" y="644"/>
                </a:cubicBezTo>
                <a:cubicBezTo>
                  <a:pt x="199" y="642"/>
                  <a:pt x="199" y="642"/>
                  <a:pt x="199" y="642"/>
                </a:cubicBezTo>
                <a:cubicBezTo>
                  <a:pt x="199" y="642"/>
                  <a:pt x="199" y="642"/>
                  <a:pt x="199" y="642"/>
                </a:cubicBezTo>
                <a:cubicBezTo>
                  <a:pt x="209" y="639"/>
                  <a:pt x="209" y="639"/>
                  <a:pt x="209" y="639"/>
                </a:cubicBezTo>
                <a:cubicBezTo>
                  <a:pt x="209" y="639"/>
                  <a:pt x="209" y="639"/>
                  <a:pt x="209" y="639"/>
                </a:cubicBezTo>
                <a:cubicBezTo>
                  <a:pt x="212" y="639"/>
                  <a:pt x="212" y="639"/>
                  <a:pt x="212" y="639"/>
                </a:cubicBezTo>
                <a:cubicBezTo>
                  <a:pt x="212" y="639"/>
                  <a:pt x="212" y="639"/>
                  <a:pt x="212" y="639"/>
                </a:cubicBezTo>
                <a:cubicBezTo>
                  <a:pt x="215" y="639"/>
                  <a:pt x="215" y="639"/>
                  <a:pt x="215" y="639"/>
                </a:cubicBezTo>
                <a:cubicBezTo>
                  <a:pt x="215" y="639"/>
                  <a:pt x="215" y="639"/>
                  <a:pt x="215" y="639"/>
                </a:cubicBezTo>
                <a:cubicBezTo>
                  <a:pt x="217" y="638"/>
                  <a:pt x="217" y="638"/>
                  <a:pt x="217" y="638"/>
                </a:cubicBezTo>
                <a:cubicBezTo>
                  <a:pt x="217" y="638"/>
                  <a:pt x="217" y="638"/>
                  <a:pt x="217" y="638"/>
                </a:cubicBezTo>
                <a:cubicBezTo>
                  <a:pt x="220" y="637"/>
                  <a:pt x="220" y="637"/>
                  <a:pt x="220" y="637"/>
                </a:cubicBezTo>
                <a:cubicBezTo>
                  <a:pt x="220" y="637"/>
                  <a:pt x="220" y="637"/>
                  <a:pt x="220" y="637"/>
                </a:cubicBezTo>
                <a:cubicBezTo>
                  <a:pt x="223" y="636"/>
                  <a:pt x="223" y="636"/>
                  <a:pt x="223" y="636"/>
                </a:cubicBezTo>
                <a:cubicBezTo>
                  <a:pt x="223" y="636"/>
                  <a:pt x="223" y="636"/>
                  <a:pt x="223" y="636"/>
                </a:cubicBezTo>
                <a:cubicBezTo>
                  <a:pt x="225" y="635"/>
                  <a:pt x="225" y="635"/>
                  <a:pt x="225" y="635"/>
                </a:cubicBezTo>
                <a:cubicBezTo>
                  <a:pt x="225" y="635"/>
                  <a:pt x="225" y="635"/>
                  <a:pt x="225" y="635"/>
                </a:cubicBezTo>
                <a:cubicBezTo>
                  <a:pt x="228" y="634"/>
                  <a:pt x="228" y="634"/>
                  <a:pt x="228" y="634"/>
                </a:cubicBezTo>
                <a:cubicBezTo>
                  <a:pt x="228" y="634"/>
                  <a:pt x="228" y="634"/>
                  <a:pt x="228" y="634"/>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1" y="632"/>
                  <a:pt x="231" y="632"/>
                  <a:pt x="231"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3"/>
                  <a:pt x="233" y="633"/>
                  <a:pt x="233" y="633"/>
                </a:cubicBezTo>
                <a:cubicBezTo>
                  <a:pt x="233" y="633"/>
                  <a:pt x="233" y="633"/>
                  <a:pt x="233" y="633"/>
                </a:cubicBezTo>
                <a:cubicBezTo>
                  <a:pt x="233" y="633"/>
                  <a:pt x="233" y="633"/>
                  <a:pt x="233" y="633"/>
                </a:cubicBezTo>
                <a:cubicBezTo>
                  <a:pt x="233" y="633"/>
                  <a:pt x="233" y="633"/>
                  <a:pt x="233"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3"/>
                  <a:pt x="234" y="633"/>
                  <a:pt x="234" y="633"/>
                </a:cubicBezTo>
                <a:cubicBezTo>
                  <a:pt x="234" y="634"/>
                  <a:pt x="234" y="634"/>
                  <a:pt x="234" y="634"/>
                </a:cubicBezTo>
                <a:cubicBezTo>
                  <a:pt x="234" y="634"/>
                  <a:pt x="234" y="634"/>
                  <a:pt x="234"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4"/>
                  <a:pt x="235" y="634"/>
                  <a:pt x="235" y="634"/>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5"/>
                  <a:pt x="235" y="635"/>
                  <a:pt x="235" y="635"/>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6"/>
                  <a:pt x="235" y="636"/>
                  <a:pt x="235" y="636"/>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6" y="637"/>
                  <a:pt x="236" y="637"/>
                  <a:pt x="236" y="637"/>
                </a:cubicBezTo>
                <a:cubicBezTo>
                  <a:pt x="236" y="637"/>
                  <a:pt x="236" y="637"/>
                  <a:pt x="236" y="637"/>
                </a:cubicBezTo>
                <a:cubicBezTo>
                  <a:pt x="236" y="637"/>
                  <a:pt x="236" y="637"/>
                  <a:pt x="236" y="637"/>
                </a:cubicBezTo>
                <a:cubicBezTo>
                  <a:pt x="236" y="637"/>
                  <a:pt x="236" y="637"/>
                  <a:pt x="236" y="637"/>
                </a:cubicBezTo>
                <a:cubicBezTo>
                  <a:pt x="236" y="638"/>
                  <a:pt x="236" y="638"/>
                  <a:pt x="236" y="638"/>
                </a:cubicBezTo>
                <a:cubicBezTo>
                  <a:pt x="236" y="638"/>
                  <a:pt x="236" y="638"/>
                  <a:pt x="236" y="638"/>
                </a:cubicBezTo>
                <a:cubicBezTo>
                  <a:pt x="235" y="638"/>
                  <a:pt x="235" y="638"/>
                  <a:pt x="235" y="638"/>
                </a:cubicBezTo>
                <a:cubicBezTo>
                  <a:pt x="235" y="638"/>
                  <a:pt x="235" y="638"/>
                  <a:pt x="235" y="638"/>
                </a:cubicBezTo>
                <a:cubicBezTo>
                  <a:pt x="235" y="639"/>
                  <a:pt x="235" y="639"/>
                  <a:pt x="235" y="639"/>
                </a:cubicBezTo>
                <a:cubicBezTo>
                  <a:pt x="235" y="639"/>
                  <a:pt x="235" y="639"/>
                  <a:pt x="235" y="639"/>
                </a:cubicBezTo>
                <a:cubicBezTo>
                  <a:pt x="235" y="639"/>
                  <a:pt x="235" y="639"/>
                  <a:pt x="235" y="639"/>
                </a:cubicBezTo>
                <a:cubicBezTo>
                  <a:pt x="235" y="639"/>
                  <a:pt x="235" y="639"/>
                  <a:pt x="235" y="639"/>
                </a:cubicBezTo>
                <a:cubicBezTo>
                  <a:pt x="234" y="639"/>
                  <a:pt x="234" y="639"/>
                  <a:pt x="234" y="639"/>
                </a:cubicBezTo>
                <a:cubicBezTo>
                  <a:pt x="234" y="639"/>
                  <a:pt x="234" y="639"/>
                  <a:pt x="234" y="639"/>
                </a:cubicBezTo>
                <a:cubicBezTo>
                  <a:pt x="234" y="639"/>
                  <a:pt x="234" y="639"/>
                  <a:pt x="234" y="639"/>
                </a:cubicBezTo>
                <a:cubicBezTo>
                  <a:pt x="234" y="639"/>
                  <a:pt x="234" y="639"/>
                  <a:pt x="234" y="639"/>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34" y="640"/>
                  <a:pt x="234" y="640"/>
                  <a:pt x="234" y="640"/>
                </a:cubicBezTo>
                <a:cubicBezTo>
                  <a:pt x="229" y="642"/>
                  <a:pt x="229" y="642"/>
                  <a:pt x="229" y="642"/>
                </a:cubicBezTo>
                <a:cubicBezTo>
                  <a:pt x="229" y="642"/>
                  <a:pt x="229" y="642"/>
                  <a:pt x="229" y="642"/>
                </a:cubicBezTo>
                <a:cubicBezTo>
                  <a:pt x="226" y="645"/>
                  <a:pt x="226" y="645"/>
                  <a:pt x="226" y="645"/>
                </a:cubicBezTo>
                <a:cubicBezTo>
                  <a:pt x="226" y="645"/>
                  <a:pt x="226" y="645"/>
                  <a:pt x="226" y="645"/>
                </a:cubicBezTo>
                <a:cubicBezTo>
                  <a:pt x="223" y="648"/>
                  <a:pt x="223" y="648"/>
                  <a:pt x="223" y="648"/>
                </a:cubicBezTo>
                <a:cubicBezTo>
                  <a:pt x="223" y="648"/>
                  <a:pt x="223" y="648"/>
                  <a:pt x="223" y="648"/>
                </a:cubicBezTo>
                <a:cubicBezTo>
                  <a:pt x="220" y="652"/>
                  <a:pt x="220" y="652"/>
                  <a:pt x="220" y="652"/>
                </a:cubicBezTo>
                <a:cubicBezTo>
                  <a:pt x="220" y="652"/>
                  <a:pt x="220" y="652"/>
                  <a:pt x="220" y="652"/>
                </a:cubicBezTo>
                <a:cubicBezTo>
                  <a:pt x="217" y="656"/>
                  <a:pt x="217" y="656"/>
                  <a:pt x="217" y="656"/>
                </a:cubicBezTo>
                <a:cubicBezTo>
                  <a:pt x="217" y="656"/>
                  <a:pt x="217" y="656"/>
                  <a:pt x="217" y="656"/>
                </a:cubicBezTo>
                <a:cubicBezTo>
                  <a:pt x="215" y="659"/>
                  <a:pt x="215" y="659"/>
                  <a:pt x="215" y="659"/>
                </a:cubicBezTo>
                <a:cubicBezTo>
                  <a:pt x="215" y="659"/>
                  <a:pt x="215" y="659"/>
                  <a:pt x="215" y="659"/>
                </a:cubicBezTo>
                <a:cubicBezTo>
                  <a:pt x="212" y="663"/>
                  <a:pt x="212" y="663"/>
                  <a:pt x="212" y="663"/>
                </a:cubicBezTo>
                <a:cubicBezTo>
                  <a:pt x="212" y="663"/>
                  <a:pt x="212" y="663"/>
                  <a:pt x="212" y="663"/>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09" y="667"/>
                  <a:pt x="209" y="667"/>
                  <a:pt x="209"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0" y="667"/>
                  <a:pt x="210" y="667"/>
                  <a:pt x="210" y="667"/>
                </a:cubicBezTo>
                <a:cubicBezTo>
                  <a:pt x="211" y="667"/>
                  <a:pt x="211" y="667"/>
                  <a:pt x="211" y="667"/>
                </a:cubicBezTo>
                <a:cubicBezTo>
                  <a:pt x="211" y="667"/>
                  <a:pt x="211" y="667"/>
                  <a:pt x="211" y="667"/>
                </a:cubicBezTo>
                <a:cubicBezTo>
                  <a:pt x="222" y="661"/>
                  <a:pt x="222" y="661"/>
                  <a:pt x="222" y="661"/>
                </a:cubicBezTo>
                <a:cubicBezTo>
                  <a:pt x="222" y="661"/>
                  <a:pt x="222" y="661"/>
                  <a:pt x="222" y="661"/>
                </a:cubicBezTo>
                <a:cubicBezTo>
                  <a:pt x="222" y="659"/>
                  <a:pt x="222" y="659"/>
                  <a:pt x="222" y="659"/>
                </a:cubicBezTo>
                <a:cubicBezTo>
                  <a:pt x="222" y="659"/>
                  <a:pt x="222" y="659"/>
                  <a:pt x="222" y="659"/>
                </a:cubicBezTo>
                <a:cubicBezTo>
                  <a:pt x="222" y="653"/>
                  <a:pt x="222" y="653"/>
                  <a:pt x="222" y="653"/>
                </a:cubicBezTo>
                <a:cubicBezTo>
                  <a:pt x="222" y="653"/>
                  <a:pt x="222" y="653"/>
                  <a:pt x="222" y="653"/>
                </a:cubicBezTo>
                <a:cubicBezTo>
                  <a:pt x="223" y="652"/>
                  <a:pt x="223" y="652"/>
                  <a:pt x="223" y="652"/>
                </a:cubicBezTo>
                <a:cubicBezTo>
                  <a:pt x="223" y="652"/>
                  <a:pt x="223" y="652"/>
                  <a:pt x="223"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4" y="652"/>
                  <a:pt x="224" y="652"/>
                  <a:pt x="224" y="652"/>
                </a:cubicBezTo>
                <a:cubicBezTo>
                  <a:pt x="225" y="652"/>
                  <a:pt x="225" y="652"/>
                  <a:pt x="225" y="652"/>
                </a:cubicBezTo>
                <a:cubicBezTo>
                  <a:pt x="225" y="652"/>
                  <a:pt x="225" y="652"/>
                  <a:pt x="225" y="652"/>
                </a:cubicBezTo>
                <a:cubicBezTo>
                  <a:pt x="225" y="653"/>
                  <a:pt x="225" y="653"/>
                  <a:pt x="225" y="653"/>
                </a:cubicBezTo>
                <a:cubicBezTo>
                  <a:pt x="225" y="653"/>
                  <a:pt x="225" y="653"/>
                  <a:pt x="225" y="653"/>
                </a:cubicBezTo>
                <a:cubicBezTo>
                  <a:pt x="225" y="653"/>
                  <a:pt x="225" y="653"/>
                  <a:pt x="225" y="653"/>
                </a:cubicBezTo>
                <a:cubicBezTo>
                  <a:pt x="225" y="653"/>
                  <a:pt x="225" y="653"/>
                  <a:pt x="225" y="653"/>
                </a:cubicBezTo>
                <a:cubicBezTo>
                  <a:pt x="226" y="653"/>
                  <a:pt x="226" y="653"/>
                  <a:pt x="226" y="653"/>
                </a:cubicBezTo>
                <a:cubicBezTo>
                  <a:pt x="226" y="653"/>
                  <a:pt x="226" y="653"/>
                  <a:pt x="226" y="653"/>
                </a:cubicBezTo>
                <a:cubicBezTo>
                  <a:pt x="226" y="653"/>
                  <a:pt x="226" y="653"/>
                  <a:pt x="226" y="653"/>
                </a:cubicBezTo>
                <a:cubicBezTo>
                  <a:pt x="226" y="653"/>
                  <a:pt x="226" y="653"/>
                  <a:pt x="226" y="653"/>
                </a:cubicBezTo>
                <a:cubicBezTo>
                  <a:pt x="226" y="654"/>
                  <a:pt x="226" y="654"/>
                  <a:pt x="226" y="654"/>
                </a:cubicBezTo>
                <a:cubicBezTo>
                  <a:pt x="226" y="654"/>
                  <a:pt x="226" y="654"/>
                  <a:pt x="226" y="654"/>
                </a:cubicBezTo>
                <a:cubicBezTo>
                  <a:pt x="226" y="654"/>
                  <a:pt x="226" y="654"/>
                  <a:pt x="226" y="654"/>
                </a:cubicBezTo>
                <a:cubicBezTo>
                  <a:pt x="226" y="654"/>
                  <a:pt x="226" y="654"/>
                  <a:pt x="226" y="654"/>
                </a:cubicBezTo>
                <a:cubicBezTo>
                  <a:pt x="226" y="655"/>
                  <a:pt x="226" y="655"/>
                  <a:pt x="226" y="655"/>
                </a:cubicBezTo>
                <a:cubicBezTo>
                  <a:pt x="226" y="655"/>
                  <a:pt x="226" y="655"/>
                  <a:pt x="226" y="655"/>
                </a:cubicBezTo>
                <a:cubicBezTo>
                  <a:pt x="226" y="655"/>
                  <a:pt x="226" y="655"/>
                  <a:pt x="226" y="655"/>
                </a:cubicBezTo>
                <a:cubicBezTo>
                  <a:pt x="226" y="655"/>
                  <a:pt x="226" y="655"/>
                  <a:pt x="226" y="655"/>
                </a:cubicBezTo>
                <a:cubicBezTo>
                  <a:pt x="226" y="656"/>
                  <a:pt x="226" y="656"/>
                  <a:pt x="226" y="656"/>
                </a:cubicBezTo>
                <a:cubicBezTo>
                  <a:pt x="226" y="656"/>
                  <a:pt x="226" y="656"/>
                  <a:pt x="226" y="656"/>
                </a:cubicBezTo>
                <a:cubicBezTo>
                  <a:pt x="225" y="656"/>
                  <a:pt x="225" y="656"/>
                  <a:pt x="225" y="656"/>
                </a:cubicBezTo>
                <a:cubicBezTo>
                  <a:pt x="225" y="656"/>
                  <a:pt x="225" y="656"/>
                  <a:pt x="225" y="656"/>
                </a:cubicBezTo>
                <a:cubicBezTo>
                  <a:pt x="225" y="657"/>
                  <a:pt x="225" y="657"/>
                  <a:pt x="225" y="657"/>
                </a:cubicBezTo>
                <a:cubicBezTo>
                  <a:pt x="225" y="657"/>
                  <a:pt x="225" y="657"/>
                  <a:pt x="225" y="657"/>
                </a:cubicBezTo>
                <a:cubicBezTo>
                  <a:pt x="226" y="657"/>
                  <a:pt x="226" y="657"/>
                  <a:pt x="226" y="657"/>
                </a:cubicBezTo>
                <a:cubicBezTo>
                  <a:pt x="226" y="657"/>
                  <a:pt x="226" y="657"/>
                  <a:pt x="226" y="657"/>
                </a:cubicBezTo>
                <a:cubicBezTo>
                  <a:pt x="227" y="657"/>
                  <a:pt x="227" y="657"/>
                  <a:pt x="227" y="657"/>
                </a:cubicBezTo>
                <a:cubicBezTo>
                  <a:pt x="227" y="657"/>
                  <a:pt x="227" y="657"/>
                  <a:pt x="227" y="657"/>
                </a:cubicBezTo>
                <a:cubicBezTo>
                  <a:pt x="229" y="657"/>
                  <a:pt x="229" y="657"/>
                  <a:pt x="229" y="657"/>
                </a:cubicBezTo>
                <a:cubicBezTo>
                  <a:pt x="229" y="657"/>
                  <a:pt x="229" y="657"/>
                  <a:pt x="229" y="657"/>
                </a:cubicBezTo>
                <a:cubicBezTo>
                  <a:pt x="230" y="656"/>
                  <a:pt x="230" y="656"/>
                  <a:pt x="230" y="656"/>
                </a:cubicBezTo>
                <a:cubicBezTo>
                  <a:pt x="230" y="656"/>
                  <a:pt x="230" y="656"/>
                  <a:pt x="230" y="656"/>
                </a:cubicBezTo>
                <a:cubicBezTo>
                  <a:pt x="232" y="655"/>
                  <a:pt x="232" y="655"/>
                  <a:pt x="232" y="655"/>
                </a:cubicBezTo>
                <a:cubicBezTo>
                  <a:pt x="232" y="655"/>
                  <a:pt x="232" y="655"/>
                  <a:pt x="232" y="655"/>
                </a:cubicBezTo>
                <a:cubicBezTo>
                  <a:pt x="233" y="655"/>
                  <a:pt x="233" y="655"/>
                  <a:pt x="233" y="655"/>
                </a:cubicBezTo>
                <a:cubicBezTo>
                  <a:pt x="233" y="655"/>
                  <a:pt x="233" y="655"/>
                  <a:pt x="233" y="655"/>
                </a:cubicBezTo>
                <a:cubicBezTo>
                  <a:pt x="235" y="654"/>
                  <a:pt x="235" y="654"/>
                  <a:pt x="235" y="654"/>
                </a:cubicBezTo>
                <a:cubicBezTo>
                  <a:pt x="235" y="654"/>
                  <a:pt x="235" y="654"/>
                  <a:pt x="235" y="654"/>
                </a:cubicBezTo>
                <a:cubicBezTo>
                  <a:pt x="236" y="653"/>
                  <a:pt x="236" y="653"/>
                  <a:pt x="236" y="653"/>
                </a:cubicBezTo>
                <a:cubicBezTo>
                  <a:pt x="236" y="653"/>
                  <a:pt x="236" y="653"/>
                  <a:pt x="236" y="653"/>
                </a:cubicBezTo>
                <a:cubicBezTo>
                  <a:pt x="238" y="652"/>
                  <a:pt x="238" y="652"/>
                  <a:pt x="238" y="652"/>
                </a:cubicBezTo>
                <a:cubicBezTo>
                  <a:pt x="238" y="652"/>
                  <a:pt x="238" y="652"/>
                  <a:pt x="238" y="652"/>
                </a:cubicBezTo>
                <a:cubicBezTo>
                  <a:pt x="240" y="644"/>
                  <a:pt x="240" y="644"/>
                  <a:pt x="240" y="644"/>
                </a:cubicBezTo>
                <a:cubicBezTo>
                  <a:pt x="240" y="644"/>
                  <a:pt x="240" y="644"/>
                  <a:pt x="240" y="644"/>
                </a:cubicBezTo>
                <a:cubicBezTo>
                  <a:pt x="241" y="644"/>
                  <a:pt x="241" y="644"/>
                  <a:pt x="241" y="644"/>
                </a:cubicBezTo>
                <a:cubicBezTo>
                  <a:pt x="241" y="644"/>
                  <a:pt x="241" y="644"/>
                  <a:pt x="241" y="644"/>
                </a:cubicBezTo>
                <a:cubicBezTo>
                  <a:pt x="242" y="645"/>
                  <a:pt x="242" y="645"/>
                  <a:pt x="242" y="645"/>
                </a:cubicBezTo>
                <a:cubicBezTo>
                  <a:pt x="242" y="645"/>
                  <a:pt x="242" y="645"/>
                  <a:pt x="242" y="645"/>
                </a:cubicBezTo>
                <a:cubicBezTo>
                  <a:pt x="243" y="645"/>
                  <a:pt x="243" y="645"/>
                  <a:pt x="243" y="645"/>
                </a:cubicBezTo>
                <a:cubicBezTo>
                  <a:pt x="243" y="645"/>
                  <a:pt x="243" y="645"/>
                  <a:pt x="243" y="645"/>
                </a:cubicBezTo>
                <a:cubicBezTo>
                  <a:pt x="244" y="645"/>
                  <a:pt x="244" y="645"/>
                  <a:pt x="244" y="645"/>
                </a:cubicBezTo>
                <a:cubicBezTo>
                  <a:pt x="244" y="645"/>
                  <a:pt x="244" y="645"/>
                  <a:pt x="244" y="645"/>
                </a:cubicBezTo>
                <a:cubicBezTo>
                  <a:pt x="244" y="646"/>
                  <a:pt x="244" y="646"/>
                  <a:pt x="244" y="646"/>
                </a:cubicBezTo>
                <a:cubicBezTo>
                  <a:pt x="244" y="646"/>
                  <a:pt x="244" y="646"/>
                  <a:pt x="244" y="646"/>
                </a:cubicBezTo>
                <a:cubicBezTo>
                  <a:pt x="245" y="647"/>
                  <a:pt x="245" y="647"/>
                  <a:pt x="245" y="647"/>
                </a:cubicBezTo>
                <a:cubicBezTo>
                  <a:pt x="245" y="647"/>
                  <a:pt x="245" y="647"/>
                  <a:pt x="245" y="647"/>
                </a:cubicBezTo>
                <a:cubicBezTo>
                  <a:pt x="246" y="648"/>
                  <a:pt x="246" y="648"/>
                  <a:pt x="246" y="648"/>
                </a:cubicBezTo>
                <a:cubicBezTo>
                  <a:pt x="246" y="648"/>
                  <a:pt x="246" y="648"/>
                  <a:pt x="246" y="648"/>
                </a:cubicBezTo>
                <a:cubicBezTo>
                  <a:pt x="247" y="648"/>
                  <a:pt x="247" y="648"/>
                  <a:pt x="247" y="648"/>
                </a:cubicBezTo>
                <a:cubicBezTo>
                  <a:pt x="247" y="648"/>
                  <a:pt x="247" y="648"/>
                  <a:pt x="247" y="648"/>
                </a:cubicBezTo>
                <a:cubicBezTo>
                  <a:pt x="246" y="649"/>
                  <a:pt x="246" y="649"/>
                  <a:pt x="246" y="649"/>
                </a:cubicBezTo>
                <a:cubicBezTo>
                  <a:pt x="246" y="649"/>
                  <a:pt x="246" y="649"/>
                  <a:pt x="246" y="649"/>
                </a:cubicBezTo>
                <a:cubicBezTo>
                  <a:pt x="246" y="649"/>
                  <a:pt x="246" y="649"/>
                  <a:pt x="246" y="649"/>
                </a:cubicBezTo>
                <a:cubicBezTo>
                  <a:pt x="246" y="649"/>
                  <a:pt x="246" y="649"/>
                  <a:pt x="246" y="649"/>
                </a:cubicBezTo>
                <a:cubicBezTo>
                  <a:pt x="245" y="649"/>
                  <a:pt x="245" y="649"/>
                  <a:pt x="245" y="649"/>
                </a:cubicBezTo>
                <a:cubicBezTo>
                  <a:pt x="245" y="649"/>
                  <a:pt x="245" y="649"/>
                  <a:pt x="245" y="649"/>
                </a:cubicBezTo>
                <a:cubicBezTo>
                  <a:pt x="245" y="650"/>
                  <a:pt x="245" y="650"/>
                  <a:pt x="245" y="650"/>
                </a:cubicBezTo>
                <a:cubicBezTo>
                  <a:pt x="245" y="650"/>
                  <a:pt x="245" y="650"/>
                  <a:pt x="245"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4" y="650"/>
                  <a:pt x="244" y="650"/>
                  <a:pt x="244" y="650"/>
                </a:cubicBezTo>
                <a:cubicBezTo>
                  <a:pt x="243" y="650"/>
                  <a:pt x="243" y="650"/>
                  <a:pt x="243" y="650"/>
                </a:cubicBezTo>
                <a:cubicBezTo>
                  <a:pt x="243" y="650"/>
                  <a:pt x="243" y="650"/>
                  <a:pt x="243" y="650"/>
                </a:cubicBezTo>
                <a:cubicBezTo>
                  <a:pt x="238" y="657"/>
                  <a:pt x="238" y="657"/>
                  <a:pt x="238" y="657"/>
                </a:cubicBezTo>
                <a:cubicBezTo>
                  <a:pt x="238" y="657"/>
                  <a:pt x="238" y="657"/>
                  <a:pt x="238" y="657"/>
                </a:cubicBezTo>
                <a:cubicBezTo>
                  <a:pt x="235" y="664"/>
                  <a:pt x="235" y="664"/>
                  <a:pt x="235" y="664"/>
                </a:cubicBezTo>
                <a:cubicBezTo>
                  <a:pt x="235" y="664"/>
                  <a:pt x="235" y="664"/>
                  <a:pt x="235" y="664"/>
                </a:cubicBezTo>
                <a:cubicBezTo>
                  <a:pt x="240" y="663"/>
                  <a:pt x="240" y="663"/>
                  <a:pt x="240" y="663"/>
                </a:cubicBezTo>
                <a:cubicBezTo>
                  <a:pt x="240" y="663"/>
                  <a:pt x="240" y="663"/>
                  <a:pt x="240" y="663"/>
                </a:cubicBezTo>
                <a:cubicBezTo>
                  <a:pt x="250" y="659"/>
                  <a:pt x="250" y="659"/>
                  <a:pt x="250" y="659"/>
                </a:cubicBezTo>
                <a:cubicBezTo>
                  <a:pt x="250" y="659"/>
                  <a:pt x="250" y="659"/>
                  <a:pt x="250" y="659"/>
                </a:cubicBezTo>
                <a:cubicBezTo>
                  <a:pt x="250" y="659"/>
                  <a:pt x="250" y="659"/>
                  <a:pt x="250" y="659"/>
                </a:cubicBezTo>
                <a:cubicBezTo>
                  <a:pt x="250" y="659"/>
                  <a:pt x="250" y="659"/>
                  <a:pt x="250" y="659"/>
                </a:cubicBezTo>
                <a:cubicBezTo>
                  <a:pt x="251" y="659"/>
                  <a:pt x="251" y="659"/>
                  <a:pt x="251" y="659"/>
                </a:cubicBezTo>
                <a:cubicBezTo>
                  <a:pt x="251" y="659"/>
                  <a:pt x="251" y="659"/>
                  <a:pt x="251" y="659"/>
                </a:cubicBezTo>
                <a:cubicBezTo>
                  <a:pt x="251" y="659"/>
                  <a:pt x="251" y="659"/>
                  <a:pt x="251" y="659"/>
                </a:cubicBezTo>
                <a:cubicBezTo>
                  <a:pt x="251" y="659"/>
                  <a:pt x="251" y="659"/>
                  <a:pt x="251" y="659"/>
                </a:cubicBezTo>
                <a:cubicBezTo>
                  <a:pt x="252" y="660"/>
                  <a:pt x="252" y="660"/>
                  <a:pt x="252" y="660"/>
                </a:cubicBezTo>
                <a:cubicBezTo>
                  <a:pt x="252" y="660"/>
                  <a:pt x="252" y="660"/>
                  <a:pt x="252" y="660"/>
                </a:cubicBezTo>
                <a:cubicBezTo>
                  <a:pt x="252" y="660"/>
                  <a:pt x="252" y="660"/>
                  <a:pt x="252" y="660"/>
                </a:cubicBezTo>
                <a:cubicBezTo>
                  <a:pt x="252" y="660"/>
                  <a:pt x="252" y="660"/>
                  <a:pt x="252" y="660"/>
                </a:cubicBezTo>
                <a:cubicBezTo>
                  <a:pt x="252" y="661"/>
                  <a:pt x="252" y="661"/>
                  <a:pt x="252" y="661"/>
                </a:cubicBezTo>
                <a:cubicBezTo>
                  <a:pt x="252" y="661"/>
                  <a:pt x="252" y="661"/>
                  <a:pt x="252" y="661"/>
                </a:cubicBezTo>
                <a:cubicBezTo>
                  <a:pt x="253" y="661"/>
                  <a:pt x="253" y="661"/>
                  <a:pt x="253" y="661"/>
                </a:cubicBezTo>
                <a:cubicBezTo>
                  <a:pt x="253" y="661"/>
                  <a:pt x="253" y="661"/>
                  <a:pt x="253" y="661"/>
                </a:cubicBezTo>
                <a:cubicBezTo>
                  <a:pt x="253" y="661"/>
                  <a:pt x="253" y="661"/>
                  <a:pt x="253" y="661"/>
                </a:cubicBezTo>
                <a:cubicBezTo>
                  <a:pt x="253" y="661"/>
                  <a:pt x="253" y="661"/>
                  <a:pt x="253" y="661"/>
                </a:cubicBezTo>
                <a:cubicBezTo>
                  <a:pt x="241" y="667"/>
                  <a:pt x="241" y="667"/>
                  <a:pt x="241" y="667"/>
                </a:cubicBezTo>
                <a:cubicBezTo>
                  <a:pt x="241" y="667"/>
                  <a:pt x="241" y="667"/>
                  <a:pt x="241" y="667"/>
                </a:cubicBezTo>
                <a:cubicBezTo>
                  <a:pt x="241" y="667"/>
                  <a:pt x="241" y="667"/>
                  <a:pt x="241" y="667"/>
                </a:cubicBezTo>
                <a:cubicBezTo>
                  <a:pt x="241" y="667"/>
                  <a:pt x="241" y="667"/>
                  <a:pt x="241" y="667"/>
                </a:cubicBezTo>
                <a:cubicBezTo>
                  <a:pt x="240" y="667"/>
                  <a:pt x="240" y="667"/>
                  <a:pt x="240" y="667"/>
                </a:cubicBezTo>
                <a:cubicBezTo>
                  <a:pt x="240" y="667"/>
                  <a:pt x="240" y="667"/>
                  <a:pt x="240" y="667"/>
                </a:cubicBezTo>
                <a:cubicBezTo>
                  <a:pt x="239" y="667"/>
                  <a:pt x="239" y="667"/>
                  <a:pt x="239" y="667"/>
                </a:cubicBezTo>
                <a:cubicBezTo>
                  <a:pt x="239" y="667"/>
                  <a:pt x="239" y="667"/>
                  <a:pt x="239" y="667"/>
                </a:cubicBezTo>
                <a:cubicBezTo>
                  <a:pt x="239" y="667"/>
                  <a:pt x="239" y="667"/>
                  <a:pt x="239" y="667"/>
                </a:cubicBezTo>
                <a:cubicBezTo>
                  <a:pt x="239" y="667"/>
                  <a:pt x="239" y="667"/>
                  <a:pt x="239" y="667"/>
                </a:cubicBezTo>
                <a:cubicBezTo>
                  <a:pt x="238" y="668"/>
                  <a:pt x="238" y="668"/>
                  <a:pt x="238" y="668"/>
                </a:cubicBezTo>
                <a:cubicBezTo>
                  <a:pt x="238" y="668"/>
                  <a:pt x="238" y="668"/>
                  <a:pt x="238" y="668"/>
                </a:cubicBezTo>
                <a:cubicBezTo>
                  <a:pt x="237" y="668"/>
                  <a:pt x="237" y="668"/>
                  <a:pt x="237" y="668"/>
                </a:cubicBezTo>
                <a:cubicBezTo>
                  <a:pt x="237" y="668"/>
                  <a:pt x="237" y="668"/>
                  <a:pt x="237" y="668"/>
                </a:cubicBezTo>
                <a:cubicBezTo>
                  <a:pt x="237" y="668"/>
                  <a:pt x="237" y="668"/>
                  <a:pt x="237" y="668"/>
                </a:cubicBezTo>
                <a:cubicBezTo>
                  <a:pt x="237" y="668"/>
                  <a:pt x="237" y="668"/>
                  <a:pt x="237" y="668"/>
                </a:cubicBezTo>
                <a:cubicBezTo>
                  <a:pt x="236" y="668"/>
                  <a:pt x="236" y="668"/>
                  <a:pt x="236" y="668"/>
                </a:cubicBezTo>
                <a:cubicBezTo>
                  <a:pt x="236" y="668"/>
                  <a:pt x="236" y="668"/>
                  <a:pt x="236" y="668"/>
                </a:cubicBezTo>
                <a:cubicBezTo>
                  <a:pt x="231" y="670"/>
                  <a:pt x="231" y="670"/>
                  <a:pt x="231" y="670"/>
                </a:cubicBezTo>
                <a:cubicBezTo>
                  <a:pt x="231" y="670"/>
                  <a:pt x="231" y="670"/>
                  <a:pt x="231" y="670"/>
                </a:cubicBezTo>
                <a:cubicBezTo>
                  <a:pt x="230" y="671"/>
                  <a:pt x="230" y="671"/>
                  <a:pt x="230" y="671"/>
                </a:cubicBezTo>
                <a:cubicBezTo>
                  <a:pt x="230" y="671"/>
                  <a:pt x="230" y="671"/>
                  <a:pt x="230" y="671"/>
                </a:cubicBezTo>
                <a:cubicBezTo>
                  <a:pt x="231" y="672"/>
                  <a:pt x="231" y="672"/>
                  <a:pt x="231" y="672"/>
                </a:cubicBezTo>
                <a:cubicBezTo>
                  <a:pt x="231" y="672"/>
                  <a:pt x="231" y="672"/>
                  <a:pt x="231" y="672"/>
                </a:cubicBezTo>
                <a:cubicBezTo>
                  <a:pt x="231" y="673"/>
                  <a:pt x="231" y="673"/>
                  <a:pt x="231" y="673"/>
                </a:cubicBezTo>
                <a:cubicBezTo>
                  <a:pt x="231" y="673"/>
                  <a:pt x="231" y="673"/>
                  <a:pt x="231" y="673"/>
                </a:cubicBezTo>
                <a:cubicBezTo>
                  <a:pt x="232" y="674"/>
                  <a:pt x="232" y="674"/>
                  <a:pt x="232" y="674"/>
                </a:cubicBezTo>
                <a:cubicBezTo>
                  <a:pt x="232" y="674"/>
                  <a:pt x="232" y="674"/>
                  <a:pt x="232" y="674"/>
                </a:cubicBezTo>
                <a:cubicBezTo>
                  <a:pt x="232" y="674"/>
                  <a:pt x="232" y="674"/>
                  <a:pt x="232" y="674"/>
                </a:cubicBezTo>
                <a:cubicBezTo>
                  <a:pt x="232" y="674"/>
                  <a:pt x="232" y="674"/>
                  <a:pt x="232" y="674"/>
                </a:cubicBezTo>
                <a:cubicBezTo>
                  <a:pt x="232" y="675"/>
                  <a:pt x="232" y="675"/>
                  <a:pt x="232" y="675"/>
                </a:cubicBezTo>
                <a:cubicBezTo>
                  <a:pt x="232" y="675"/>
                  <a:pt x="232" y="675"/>
                  <a:pt x="232" y="675"/>
                </a:cubicBezTo>
                <a:cubicBezTo>
                  <a:pt x="232" y="676"/>
                  <a:pt x="232" y="676"/>
                  <a:pt x="232" y="676"/>
                </a:cubicBezTo>
                <a:cubicBezTo>
                  <a:pt x="232" y="676"/>
                  <a:pt x="232" y="676"/>
                  <a:pt x="232" y="676"/>
                </a:cubicBezTo>
                <a:cubicBezTo>
                  <a:pt x="232" y="677"/>
                  <a:pt x="232" y="677"/>
                  <a:pt x="232" y="677"/>
                </a:cubicBezTo>
                <a:cubicBezTo>
                  <a:pt x="232" y="677"/>
                  <a:pt x="232" y="677"/>
                  <a:pt x="232" y="677"/>
                </a:cubicBezTo>
                <a:cubicBezTo>
                  <a:pt x="233" y="678"/>
                  <a:pt x="233" y="678"/>
                  <a:pt x="233" y="678"/>
                </a:cubicBezTo>
                <a:cubicBezTo>
                  <a:pt x="233" y="678"/>
                  <a:pt x="233" y="678"/>
                  <a:pt x="233" y="678"/>
                </a:cubicBezTo>
                <a:cubicBezTo>
                  <a:pt x="245" y="675"/>
                  <a:pt x="245" y="675"/>
                  <a:pt x="245" y="675"/>
                </a:cubicBezTo>
                <a:cubicBezTo>
                  <a:pt x="245" y="675"/>
                  <a:pt x="245" y="675"/>
                  <a:pt x="245" y="675"/>
                </a:cubicBezTo>
                <a:cubicBezTo>
                  <a:pt x="246" y="676"/>
                  <a:pt x="246" y="676"/>
                  <a:pt x="246" y="676"/>
                </a:cubicBezTo>
                <a:cubicBezTo>
                  <a:pt x="246" y="676"/>
                  <a:pt x="246" y="676"/>
                  <a:pt x="246" y="676"/>
                </a:cubicBezTo>
                <a:cubicBezTo>
                  <a:pt x="246" y="677"/>
                  <a:pt x="246" y="677"/>
                  <a:pt x="246" y="677"/>
                </a:cubicBezTo>
                <a:cubicBezTo>
                  <a:pt x="246" y="677"/>
                  <a:pt x="246" y="677"/>
                  <a:pt x="246" y="677"/>
                </a:cubicBezTo>
                <a:cubicBezTo>
                  <a:pt x="247" y="677"/>
                  <a:pt x="247" y="677"/>
                  <a:pt x="247" y="677"/>
                </a:cubicBezTo>
                <a:cubicBezTo>
                  <a:pt x="247" y="677"/>
                  <a:pt x="247" y="677"/>
                  <a:pt x="247" y="677"/>
                </a:cubicBezTo>
                <a:cubicBezTo>
                  <a:pt x="247" y="678"/>
                  <a:pt x="247" y="678"/>
                  <a:pt x="247" y="678"/>
                </a:cubicBezTo>
                <a:cubicBezTo>
                  <a:pt x="247" y="678"/>
                  <a:pt x="247" y="678"/>
                  <a:pt x="247" y="678"/>
                </a:cubicBezTo>
                <a:cubicBezTo>
                  <a:pt x="247" y="679"/>
                  <a:pt x="247" y="679"/>
                  <a:pt x="247" y="679"/>
                </a:cubicBezTo>
                <a:cubicBezTo>
                  <a:pt x="247" y="679"/>
                  <a:pt x="247" y="679"/>
                  <a:pt x="247" y="679"/>
                </a:cubicBezTo>
                <a:cubicBezTo>
                  <a:pt x="247" y="679"/>
                  <a:pt x="247" y="679"/>
                  <a:pt x="247" y="679"/>
                </a:cubicBezTo>
                <a:cubicBezTo>
                  <a:pt x="247" y="679"/>
                  <a:pt x="247" y="679"/>
                  <a:pt x="247" y="679"/>
                </a:cubicBezTo>
                <a:cubicBezTo>
                  <a:pt x="247" y="680"/>
                  <a:pt x="247" y="680"/>
                  <a:pt x="247" y="680"/>
                </a:cubicBezTo>
                <a:cubicBezTo>
                  <a:pt x="247" y="680"/>
                  <a:pt x="247" y="680"/>
                  <a:pt x="247" y="680"/>
                </a:cubicBezTo>
                <a:cubicBezTo>
                  <a:pt x="247" y="681"/>
                  <a:pt x="247" y="681"/>
                  <a:pt x="247" y="681"/>
                </a:cubicBezTo>
                <a:cubicBezTo>
                  <a:pt x="247" y="681"/>
                  <a:pt x="247" y="681"/>
                  <a:pt x="247" y="681"/>
                </a:cubicBezTo>
                <a:cubicBezTo>
                  <a:pt x="246" y="681"/>
                  <a:pt x="246" y="681"/>
                  <a:pt x="246" y="681"/>
                </a:cubicBezTo>
                <a:cubicBezTo>
                  <a:pt x="246" y="681"/>
                  <a:pt x="246" y="681"/>
                  <a:pt x="246" y="681"/>
                </a:cubicBezTo>
                <a:cubicBezTo>
                  <a:pt x="245" y="682"/>
                  <a:pt x="245" y="682"/>
                  <a:pt x="245" y="682"/>
                </a:cubicBezTo>
                <a:cubicBezTo>
                  <a:pt x="245" y="682"/>
                  <a:pt x="245" y="682"/>
                  <a:pt x="245" y="682"/>
                </a:cubicBezTo>
                <a:cubicBezTo>
                  <a:pt x="244" y="683"/>
                  <a:pt x="244" y="683"/>
                  <a:pt x="244" y="683"/>
                </a:cubicBezTo>
                <a:cubicBezTo>
                  <a:pt x="244" y="683"/>
                  <a:pt x="244" y="683"/>
                  <a:pt x="244" y="683"/>
                </a:cubicBezTo>
                <a:cubicBezTo>
                  <a:pt x="244" y="684"/>
                  <a:pt x="244" y="684"/>
                  <a:pt x="244" y="684"/>
                </a:cubicBezTo>
                <a:cubicBezTo>
                  <a:pt x="244" y="684"/>
                  <a:pt x="244" y="684"/>
                  <a:pt x="244" y="684"/>
                </a:cubicBezTo>
                <a:cubicBezTo>
                  <a:pt x="243" y="685"/>
                  <a:pt x="243" y="685"/>
                  <a:pt x="243" y="685"/>
                </a:cubicBezTo>
                <a:cubicBezTo>
                  <a:pt x="243" y="685"/>
                  <a:pt x="243" y="685"/>
                  <a:pt x="243" y="685"/>
                </a:cubicBezTo>
                <a:cubicBezTo>
                  <a:pt x="242" y="686"/>
                  <a:pt x="242" y="686"/>
                  <a:pt x="242" y="686"/>
                </a:cubicBezTo>
                <a:cubicBezTo>
                  <a:pt x="242" y="686"/>
                  <a:pt x="242" y="686"/>
                  <a:pt x="242" y="686"/>
                </a:cubicBezTo>
                <a:cubicBezTo>
                  <a:pt x="242" y="688"/>
                  <a:pt x="242" y="688"/>
                  <a:pt x="242" y="688"/>
                </a:cubicBezTo>
                <a:cubicBezTo>
                  <a:pt x="242" y="688"/>
                  <a:pt x="242" y="688"/>
                  <a:pt x="242" y="688"/>
                </a:cubicBezTo>
                <a:cubicBezTo>
                  <a:pt x="241" y="688"/>
                  <a:pt x="241" y="688"/>
                  <a:pt x="241" y="688"/>
                </a:cubicBezTo>
                <a:cubicBezTo>
                  <a:pt x="241" y="688"/>
                  <a:pt x="241" y="688"/>
                  <a:pt x="241" y="688"/>
                </a:cubicBezTo>
                <a:cubicBezTo>
                  <a:pt x="232" y="699"/>
                  <a:pt x="232" y="699"/>
                  <a:pt x="232" y="699"/>
                </a:cubicBezTo>
                <a:cubicBezTo>
                  <a:pt x="232" y="699"/>
                  <a:pt x="232" y="699"/>
                  <a:pt x="232" y="69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1" y="679"/>
                  <a:pt x="241" y="679"/>
                  <a:pt x="241" y="679"/>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40" y="678"/>
                  <a:pt x="240" y="678"/>
                  <a:pt x="240" y="678"/>
                </a:cubicBezTo>
                <a:cubicBezTo>
                  <a:pt x="233" y="681"/>
                  <a:pt x="233" y="681"/>
                  <a:pt x="233" y="681"/>
                </a:cubicBezTo>
                <a:cubicBezTo>
                  <a:pt x="233" y="681"/>
                  <a:pt x="233" y="681"/>
                  <a:pt x="233" y="681"/>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3" y="682"/>
                  <a:pt x="233" y="682"/>
                  <a:pt x="233" y="682"/>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4" y="683"/>
                  <a:pt x="234" y="683"/>
                  <a:pt x="234" y="683"/>
                </a:cubicBezTo>
                <a:cubicBezTo>
                  <a:pt x="235" y="683"/>
                  <a:pt x="235" y="683"/>
                  <a:pt x="235" y="683"/>
                </a:cubicBezTo>
                <a:cubicBezTo>
                  <a:pt x="235" y="683"/>
                  <a:pt x="235" y="683"/>
                  <a:pt x="235" y="683"/>
                </a:cubicBezTo>
                <a:cubicBezTo>
                  <a:pt x="235" y="683"/>
                  <a:pt x="235" y="683"/>
                  <a:pt x="235" y="683"/>
                </a:cubicBezTo>
                <a:cubicBezTo>
                  <a:pt x="235" y="683"/>
                  <a:pt x="235" y="683"/>
                  <a:pt x="235" y="683"/>
                </a:cubicBezTo>
                <a:cubicBezTo>
                  <a:pt x="236" y="684"/>
                  <a:pt x="236" y="684"/>
                  <a:pt x="236" y="684"/>
                </a:cubicBezTo>
                <a:cubicBezTo>
                  <a:pt x="236" y="684"/>
                  <a:pt x="236" y="684"/>
                  <a:pt x="236" y="684"/>
                </a:cubicBezTo>
                <a:cubicBezTo>
                  <a:pt x="235" y="685"/>
                  <a:pt x="235" y="685"/>
                  <a:pt x="235" y="685"/>
                </a:cubicBezTo>
                <a:cubicBezTo>
                  <a:pt x="235" y="685"/>
                  <a:pt x="235" y="685"/>
                  <a:pt x="235" y="685"/>
                </a:cubicBezTo>
                <a:cubicBezTo>
                  <a:pt x="233" y="686"/>
                  <a:pt x="233" y="686"/>
                  <a:pt x="233" y="686"/>
                </a:cubicBezTo>
                <a:cubicBezTo>
                  <a:pt x="233" y="686"/>
                  <a:pt x="233" y="686"/>
                  <a:pt x="233" y="686"/>
                </a:cubicBezTo>
                <a:cubicBezTo>
                  <a:pt x="232" y="687"/>
                  <a:pt x="232" y="687"/>
                  <a:pt x="232" y="687"/>
                </a:cubicBezTo>
                <a:cubicBezTo>
                  <a:pt x="232" y="687"/>
                  <a:pt x="232" y="687"/>
                  <a:pt x="232" y="687"/>
                </a:cubicBezTo>
                <a:cubicBezTo>
                  <a:pt x="230" y="688"/>
                  <a:pt x="230" y="688"/>
                  <a:pt x="230" y="688"/>
                </a:cubicBezTo>
                <a:cubicBezTo>
                  <a:pt x="230" y="688"/>
                  <a:pt x="230" y="688"/>
                  <a:pt x="230" y="688"/>
                </a:cubicBezTo>
                <a:cubicBezTo>
                  <a:pt x="229" y="689"/>
                  <a:pt x="229" y="689"/>
                  <a:pt x="229" y="689"/>
                </a:cubicBezTo>
                <a:cubicBezTo>
                  <a:pt x="229" y="689"/>
                  <a:pt x="229" y="689"/>
                  <a:pt x="229" y="689"/>
                </a:cubicBezTo>
                <a:cubicBezTo>
                  <a:pt x="228" y="690"/>
                  <a:pt x="228" y="690"/>
                  <a:pt x="228" y="690"/>
                </a:cubicBezTo>
                <a:cubicBezTo>
                  <a:pt x="228" y="690"/>
                  <a:pt x="228" y="690"/>
                  <a:pt x="228" y="690"/>
                </a:cubicBezTo>
                <a:cubicBezTo>
                  <a:pt x="227" y="692"/>
                  <a:pt x="227" y="692"/>
                  <a:pt x="227" y="692"/>
                </a:cubicBezTo>
                <a:cubicBezTo>
                  <a:pt x="227" y="692"/>
                  <a:pt x="227" y="692"/>
                  <a:pt x="227" y="692"/>
                </a:cubicBezTo>
                <a:cubicBezTo>
                  <a:pt x="228" y="694"/>
                  <a:pt x="228" y="694"/>
                  <a:pt x="228" y="694"/>
                </a:cubicBezTo>
                <a:cubicBezTo>
                  <a:pt x="228" y="694"/>
                  <a:pt x="228" y="694"/>
                  <a:pt x="228" y="694"/>
                </a:cubicBezTo>
                <a:cubicBezTo>
                  <a:pt x="228" y="694"/>
                  <a:pt x="228" y="694"/>
                  <a:pt x="228" y="694"/>
                </a:cubicBezTo>
                <a:cubicBezTo>
                  <a:pt x="228" y="694"/>
                  <a:pt x="228" y="694"/>
                  <a:pt x="228" y="694"/>
                </a:cubicBezTo>
                <a:cubicBezTo>
                  <a:pt x="228" y="695"/>
                  <a:pt x="228" y="695"/>
                  <a:pt x="228" y="695"/>
                </a:cubicBezTo>
                <a:cubicBezTo>
                  <a:pt x="228" y="695"/>
                  <a:pt x="228" y="695"/>
                  <a:pt x="228" y="695"/>
                </a:cubicBezTo>
                <a:cubicBezTo>
                  <a:pt x="228" y="695"/>
                  <a:pt x="228" y="695"/>
                  <a:pt x="228" y="695"/>
                </a:cubicBezTo>
                <a:cubicBezTo>
                  <a:pt x="228" y="695"/>
                  <a:pt x="228" y="695"/>
                  <a:pt x="228"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29" y="695"/>
                  <a:pt x="229" y="695"/>
                  <a:pt x="229" y="695"/>
                </a:cubicBezTo>
                <a:cubicBezTo>
                  <a:pt x="230" y="695"/>
                  <a:pt x="230" y="695"/>
                  <a:pt x="230" y="695"/>
                </a:cubicBezTo>
                <a:cubicBezTo>
                  <a:pt x="230" y="695"/>
                  <a:pt x="230" y="695"/>
                  <a:pt x="230" y="695"/>
                </a:cubicBezTo>
                <a:cubicBezTo>
                  <a:pt x="230" y="695"/>
                  <a:pt x="230" y="695"/>
                  <a:pt x="230" y="695"/>
                </a:cubicBezTo>
                <a:cubicBezTo>
                  <a:pt x="230" y="695"/>
                  <a:pt x="230" y="695"/>
                  <a:pt x="230" y="695"/>
                </a:cubicBezTo>
                <a:cubicBezTo>
                  <a:pt x="220" y="703"/>
                  <a:pt x="220" y="703"/>
                  <a:pt x="220" y="703"/>
                </a:cubicBezTo>
                <a:cubicBezTo>
                  <a:pt x="220" y="703"/>
                  <a:pt x="220" y="703"/>
                  <a:pt x="220" y="703"/>
                </a:cubicBezTo>
                <a:cubicBezTo>
                  <a:pt x="215" y="706"/>
                  <a:pt x="215" y="706"/>
                  <a:pt x="215" y="706"/>
                </a:cubicBezTo>
                <a:cubicBezTo>
                  <a:pt x="214" y="707"/>
                  <a:pt x="214" y="707"/>
                  <a:pt x="214" y="707"/>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1"/>
                  <a:pt x="208" y="711"/>
                  <a:pt x="208" y="711"/>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2"/>
                  <a:pt x="208" y="712"/>
                  <a:pt x="208" y="712"/>
                </a:cubicBezTo>
                <a:cubicBezTo>
                  <a:pt x="208" y="713"/>
                  <a:pt x="208" y="713"/>
                  <a:pt x="208" y="713"/>
                </a:cubicBezTo>
                <a:cubicBezTo>
                  <a:pt x="208" y="713"/>
                  <a:pt x="208" y="713"/>
                  <a:pt x="208" y="713"/>
                </a:cubicBezTo>
                <a:cubicBezTo>
                  <a:pt x="208" y="713"/>
                  <a:pt x="208" y="713"/>
                  <a:pt x="208" y="713"/>
                </a:cubicBezTo>
                <a:cubicBezTo>
                  <a:pt x="208" y="713"/>
                  <a:pt x="208" y="713"/>
                  <a:pt x="208" y="713"/>
                </a:cubicBezTo>
                <a:cubicBezTo>
                  <a:pt x="209" y="713"/>
                  <a:pt x="209" y="713"/>
                  <a:pt x="209" y="713"/>
                </a:cubicBezTo>
                <a:cubicBezTo>
                  <a:pt x="209" y="713"/>
                  <a:pt x="209" y="713"/>
                  <a:pt x="209" y="713"/>
                </a:cubicBezTo>
                <a:cubicBezTo>
                  <a:pt x="210" y="713"/>
                  <a:pt x="210" y="713"/>
                  <a:pt x="210" y="713"/>
                </a:cubicBezTo>
                <a:cubicBezTo>
                  <a:pt x="210" y="713"/>
                  <a:pt x="210" y="713"/>
                  <a:pt x="210" y="713"/>
                </a:cubicBezTo>
                <a:cubicBezTo>
                  <a:pt x="210" y="713"/>
                  <a:pt x="210" y="713"/>
                  <a:pt x="210" y="713"/>
                </a:cubicBezTo>
                <a:cubicBezTo>
                  <a:pt x="210" y="713"/>
                  <a:pt x="210" y="713"/>
                  <a:pt x="210" y="713"/>
                </a:cubicBezTo>
                <a:cubicBezTo>
                  <a:pt x="211" y="712"/>
                  <a:pt x="211" y="712"/>
                  <a:pt x="211" y="712"/>
                </a:cubicBezTo>
                <a:cubicBezTo>
                  <a:pt x="211" y="712"/>
                  <a:pt x="211" y="712"/>
                  <a:pt x="211" y="712"/>
                </a:cubicBezTo>
                <a:cubicBezTo>
                  <a:pt x="212" y="712"/>
                  <a:pt x="212" y="712"/>
                  <a:pt x="212" y="712"/>
                </a:cubicBezTo>
                <a:cubicBezTo>
                  <a:pt x="212" y="712"/>
                  <a:pt x="212" y="712"/>
                  <a:pt x="212" y="712"/>
                </a:cubicBezTo>
                <a:cubicBezTo>
                  <a:pt x="213" y="712"/>
                  <a:pt x="213" y="712"/>
                  <a:pt x="213" y="712"/>
                </a:cubicBezTo>
                <a:cubicBezTo>
                  <a:pt x="213" y="712"/>
                  <a:pt x="213" y="712"/>
                  <a:pt x="213" y="712"/>
                </a:cubicBezTo>
                <a:cubicBezTo>
                  <a:pt x="214" y="711"/>
                  <a:pt x="214" y="711"/>
                  <a:pt x="214" y="711"/>
                </a:cubicBezTo>
                <a:cubicBezTo>
                  <a:pt x="214" y="711"/>
                  <a:pt x="214" y="711"/>
                  <a:pt x="214" y="711"/>
                </a:cubicBezTo>
                <a:cubicBezTo>
                  <a:pt x="214" y="710"/>
                  <a:pt x="214" y="710"/>
                  <a:pt x="214" y="710"/>
                </a:cubicBezTo>
                <a:cubicBezTo>
                  <a:pt x="214" y="710"/>
                  <a:pt x="214" y="710"/>
                  <a:pt x="214" y="710"/>
                </a:cubicBezTo>
                <a:cubicBezTo>
                  <a:pt x="221" y="707"/>
                  <a:pt x="221" y="707"/>
                  <a:pt x="221" y="707"/>
                </a:cubicBezTo>
                <a:cubicBezTo>
                  <a:pt x="221" y="707"/>
                  <a:pt x="221" y="707"/>
                  <a:pt x="221" y="707"/>
                </a:cubicBezTo>
                <a:cubicBezTo>
                  <a:pt x="219" y="709"/>
                  <a:pt x="219" y="709"/>
                  <a:pt x="219" y="709"/>
                </a:cubicBezTo>
                <a:cubicBezTo>
                  <a:pt x="219" y="709"/>
                  <a:pt x="219" y="709"/>
                  <a:pt x="219" y="709"/>
                </a:cubicBezTo>
                <a:cubicBezTo>
                  <a:pt x="217" y="710"/>
                  <a:pt x="217" y="710"/>
                  <a:pt x="217" y="710"/>
                </a:cubicBezTo>
                <a:cubicBezTo>
                  <a:pt x="217" y="710"/>
                  <a:pt x="217" y="710"/>
                  <a:pt x="217" y="710"/>
                </a:cubicBezTo>
                <a:cubicBezTo>
                  <a:pt x="215" y="712"/>
                  <a:pt x="215" y="712"/>
                  <a:pt x="215" y="712"/>
                </a:cubicBezTo>
                <a:cubicBezTo>
                  <a:pt x="215" y="712"/>
                  <a:pt x="215" y="712"/>
                  <a:pt x="215" y="712"/>
                </a:cubicBezTo>
                <a:cubicBezTo>
                  <a:pt x="214" y="713"/>
                  <a:pt x="214" y="713"/>
                  <a:pt x="214" y="713"/>
                </a:cubicBezTo>
                <a:cubicBezTo>
                  <a:pt x="214" y="713"/>
                  <a:pt x="214" y="713"/>
                  <a:pt x="214" y="713"/>
                </a:cubicBezTo>
                <a:cubicBezTo>
                  <a:pt x="212" y="715"/>
                  <a:pt x="212" y="715"/>
                  <a:pt x="212" y="715"/>
                </a:cubicBezTo>
                <a:cubicBezTo>
                  <a:pt x="212" y="715"/>
                  <a:pt x="212" y="715"/>
                  <a:pt x="212" y="715"/>
                </a:cubicBezTo>
                <a:cubicBezTo>
                  <a:pt x="210" y="716"/>
                  <a:pt x="210" y="716"/>
                  <a:pt x="210" y="716"/>
                </a:cubicBezTo>
                <a:cubicBezTo>
                  <a:pt x="210" y="716"/>
                  <a:pt x="210" y="716"/>
                  <a:pt x="210" y="716"/>
                </a:cubicBezTo>
                <a:cubicBezTo>
                  <a:pt x="208" y="717"/>
                  <a:pt x="208" y="717"/>
                  <a:pt x="208" y="717"/>
                </a:cubicBezTo>
                <a:cubicBezTo>
                  <a:pt x="208" y="717"/>
                  <a:pt x="208" y="717"/>
                  <a:pt x="208" y="717"/>
                </a:cubicBezTo>
                <a:cubicBezTo>
                  <a:pt x="206" y="719"/>
                  <a:pt x="206" y="719"/>
                  <a:pt x="206" y="719"/>
                </a:cubicBezTo>
                <a:cubicBezTo>
                  <a:pt x="206" y="719"/>
                  <a:pt x="206" y="719"/>
                  <a:pt x="206" y="719"/>
                </a:cubicBezTo>
                <a:cubicBezTo>
                  <a:pt x="206" y="719"/>
                  <a:pt x="206" y="719"/>
                  <a:pt x="206" y="719"/>
                </a:cubicBezTo>
                <a:cubicBezTo>
                  <a:pt x="206" y="719"/>
                  <a:pt x="206" y="719"/>
                  <a:pt x="206"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5" y="719"/>
                  <a:pt x="205" y="719"/>
                  <a:pt x="205" y="719"/>
                </a:cubicBezTo>
                <a:cubicBezTo>
                  <a:pt x="204" y="719"/>
                  <a:pt x="204" y="719"/>
                  <a:pt x="204" y="719"/>
                </a:cubicBezTo>
                <a:cubicBezTo>
                  <a:pt x="204" y="719"/>
                  <a:pt x="204" y="719"/>
                  <a:pt x="204" y="719"/>
                </a:cubicBezTo>
                <a:cubicBezTo>
                  <a:pt x="204" y="719"/>
                  <a:pt x="204" y="719"/>
                  <a:pt x="204" y="719"/>
                </a:cubicBezTo>
                <a:cubicBezTo>
                  <a:pt x="204" y="719"/>
                  <a:pt x="204" y="719"/>
                  <a:pt x="204" y="719"/>
                </a:cubicBezTo>
                <a:cubicBezTo>
                  <a:pt x="203" y="719"/>
                  <a:pt x="203" y="719"/>
                  <a:pt x="203" y="719"/>
                </a:cubicBezTo>
                <a:cubicBezTo>
                  <a:pt x="203" y="719"/>
                  <a:pt x="203" y="719"/>
                  <a:pt x="203" y="719"/>
                </a:cubicBezTo>
                <a:cubicBezTo>
                  <a:pt x="203" y="718"/>
                  <a:pt x="203" y="718"/>
                  <a:pt x="203" y="718"/>
                </a:cubicBezTo>
                <a:cubicBezTo>
                  <a:pt x="203" y="718"/>
                  <a:pt x="203" y="718"/>
                  <a:pt x="203" y="718"/>
                </a:cubicBezTo>
                <a:cubicBezTo>
                  <a:pt x="203" y="718"/>
                  <a:pt x="203" y="718"/>
                  <a:pt x="203" y="718"/>
                </a:cubicBezTo>
                <a:cubicBezTo>
                  <a:pt x="203" y="718"/>
                  <a:pt x="203" y="718"/>
                  <a:pt x="203" y="718"/>
                </a:cubicBezTo>
                <a:cubicBezTo>
                  <a:pt x="203" y="717"/>
                  <a:pt x="203" y="717"/>
                  <a:pt x="203" y="717"/>
                </a:cubicBezTo>
                <a:cubicBezTo>
                  <a:pt x="203" y="717"/>
                  <a:pt x="203" y="717"/>
                  <a:pt x="203" y="717"/>
                </a:cubicBezTo>
                <a:cubicBezTo>
                  <a:pt x="202" y="717"/>
                  <a:pt x="202" y="717"/>
                  <a:pt x="202" y="717"/>
                </a:cubicBezTo>
                <a:cubicBezTo>
                  <a:pt x="202" y="717"/>
                  <a:pt x="202" y="717"/>
                  <a:pt x="202" y="717"/>
                </a:cubicBezTo>
                <a:cubicBezTo>
                  <a:pt x="202" y="716"/>
                  <a:pt x="202" y="716"/>
                  <a:pt x="202" y="716"/>
                </a:cubicBezTo>
                <a:cubicBezTo>
                  <a:pt x="202" y="716"/>
                  <a:pt x="202" y="716"/>
                  <a:pt x="202" y="716"/>
                </a:cubicBezTo>
                <a:cubicBezTo>
                  <a:pt x="201" y="715"/>
                  <a:pt x="201" y="715"/>
                  <a:pt x="201" y="715"/>
                </a:cubicBezTo>
                <a:cubicBezTo>
                  <a:pt x="201" y="715"/>
                  <a:pt x="201" y="715"/>
                  <a:pt x="201" y="715"/>
                </a:cubicBezTo>
                <a:cubicBezTo>
                  <a:pt x="201" y="715"/>
                  <a:pt x="201" y="715"/>
                  <a:pt x="201" y="715"/>
                </a:cubicBezTo>
                <a:cubicBezTo>
                  <a:pt x="201" y="715"/>
                  <a:pt x="201" y="715"/>
                  <a:pt x="201" y="715"/>
                </a:cubicBezTo>
                <a:cubicBezTo>
                  <a:pt x="201" y="714"/>
                  <a:pt x="201" y="714"/>
                  <a:pt x="201" y="714"/>
                </a:cubicBezTo>
                <a:cubicBezTo>
                  <a:pt x="201" y="714"/>
                  <a:pt x="201" y="714"/>
                  <a:pt x="201" y="714"/>
                </a:cubicBezTo>
                <a:cubicBezTo>
                  <a:pt x="202" y="713"/>
                  <a:pt x="202" y="713"/>
                  <a:pt x="202" y="713"/>
                </a:cubicBezTo>
                <a:cubicBezTo>
                  <a:pt x="202" y="713"/>
                  <a:pt x="202" y="713"/>
                  <a:pt x="202" y="713"/>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5" y="705"/>
                  <a:pt x="215" y="705"/>
                  <a:pt x="215" y="705"/>
                </a:cubicBezTo>
                <a:cubicBezTo>
                  <a:pt x="216" y="705"/>
                  <a:pt x="216" y="705"/>
                  <a:pt x="216" y="705"/>
                </a:cubicBezTo>
                <a:cubicBezTo>
                  <a:pt x="216" y="705"/>
                  <a:pt x="216" y="705"/>
                  <a:pt x="216" y="705"/>
                </a:cubicBezTo>
                <a:cubicBezTo>
                  <a:pt x="216" y="705"/>
                  <a:pt x="216" y="705"/>
                  <a:pt x="216" y="705"/>
                </a:cubicBezTo>
                <a:cubicBezTo>
                  <a:pt x="216" y="705"/>
                  <a:pt x="216" y="705"/>
                  <a:pt x="216" y="705"/>
                </a:cubicBezTo>
                <a:cubicBezTo>
                  <a:pt x="216" y="704"/>
                  <a:pt x="216" y="704"/>
                  <a:pt x="216" y="704"/>
                </a:cubicBezTo>
                <a:cubicBezTo>
                  <a:pt x="216" y="704"/>
                  <a:pt x="216" y="704"/>
                  <a:pt x="216" y="704"/>
                </a:cubicBezTo>
                <a:cubicBezTo>
                  <a:pt x="216" y="704"/>
                  <a:pt x="216" y="704"/>
                  <a:pt x="216" y="704"/>
                </a:cubicBezTo>
                <a:cubicBezTo>
                  <a:pt x="216" y="704"/>
                  <a:pt x="216" y="704"/>
                  <a:pt x="216"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4"/>
                  <a:pt x="217" y="704"/>
                  <a:pt x="217" y="704"/>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3"/>
                  <a:pt x="217" y="703"/>
                  <a:pt x="217" y="703"/>
                </a:cubicBezTo>
                <a:cubicBezTo>
                  <a:pt x="217" y="702"/>
                  <a:pt x="217" y="702"/>
                  <a:pt x="217" y="702"/>
                </a:cubicBezTo>
                <a:cubicBezTo>
                  <a:pt x="217" y="702"/>
                  <a:pt x="217" y="702"/>
                  <a:pt x="217" y="702"/>
                </a:cubicBezTo>
                <a:cubicBezTo>
                  <a:pt x="217" y="702"/>
                  <a:pt x="217" y="702"/>
                  <a:pt x="217" y="702"/>
                </a:cubicBezTo>
                <a:cubicBezTo>
                  <a:pt x="217" y="702"/>
                  <a:pt x="217" y="702"/>
                  <a:pt x="217" y="702"/>
                </a:cubicBezTo>
                <a:cubicBezTo>
                  <a:pt x="216" y="702"/>
                  <a:pt x="216" y="702"/>
                  <a:pt x="216" y="702"/>
                </a:cubicBezTo>
                <a:cubicBezTo>
                  <a:pt x="216" y="702"/>
                  <a:pt x="216" y="702"/>
                  <a:pt x="216" y="702"/>
                </a:cubicBezTo>
                <a:cubicBezTo>
                  <a:pt x="215" y="701"/>
                  <a:pt x="215" y="701"/>
                  <a:pt x="215" y="701"/>
                </a:cubicBezTo>
                <a:cubicBezTo>
                  <a:pt x="215" y="701"/>
                  <a:pt x="215" y="701"/>
                  <a:pt x="215" y="701"/>
                </a:cubicBezTo>
                <a:cubicBezTo>
                  <a:pt x="215" y="701"/>
                  <a:pt x="215" y="701"/>
                  <a:pt x="215" y="701"/>
                </a:cubicBezTo>
                <a:cubicBezTo>
                  <a:pt x="215" y="701"/>
                  <a:pt x="215" y="701"/>
                  <a:pt x="215" y="701"/>
                </a:cubicBezTo>
                <a:cubicBezTo>
                  <a:pt x="214" y="700"/>
                  <a:pt x="214" y="700"/>
                  <a:pt x="214" y="700"/>
                </a:cubicBezTo>
                <a:cubicBezTo>
                  <a:pt x="214" y="700"/>
                  <a:pt x="214" y="700"/>
                  <a:pt x="214" y="700"/>
                </a:cubicBezTo>
                <a:cubicBezTo>
                  <a:pt x="214" y="700"/>
                  <a:pt x="214" y="700"/>
                  <a:pt x="214" y="700"/>
                </a:cubicBezTo>
                <a:cubicBezTo>
                  <a:pt x="214" y="700"/>
                  <a:pt x="214" y="700"/>
                  <a:pt x="214" y="700"/>
                </a:cubicBezTo>
                <a:cubicBezTo>
                  <a:pt x="214" y="699"/>
                  <a:pt x="214" y="699"/>
                  <a:pt x="214" y="699"/>
                </a:cubicBezTo>
                <a:cubicBezTo>
                  <a:pt x="214" y="699"/>
                  <a:pt x="214" y="699"/>
                  <a:pt x="214" y="699"/>
                </a:cubicBezTo>
                <a:cubicBezTo>
                  <a:pt x="214" y="699"/>
                  <a:pt x="214" y="698"/>
                  <a:pt x="214" y="698"/>
                </a:cubicBezTo>
                <a:cubicBezTo>
                  <a:pt x="214" y="698"/>
                  <a:pt x="214" y="698"/>
                  <a:pt x="214" y="698"/>
                </a:cubicBezTo>
                <a:cubicBezTo>
                  <a:pt x="213" y="698"/>
                  <a:pt x="213" y="698"/>
                  <a:pt x="213" y="697"/>
                </a:cubicBezTo>
                <a:cubicBezTo>
                  <a:pt x="213" y="697"/>
                  <a:pt x="213" y="697"/>
                  <a:pt x="213" y="697"/>
                </a:cubicBezTo>
                <a:cubicBezTo>
                  <a:pt x="213" y="696"/>
                  <a:pt x="213" y="696"/>
                  <a:pt x="213" y="695"/>
                </a:cubicBezTo>
                <a:cubicBezTo>
                  <a:pt x="213" y="695"/>
                  <a:pt x="213" y="695"/>
                  <a:pt x="213" y="695"/>
                </a:cubicBezTo>
                <a:cubicBezTo>
                  <a:pt x="213" y="693"/>
                  <a:pt x="213" y="691"/>
                  <a:pt x="213" y="689"/>
                </a:cubicBezTo>
                <a:cubicBezTo>
                  <a:pt x="213" y="689"/>
                  <a:pt x="213" y="689"/>
                  <a:pt x="213" y="689"/>
                </a:cubicBezTo>
                <a:cubicBezTo>
                  <a:pt x="213" y="688"/>
                  <a:pt x="213" y="688"/>
                  <a:pt x="214" y="687"/>
                </a:cubicBezTo>
                <a:cubicBezTo>
                  <a:pt x="214" y="687"/>
                  <a:pt x="214" y="687"/>
                  <a:pt x="214" y="687"/>
                </a:cubicBezTo>
                <a:cubicBezTo>
                  <a:pt x="214" y="686"/>
                  <a:pt x="214" y="685"/>
                  <a:pt x="215" y="684"/>
                </a:cubicBezTo>
                <a:cubicBezTo>
                  <a:pt x="215" y="684"/>
                  <a:pt x="215" y="684"/>
                  <a:pt x="215" y="684"/>
                </a:cubicBezTo>
                <a:cubicBezTo>
                  <a:pt x="215" y="684"/>
                  <a:pt x="216" y="683"/>
                  <a:pt x="216" y="682"/>
                </a:cubicBezTo>
                <a:cubicBezTo>
                  <a:pt x="216" y="682"/>
                  <a:pt x="216" y="682"/>
                  <a:pt x="216" y="682"/>
                </a:cubicBezTo>
                <a:cubicBezTo>
                  <a:pt x="217" y="681"/>
                  <a:pt x="217" y="680"/>
                  <a:pt x="218" y="679"/>
                </a:cubicBezTo>
                <a:cubicBezTo>
                  <a:pt x="218" y="679"/>
                  <a:pt x="218" y="679"/>
                  <a:pt x="218" y="679"/>
                </a:cubicBezTo>
                <a:cubicBezTo>
                  <a:pt x="219" y="677"/>
                  <a:pt x="219" y="677"/>
                  <a:pt x="219" y="677"/>
                </a:cubicBezTo>
                <a:cubicBezTo>
                  <a:pt x="219" y="677"/>
                  <a:pt x="219" y="677"/>
                  <a:pt x="219" y="677"/>
                </a:cubicBezTo>
                <a:cubicBezTo>
                  <a:pt x="216" y="679"/>
                  <a:pt x="213" y="681"/>
                  <a:pt x="210" y="683"/>
                </a:cubicBezTo>
                <a:cubicBezTo>
                  <a:pt x="210" y="683"/>
                  <a:pt x="210" y="683"/>
                  <a:pt x="210" y="683"/>
                </a:cubicBezTo>
                <a:cubicBezTo>
                  <a:pt x="209" y="684"/>
                  <a:pt x="208" y="684"/>
                  <a:pt x="207" y="683"/>
                </a:cubicBezTo>
                <a:cubicBezTo>
                  <a:pt x="207" y="683"/>
                  <a:pt x="207" y="683"/>
                  <a:pt x="207" y="683"/>
                </a:cubicBezTo>
                <a:cubicBezTo>
                  <a:pt x="207" y="683"/>
                  <a:pt x="207" y="683"/>
                  <a:pt x="207" y="683"/>
                </a:cubicBezTo>
                <a:cubicBezTo>
                  <a:pt x="207" y="683"/>
                  <a:pt x="207" y="683"/>
                  <a:pt x="207" y="683"/>
                </a:cubicBezTo>
                <a:cubicBezTo>
                  <a:pt x="206" y="683"/>
                  <a:pt x="206" y="683"/>
                  <a:pt x="206" y="683"/>
                </a:cubicBezTo>
                <a:cubicBezTo>
                  <a:pt x="206" y="683"/>
                  <a:pt x="206" y="683"/>
                  <a:pt x="206" y="683"/>
                </a:cubicBezTo>
                <a:cubicBezTo>
                  <a:pt x="206" y="683"/>
                  <a:pt x="206" y="682"/>
                  <a:pt x="205" y="682"/>
                </a:cubicBezTo>
                <a:cubicBezTo>
                  <a:pt x="205" y="682"/>
                  <a:pt x="205" y="682"/>
                  <a:pt x="205" y="682"/>
                </a:cubicBezTo>
                <a:cubicBezTo>
                  <a:pt x="205" y="682"/>
                  <a:pt x="205" y="682"/>
                  <a:pt x="205" y="682"/>
                </a:cubicBezTo>
                <a:cubicBezTo>
                  <a:pt x="205" y="682"/>
                  <a:pt x="205" y="682"/>
                  <a:pt x="205" y="682"/>
                </a:cubicBezTo>
                <a:cubicBezTo>
                  <a:pt x="204" y="681"/>
                  <a:pt x="204" y="681"/>
                  <a:pt x="204" y="681"/>
                </a:cubicBezTo>
                <a:cubicBezTo>
                  <a:pt x="204" y="681"/>
                  <a:pt x="204" y="681"/>
                  <a:pt x="204" y="681"/>
                </a:cubicBezTo>
                <a:cubicBezTo>
                  <a:pt x="203" y="680"/>
                  <a:pt x="203" y="680"/>
                  <a:pt x="203" y="680"/>
                </a:cubicBezTo>
                <a:cubicBezTo>
                  <a:pt x="203" y="680"/>
                  <a:pt x="203" y="680"/>
                  <a:pt x="203" y="680"/>
                </a:cubicBezTo>
                <a:cubicBezTo>
                  <a:pt x="203" y="680"/>
                  <a:pt x="203" y="680"/>
                  <a:pt x="203" y="680"/>
                </a:cubicBezTo>
                <a:cubicBezTo>
                  <a:pt x="203" y="680"/>
                  <a:pt x="203" y="680"/>
                  <a:pt x="203" y="680"/>
                </a:cubicBezTo>
                <a:cubicBezTo>
                  <a:pt x="202" y="680"/>
                  <a:pt x="202" y="680"/>
                  <a:pt x="202" y="680"/>
                </a:cubicBezTo>
                <a:cubicBezTo>
                  <a:pt x="202" y="680"/>
                  <a:pt x="202" y="680"/>
                  <a:pt x="202" y="680"/>
                </a:cubicBezTo>
                <a:cubicBezTo>
                  <a:pt x="202" y="680"/>
                  <a:pt x="202" y="680"/>
                  <a:pt x="202" y="679"/>
                </a:cubicBezTo>
                <a:cubicBezTo>
                  <a:pt x="202" y="679"/>
                  <a:pt x="202" y="679"/>
                  <a:pt x="202" y="679"/>
                </a:cubicBezTo>
                <a:cubicBezTo>
                  <a:pt x="202" y="680"/>
                  <a:pt x="201" y="680"/>
                  <a:pt x="201" y="680"/>
                </a:cubicBezTo>
                <a:cubicBezTo>
                  <a:pt x="201" y="680"/>
                  <a:pt x="201" y="680"/>
                  <a:pt x="201" y="680"/>
                </a:cubicBezTo>
                <a:cubicBezTo>
                  <a:pt x="201" y="680"/>
                  <a:pt x="201" y="680"/>
                  <a:pt x="201" y="680"/>
                </a:cubicBezTo>
                <a:cubicBezTo>
                  <a:pt x="201" y="680"/>
                  <a:pt x="201" y="680"/>
                  <a:pt x="201" y="680"/>
                </a:cubicBezTo>
                <a:cubicBezTo>
                  <a:pt x="201" y="680"/>
                  <a:pt x="200" y="680"/>
                  <a:pt x="200" y="680"/>
                </a:cubicBezTo>
                <a:cubicBezTo>
                  <a:pt x="200" y="680"/>
                  <a:pt x="200" y="680"/>
                  <a:pt x="200" y="680"/>
                </a:cubicBezTo>
                <a:cubicBezTo>
                  <a:pt x="200" y="680"/>
                  <a:pt x="200" y="681"/>
                  <a:pt x="200" y="681"/>
                </a:cubicBezTo>
                <a:cubicBezTo>
                  <a:pt x="200" y="681"/>
                  <a:pt x="200" y="681"/>
                  <a:pt x="200" y="681"/>
                </a:cubicBezTo>
                <a:cubicBezTo>
                  <a:pt x="200" y="681"/>
                  <a:pt x="200" y="681"/>
                  <a:pt x="200" y="681"/>
                </a:cubicBezTo>
                <a:cubicBezTo>
                  <a:pt x="200" y="681"/>
                  <a:pt x="200" y="681"/>
                  <a:pt x="200" y="681"/>
                </a:cubicBezTo>
                <a:cubicBezTo>
                  <a:pt x="200" y="682"/>
                  <a:pt x="200" y="682"/>
                  <a:pt x="200" y="682"/>
                </a:cubicBezTo>
                <a:cubicBezTo>
                  <a:pt x="200" y="682"/>
                  <a:pt x="200" y="682"/>
                  <a:pt x="200" y="682"/>
                </a:cubicBezTo>
                <a:cubicBezTo>
                  <a:pt x="200" y="682"/>
                  <a:pt x="199" y="682"/>
                  <a:pt x="199" y="682"/>
                </a:cubicBezTo>
                <a:cubicBezTo>
                  <a:pt x="199" y="682"/>
                  <a:pt x="199" y="682"/>
                  <a:pt x="199" y="682"/>
                </a:cubicBezTo>
                <a:cubicBezTo>
                  <a:pt x="199" y="682"/>
                  <a:pt x="199" y="682"/>
                  <a:pt x="199" y="682"/>
                </a:cubicBezTo>
                <a:cubicBezTo>
                  <a:pt x="199" y="682"/>
                  <a:pt x="199" y="682"/>
                  <a:pt x="199" y="682"/>
                </a:cubicBezTo>
                <a:cubicBezTo>
                  <a:pt x="193" y="692"/>
                  <a:pt x="193" y="692"/>
                  <a:pt x="193" y="692"/>
                </a:cubicBezTo>
                <a:cubicBezTo>
                  <a:pt x="193" y="692"/>
                  <a:pt x="193" y="692"/>
                  <a:pt x="193" y="692"/>
                </a:cubicBezTo>
                <a:cubicBezTo>
                  <a:pt x="186" y="705"/>
                  <a:pt x="186" y="705"/>
                  <a:pt x="186" y="705"/>
                </a:cubicBezTo>
                <a:cubicBezTo>
                  <a:pt x="186" y="705"/>
                  <a:pt x="186" y="705"/>
                  <a:pt x="186" y="705"/>
                </a:cubicBezTo>
                <a:cubicBezTo>
                  <a:pt x="176" y="724"/>
                  <a:pt x="176" y="724"/>
                  <a:pt x="176" y="724"/>
                </a:cubicBezTo>
                <a:close/>
                <a:moveTo>
                  <a:pt x="425" y="723"/>
                </a:moveTo>
                <a:cubicBezTo>
                  <a:pt x="424" y="722"/>
                  <a:pt x="424" y="722"/>
                  <a:pt x="424" y="722"/>
                </a:cubicBezTo>
                <a:cubicBezTo>
                  <a:pt x="424" y="722"/>
                  <a:pt x="424" y="722"/>
                  <a:pt x="424" y="722"/>
                </a:cubicBezTo>
                <a:cubicBezTo>
                  <a:pt x="424" y="722"/>
                  <a:pt x="424" y="722"/>
                  <a:pt x="424" y="722"/>
                </a:cubicBezTo>
                <a:cubicBezTo>
                  <a:pt x="424" y="722"/>
                  <a:pt x="424" y="722"/>
                  <a:pt x="424" y="722"/>
                </a:cubicBezTo>
                <a:cubicBezTo>
                  <a:pt x="423" y="721"/>
                  <a:pt x="423" y="721"/>
                  <a:pt x="423" y="721"/>
                </a:cubicBezTo>
                <a:cubicBezTo>
                  <a:pt x="423" y="721"/>
                  <a:pt x="423" y="721"/>
                  <a:pt x="423" y="721"/>
                </a:cubicBezTo>
                <a:cubicBezTo>
                  <a:pt x="423" y="720"/>
                  <a:pt x="423" y="720"/>
                  <a:pt x="423" y="720"/>
                </a:cubicBezTo>
                <a:cubicBezTo>
                  <a:pt x="423" y="720"/>
                  <a:pt x="423" y="720"/>
                  <a:pt x="423" y="720"/>
                </a:cubicBezTo>
                <a:cubicBezTo>
                  <a:pt x="423" y="720"/>
                  <a:pt x="423" y="720"/>
                  <a:pt x="423" y="720"/>
                </a:cubicBezTo>
                <a:cubicBezTo>
                  <a:pt x="423" y="720"/>
                  <a:pt x="423" y="720"/>
                  <a:pt x="423" y="720"/>
                </a:cubicBezTo>
                <a:cubicBezTo>
                  <a:pt x="423" y="719"/>
                  <a:pt x="423" y="719"/>
                  <a:pt x="423" y="719"/>
                </a:cubicBezTo>
                <a:cubicBezTo>
                  <a:pt x="423" y="719"/>
                  <a:pt x="423" y="719"/>
                  <a:pt x="423" y="719"/>
                </a:cubicBezTo>
                <a:cubicBezTo>
                  <a:pt x="423" y="718"/>
                  <a:pt x="423" y="718"/>
                  <a:pt x="423" y="718"/>
                </a:cubicBezTo>
                <a:cubicBezTo>
                  <a:pt x="423" y="718"/>
                  <a:pt x="423" y="718"/>
                  <a:pt x="423" y="718"/>
                </a:cubicBezTo>
                <a:cubicBezTo>
                  <a:pt x="424" y="717"/>
                  <a:pt x="424" y="717"/>
                  <a:pt x="424" y="717"/>
                </a:cubicBezTo>
                <a:cubicBezTo>
                  <a:pt x="424" y="717"/>
                  <a:pt x="424" y="717"/>
                  <a:pt x="424" y="717"/>
                </a:cubicBezTo>
                <a:cubicBezTo>
                  <a:pt x="425" y="716"/>
                  <a:pt x="425" y="716"/>
                  <a:pt x="425" y="716"/>
                </a:cubicBezTo>
                <a:cubicBezTo>
                  <a:pt x="425" y="716"/>
                  <a:pt x="425" y="716"/>
                  <a:pt x="425" y="716"/>
                </a:cubicBezTo>
                <a:cubicBezTo>
                  <a:pt x="427" y="715"/>
                  <a:pt x="427" y="715"/>
                  <a:pt x="427" y="715"/>
                </a:cubicBezTo>
                <a:cubicBezTo>
                  <a:pt x="427" y="715"/>
                  <a:pt x="427" y="715"/>
                  <a:pt x="427" y="715"/>
                </a:cubicBezTo>
                <a:cubicBezTo>
                  <a:pt x="428" y="714"/>
                  <a:pt x="428" y="714"/>
                  <a:pt x="428" y="714"/>
                </a:cubicBezTo>
                <a:cubicBezTo>
                  <a:pt x="428" y="714"/>
                  <a:pt x="428" y="714"/>
                  <a:pt x="428" y="714"/>
                </a:cubicBezTo>
                <a:cubicBezTo>
                  <a:pt x="430" y="713"/>
                  <a:pt x="430" y="713"/>
                  <a:pt x="430" y="713"/>
                </a:cubicBezTo>
                <a:cubicBezTo>
                  <a:pt x="430" y="713"/>
                  <a:pt x="430" y="713"/>
                  <a:pt x="430" y="713"/>
                </a:cubicBezTo>
                <a:cubicBezTo>
                  <a:pt x="431" y="712"/>
                  <a:pt x="431" y="712"/>
                  <a:pt x="431" y="712"/>
                </a:cubicBezTo>
                <a:cubicBezTo>
                  <a:pt x="431" y="712"/>
                  <a:pt x="431" y="712"/>
                  <a:pt x="431" y="712"/>
                </a:cubicBezTo>
                <a:cubicBezTo>
                  <a:pt x="433" y="711"/>
                  <a:pt x="433" y="711"/>
                  <a:pt x="433" y="711"/>
                </a:cubicBezTo>
                <a:cubicBezTo>
                  <a:pt x="433" y="711"/>
                  <a:pt x="433" y="711"/>
                  <a:pt x="433" y="711"/>
                </a:cubicBezTo>
                <a:cubicBezTo>
                  <a:pt x="434" y="710"/>
                  <a:pt x="434" y="710"/>
                  <a:pt x="434" y="710"/>
                </a:cubicBezTo>
                <a:cubicBezTo>
                  <a:pt x="434" y="710"/>
                  <a:pt x="434" y="710"/>
                  <a:pt x="434" y="710"/>
                </a:cubicBezTo>
                <a:cubicBezTo>
                  <a:pt x="436" y="709"/>
                  <a:pt x="436" y="709"/>
                  <a:pt x="436" y="709"/>
                </a:cubicBezTo>
                <a:cubicBezTo>
                  <a:pt x="436" y="709"/>
                  <a:pt x="436" y="709"/>
                  <a:pt x="436" y="709"/>
                </a:cubicBezTo>
                <a:cubicBezTo>
                  <a:pt x="442" y="704"/>
                  <a:pt x="442" y="704"/>
                  <a:pt x="442" y="704"/>
                </a:cubicBezTo>
                <a:cubicBezTo>
                  <a:pt x="442" y="704"/>
                  <a:pt x="442" y="704"/>
                  <a:pt x="442" y="704"/>
                </a:cubicBezTo>
                <a:cubicBezTo>
                  <a:pt x="443" y="703"/>
                  <a:pt x="443" y="703"/>
                  <a:pt x="443" y="703"/>
                </a:cubicBezTo>
                <a:cubicBezTo>
                  <a:pt x="443" y="703"/>
                  <a:pt x="443" y="703"/>
                  <a:pt x="443" y="703"/>
                </a:cubicBezTo>
                <a:cubicBezTo>
                  <a:pt x="444" y="703"/>
                  <a:pt x="444" y="703"/>
                  <a:pt x="444" y="703"/>
                </a:cubicBezTo>
                <a:cubicBezTo>
                  <a:pt x="444" y="703"/>
                  <a:pt x="444" y="703"/>
                  <a:pt x="444" y="703"/>
                </a:cubicBezTo>
                <a:cubicBezTo>
                  <a:pt x="444" y="702"/>
                  <a:pt x="444" y="702"/>
                  <a:pt x="444" y="702"/>
                </a:cubicBezTo>
                <a:cubicBezTo>
                  <a:pt x="444" y="702"/>
                  <a:pt x="444" y="702"/>
                  <a:pt x="444" y="702"/>
                </a:cubicBezTo>
                <a:cubicBezTo>
                  <a:pt x="445" y="700"/>
                  <a:pt x="445" y="700"/>
                  <a:pt x="445" y="700"/>
                </a:cubicBezTo>
                <a:cubicBezTo>
                  <a:pt x="445" y="700"/>
                  <a:pt x="445" y="700"/>
                  <a:pt x="445" y="700"/>
                </a:cubicBezTo>
                <a:cubicBezTo>
                  <a:pt x="446" y="699"/>
                  <a:pt x="446" y="699"/>
                  <a:pt x="446" y="699"/>
                </a:cubicBezTo>
                <a:cubicBezTo>
                  <a:pt x="446" y="699"/>
                  <a:pt x="446" y="699"/>
                  <a:pt x="446" y="699"/>
                </a:cubicBezTo>
                <a:cubicBezTo>
                  <a:pt x="446" y="698"/>
                  <a:pt x="446" y="698"/>
                  <a:pt x="446" y="698"/>
                </a:cubicBezTo>
                <a:cubicBezTo>
                  <a:pt x="446" y="698"/>
                  <a:pt x="446" y="698"/>
                  <a:pt x="446" y="698"/>
                </a:cubicBezTo>
                <a:cubicBezTo>
                  <a:pt x="446" y="697"/>
                  <a:pt x="446" y="697"/>
                  <a:pt x="446" y="697"/>
                </a:cubicBezTo>
                <a:cubicBezTo>
                  <a:pt x="446" y="697"/>
                  <a:pt x="446" y="697"/>
                  <a:pt x="446" y="697"/>
                </a:cubicBezTo>
                <a:cubicBezTo>
                  <a:pt x="446" y="696"/>
                  <a:pt x="446" y="696"/>
                  <a:pt x="446" y="696"/>
                </a:cubicBezTo>
                <a:cubicBezTo>
                  <a:pt x="446" y="696"/>
                  <a:pt x="446" y="696"/>
                  <a:pt x="446" y="696"/>
                </a:cubicBezTo>
                <a:cubicBezTo>
                  <a:pt x="444" y="695"/>
                  <a:pt x="444" y="695"/>
                  <a:pt x="444" y="695"/>
                </a:cubicBezTo>
                <a:cubicBezTo>
                  <a:pt x="444" y="695"/>
                  <a:pt x="444" y="695"/>
                  <a:pt x="444" y="695"/>
                </a:cubicBezTo>
                <a:cubicBezTo>
                  <a:pt x="444" y="696"/>
                  <a:pt x="444" y="696"/>
                  <a:pt x="444" y="696"/>
                </a:cubicBezTo>
                <a:cubicBezTo>
                  <a:pt x="444" y="696"/>
                  <a:pt x="444" y="696"/>
                  <a:pt x="444" y="696"/>
                </a:cubicBezTo>
                <a:cubicBezTo>
                  <a:pt x="444" y="697"/>
                  <a:pt x="444" y="697"/>
                  <a:pt x="444" y="697"/>
                </a:cubicBezTo>
                <a:cubicBezTo>
                  <a:pt x="444" y="697"/>
                  <a:pt x="444" y="697"/>
                  <a:pt x="444" y="697"/>
                </a:cubicBezTo>
                <a:cubicBezTo>
                  <a:pt x="443" y="697"/>
                  <a:pt x="443" y="697"/>
                  <a:pt x="443" y="697"/>
                </a:cubicBezTo>
                <a:cubicBezTo>
                  <a:pt x="443" y="697"/>
                  <a:pt x="443" y="697"/>
                  <a:pt x="443" y="697"/>
                </a:cubicBezTo>
                <a:cubicBezTo>
                  <a:pt x="443" y="698"/>
                  <a:pt x="443" y="698"/>
                  <a:pt x="443" y="698"/>
                </a:cubicBezTo>
                <a:cubicBezTo>
                  <a:pt x="443" y="698"/>
                  <a:pt x="443" y="698"/>
                  <a:pt x="443" y="698"/>
                </a:cubicBezTo>
                <a:cubicBezTo>
                  <a:pt x="442" y="698"/>
                  <a:pt x="442" y="698"/>
                  <a:pt x="442" y="698"/>
                </a:cubicBezTo>
                <a:cubicBezTo>
                  <a:pt x="442" y="698"/>
                  <a:pt x="442" y="698"/>
                  <a:pt x="442" y="698"/>
                </a:cubicBezTo>
                <a:cubicBezTo>
                  <a:pt x="442" y="698"/>
                  <a:pt x="442" y="698"/>
                  <a:pt x="442" y="698"/>
                </a:cubicBezTo>
                <a:cubicBezTo>
                  <a:pt x="442" y="698"/>
                  <a:pt x="442" y="698"/>
                  <a:pt x="442" y="698"/>
                </a:cubicBezTo>
                <a:cubicBezTo>
                  <a:pt x="441" y="699"/>
                  <a:pt x="441" y="699"/>
                  <a:pt x="441" y="699"/>
                </a:cubicBezTo>
                <a:cubicBezTo>
                  <a:pt x="441" y="699"/>
                  <a:pt x="441" y="699"/>
                  <a:pt x="441" y="699"/>
                </a:cubicBezTo>
                <a:cubicBezTo>
                  <a:pt x="440" y="699"/>
                  <a:pt x="440" y="699"/>
                  <a:pt x="440" y="699"/>
                </a:cubicBezTo>
                <a:cubicBezTo>
                  <a:pt x="440" y="699"/>
                  <a:pt x="440" y="699"/>
                  <a:pt x="440" y="699"/>
                </a:cubicBezTo>
                <a:cubicBezTo>
                  <a:pt x="440" y="699"/>
                  <a:pt x="440" y="699"/>
                  <a:pt x="440" y="699"/>
                </a:cubicBezTo>
                <a:cubicBezTo>
                  <a:pt x="440" y="699"/>
                  <a:pt x="440" y="699"/>
                  <a:pt x="440"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9" y="699"/>
                  <a:pt x="439" y="699"/>
                  <a:pt x="439" y="699"/>
                </a:cubicBezTo>
                <a:cubicBezTo>
                  <a:pt x="438" y="699"/>
                  <a:pt x="438" y="699"/>
                  <a:pt x="438" y="699"/>
                </a:cubicBezTo>
                <a:cubicBezTo>
                  <a:pt x="438" y="699"/>
                  <a:pt x="438" y="699"/>
                  <a:pt x="438" y="699"/>
                </a:cubicBezTo>
                <a:cubicBezTo>
                  <a:pt x="438" y="699"/>
                  <a:pt x="438" y="699"/>
                  <a:pt x="438" y="699"/>
                </a:cubicBezTo>
                <a:cubicBezTo>
                  <a:pt x="438" y="699"/>
                  <a:pt x="438" y="699"/>
                  <a:pt x="438"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7" y="699"/>
                  <a:pt x="437" y="699"/>
                  <a:pt x="437" y="699"/>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8"/>
                  <a:pt x="436" y="698"/>
                  <a:pt x="436" y="698"/>
                </a:cubicBezTo>
                <a:cubicBezTo>
                  <a:pt x="436" y="697"/>
                  <a:pt x="436" y="697"/>
                  <a:pt x="436" y="697"/>
                </a:cubicBezTo>
                <a:cubicBezTo>
                  <a:pt x="436" y="697"/>
                  <a:pt x="436" y="697"/>
                  <a:pt x="436" y="697"/>
                </a:cubicBezTo>
                <a:cubicBezTo>
                  <a:pt x="436" y="697"/>
                  <a:pt x="436" y="697"/>
                  <a:pt x="436" y="697"/>
                </a:cubicBezTo>
                <a:cubicBezTo>
                  <a:pt x="436" y="697"/>
                  <a:pt x="436" y="697"/>
                  <a:pt x="436" y="697"/>
                </a:cubicBezTo>
                <a:cubicBezTo>
                  <a:pt x="436" y="696"/>
                  <a:pt x="436" y="696"/>
                  <a:pt x="436" y="696"/>
                </a:cubicBezTo>
                <a:cubicBezTo>
                  <a:pt x="436" y="696"/>
                  <a:pt x="436" y="696"/>
                  <a:pt x="436" y="696"/>
                </a:cubicBezTo>
                <a:cubicBezTo>
                  <a:pt x="443" y="692"/>
                  <a:pt x="443" y="692"/>
                  <a:pt x="443" y="692"/>
                </a:cubicBezTo>
                <a:cubicBezTo>
                  <a:pt x="443" y="692"/>
                  <a:pt x="443" y="692"/>
                  <a:pt x="443" y="692"/>
                </a:cubicBezTo>
                <a:cubicBezTo>
                  <a:pt x="442" y="692"/>
                  <a:pt x="442" y="692"/>
                  <a:pt x="442" y="692"/>
                </a:cubicBezTo>
                <a:cubicBezTo>
                  <a:pt x="442" y="692"/>
                  <a:pt x="442" y="692"/>
                  <a:pt x="442" y="692"/>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1"/>
                  <a:pt x="442" y="691"/>
                  <a:pt x="442" y="691"/>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2" y="690"/>
                  <a:pt x="442" y="690"/>
                  <a:pt x="442" y="690"/>
                </a:cubicBezTo>
                <a:cubicBezTo>
                  <a:pt x="443" y="689"/>
                  <a:pt x="443" y="689"/>
                  <a:pt x="443" y="689"/>
                </a:cubicBezTo>
                <a:cubicBezTo>
                  <a:pt x="443" y="689"/>
                  <a:pt x="443" y="689"/>
                  <a:pt x="443" y="689"/>
                </a:cubicBezTo>
                <a:cubicBezTo>
                  <a:pt x="443" y="689"/>
                  <a:pt x="443" y="689"/>
                  <a:pt x="443" y="689"/>
                </a:cubicBezTo>
                <a:cubicBezTo>
                  <a:pt x="443" y="689"/>
                  <a:pt x="443" y="689"/>
                  <a:pt x="443" y="689"/>
                </a:cubicBezTo>
                <a:cubicBezTo>
                  <a:pt x="443" y="688"/>
                  <a:pt x="443" y="688"/>
                  <a:pt x="443" y="688"/>
                </a:cubicBezTo>
                <a:cubicBezTo>
                  <a:pt x="443" y="688"/>
                  <a:pt x="443" y="688"/>
                  <a:pt x="443" y="688"/>
                </a:cubicBezTo>
                <a:cubicBezTo>
                  <a:pt x="443" y="688"/>
                  <a:pt x="443" y="688"/>
                  <a:pt x="443" y="688"/>
                </a:cubicBezTo>
                <a:cubicBezTo>
                  <a:pt x="443" y="688"/>
                  <a:pt x="443" y="688"/>
                  <a:pt x="443" y="688"/>
                </a:cubicBezTo>
                <a:cubicBezTo>
                  <a:pt x="444" y="687"/>
                  <a:pt x="444" y="687"/>
                  <a:pt x="444" y="687"/>
                </a:cubicBezTo>
                <a:cubicBezTo>
                  <a:pt x="444" y="687"/>
                  <a:pt x="444" y="687"/>
                  <a:pt x="444" y="687"/>
                </a:cubicBezTo>
                <a:cubicBezTo>
                  <a:pt x="444" y="687"/>
                  <a:pt x="444" y="687"/>
                  <a:pt x="444" y="687"/>
                </a:cubicBezTo>
                <a:cubicBezTo>
                  <a:pt x="444" y="687"/>
                  <a:pt x="444" y="687"/>
                  <a:pt x="444" y="687"/>
                </a:cubicBezTo>
                <a:cubicBezTo>
                  <a:pt x="444" y="686"/>
                  <a:pt x="444" y="686"/>
                  <a:pt x="444" y="686"/>
                </a:cubicBezTo>
                <a:cubicBezTo>
                  <a:pt x="444" y="686"/>
                  <a:pt x="444" y="686"/>
                  <a:pt x="444" y="686"/>
                </a:cubicBezTo>
                <a:cubicBezTo>
                  <a:pt x="444" y="686"/>
                  <a:pt x="444" y="686"/>
                  <a:pt x="444" y="686"/>
                </a:cubicBezTo>
                <a:cubicBezTo>
                  <a:pt x="444" y="686"/>
                  <a:pt x="444" y="686"/>
                  <a:pt x="444" y="686"/>
                </a:cubicBezTo>
                <a:cubicBezTo>
                  <a:pt x="444" y="685"/>
                  <a:pt x="444" y="685"/>
                  <a:pt x="444" y="685"/>
                </a:cubicBezTo>
                <a:cubicBezTo>
                  <a:pt x="444" y="685"/>
                  <a:pt x="444" y="685"/>
                  <a:pt x="444" y="685"/>
                </a:cubicBezTo>
                <a:cubicBezTo>
                  <a:pt x="443" y="685"/>
                  <a:pt x="443" y="685"/>
                  <a:pt x="443" y="685"/>
                </a:cubicBezTo>
                <a:cubicBezTo>
                  <a:pt x="443" y="685"/>
                  <a:pt x="443" y="685"/>
                  <a:pt x="443" y="685"/>
                </a:cubicBezTo>
                <a:cubicBezTo>
                  <a:pt x="443" y="685"/>
                  <a:pt x="443" y="685"/>
                  <a:pt x="443" y="685"/>
                </a:cubicBezTo>
                <a:cubicBezTo>
                  <a:pt x="443" y="685"/>
                  <a:pt x="443" y="685"/>
                  <a:pt x="443" y="685"/>
                </a:cubicBezTo>
                <a:cubicBezTo>
                  <a:pt x="442" y="685"/>
                  <a:pt x="442" y="685"/>
                  <a:pt x="442" y="685"/>
                </a:cubicBezTo>
                <a:cubicBezTo>
                  <a:pt x="442" y="685"/>
                  <a:pt x="442" y="685"/>
                  <a:pt x="442" y="685"/>
                </a:cubicBezTo>
                <a:cubicBezTo>
                  <a:pt x="442" y="685"/>
                  <a:pt x="442" y="685"/>
                  <a:pt x="442" y="685"/>
                </a:cubicBezTo>
                <a:cubicBezTo>
                  <a:pt x="442" y="685"/>
                  <a:pt x="442" y="685"/>
                  <a:pt x="442" y="685"/>
                </a:cubicBezTo>
                <a:cubicBezTo>
                  <a:pt x="441" y="685"/>
                  <a:pt x="441" y="685"/>
                  <a:pt x="441" y="685"/>
                </a:cubicBezTo>
                <a:cubicBezTo>
                  <a:pt x="441" y="685"/>
                  <a:pt x="441" y="685"/>
                  <a:pt x="441" y="685"/>
                </a:cubicBezTo>
                <a:cubicBezTo>
                  <a:pt x="441" y="685"/>
                  <a:pt x="441" y="685"/>
                  <a:pt x="441" y="685"/>
                </a:cubicBezTo>
                <a:cubicBezTo>
                  <a:pt x="441" y="685"/>
                  <a:pt x="441" y="685"/>
                  <a:pt x="441"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40" y="685"/>
                  <a:pt x="440" y="685"/>
                  <a:pt x="440" y="685"/>
                </a:cubicBezTo>
                <a:cubicBezTo>
                  <a:pt x="439" y="685"/>
                  <a:pt x="439" y="685"/>
                  <a:pt x="439" y="685"/>
                </a:cubicBezTo>
                <a:cubicBezTo>
                  <a:pt x="439" y="685"/>
                  <a:pt x="439" y="685"/>
                  <a:pt x="439" y="685"/>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9" y="686"/>
                  <a:pt x="439" y="686"/>
                  <a:pt x="439"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8" y="686"/>
                  <a:pt x="438" y="686"/>
                  <a:pt x="438" y="686"/>
                </a:cubicBezTo>
                <a:cubicBezTo>
                  <a:pt x="439" y="685"/>
                  <a:pt x="439" y="685"/>
                  <a:pt x="439" y="685"/>
                </a:cubicBezTo>
                <a:cubicBezTo>
                  <a:pt x="439" y="685"/>
                  <a:pt x="439" y="685"/>
                  <a:pt x="439" y="685"/>
                </a:cubicBezTo>
                <a:cubicBezTo>
                  <a:pt x="440" y="684"/>
                  <a:pt x="440" y="684"/>
                  <a:pt x="440" y="684"/>
                </a:cubicBezTo>
                <a:cubicBezTo>
                  <a:pt x="440" y="684"/>
                  <a:pt x="440" y="684"/>
                  <a:pt x="440" y="684"/>
                </a:cubicBezTo>
                <a:cubicBezTo>
                  <a:pt x="441" y="683"/>
                  <a:pt x="441" y="683"/>
                  <a:pt x="441" y="683"/>
                </a:cubicBezTo>
                <a:cubicBezTo>
                  <a:pt x="441" y="683"/>
                  <a:pt x="441" y="683"/>
                  <a:pt x="441" y="683"/>
                </a:cubicBezTo>
                <a:cubicBezTo>
                  <a:pt x="443" y="682"/>
                  <a:pt x="443" y="682"/>
                  <a:pt x="443" y="682"/>
                </a:cubicBezTo>
                <a:cubicBezTo>
                  <a:pt x="443" y="682"/>
                  <a:pt x="443" y="682"/>
                  <a:pt x="443" y="682"/>
                </a:cubicBezTo>
                <a:cubicBezTo>
                  <a:pt x="445" y="681"/>
                  <a:pt x="445" y="681"/>
                  <a:pt x="445" y="681"/>
                </a:cubicBezTo>
                <a:cubicBezTo>
                  <a:pt x="445" y="681"/>
                  <a:pt x="445" y="681"/>
                  <a:pt x="445" y="681"/>
                </a:cubicBezTo>
                <a:cubicBezTo>
                  <a:pt x="446" y="680"/>
                  <a:pt x="446" y="680"/>
                  <a:pt x="446" y="680"/>
                </a:cubicBezTo>
                <a:cubicBezTo>
                  <a:pt x="446" y="680"/>
                  <a:pt x="446" y="680"/>
                  <a:pt x="446" y="680"/>
                </a:cubicBezTo>
                <a:cubicBezTo>
                  <a:pt x="448" y="679"/>
                  <a:pt x="448" y="679"/>
                  <a:pt x="448" y="679"/>
                </a:cubicBezTo>
                <a:cubicBezTo>
                  <a:pt x="448" y="679"/>
                  <a:pt x="448" y="679"/>
                  <a:pt x="448" y="679"/>
                </a:cubicBezTo>
                <a:cubicBezTo>
                  <a:pt x="449" y="678"/>
                  <a:pt x="449" y="678"/>
                  <a:pt x="449" y="678"/>
                </a:cubicBezTo>
                <a:cubicBezTo>
                  <a:pt x="449" y="678"/>
                  <a:pt x="449" y="678"/>
                  <a:pt x="449" y="678"/>
                </a:cubicBezTo>
                <a:cubicBezTo>
                  <a:pt x="450" y="677"/>
                  <a:pt x="450" y="677"/>
                  <a:pt x="450" y="677"/>
                </a:cubicBezTo>
                <a:cubicBezTo>
                  <a:pt x="450" y="677"/>
                  <a:pt x="450" y="677"/>
                  <a:pt x="450" y="677"/>
                </a:cubicBezTo>
                <a:cubicBezTo>
                  <a:pt x="451" y="676"/>
                  <a:pt x="451" y="676"/>
                  <a:pt x="451" y="676"/>
                </a:cubicBezTo>
                <a:cubicBezTo>
                  <a:pt x="451" y="676"/>
                  <a:pt x="451" y="676"/>
                  <a:pt x="451" y="676"/>
                </a:cubicBezTo>
                <a:cubicBezTo>
                  <a:pt x="452" y="676"/>
                  <a:pt x="452" y="676"/>
                  <a:pt x="452" y="676"/>
                </a:cubicBezTo>
                <a:cubicBezTo>
                  <a:pt x="452" y="676"/>
                  <a:pt x="452" y="676"/>
                  <a:pt x="452" y="676"/>
                </a:cubicBezTo>
                <a:cubicBezTo>
                  <a:pt x="454" y="675"/>
                  <a:pt x="454" y="675"/>
                  <a:pt x="454" y="675"/>
                </a:cubicBezTo>
                <a:cubicBezTo>
                  <a:pt x="454" y="675"/>
                  <a:pt x="454" y="675"/>
                  <a:pt x="454" y="675"/>
                </a:cubicBezTo>
                <a:cubicBezTo>
                  <a:pt x="454" y="674"/>
                  <a:pt x="454" y="674"/>
                  <a:pt x="454" y="674"/>
                </a:cubicBezTo>
                <a:cubicBezTo>
                  <a:pt x="454" y="674"/>
                  <a:pt x="454" y="674"/>
                  <a:pt x="454" y="674"/>
                </a:cubicBezTo>
                <a:cubicBezTo>
                  <a:pt x="455" y="672"/>
                  <a:pt x="455" y="672"/>
                  <a:pt x="455" y="672"/>
                </a:cubicBezTo>
                <a:cubicBezTo>
                  <a:pt x="455" y="672"/>
                  <a:pt x="455" y="672"/>
                  <a:pt x="455" y="672"/>
                </a:cubicBezTo>
                <a:cubicBezTo>
                  <a:pt x="455" y="671"/>
                  <a:pt x="455" y="671"/>
                  <a:pt x="455" y="671"/>
                </a:cubicBezTo>
                <a:cubicBezTo>
                  <a:pt x="455" y="671"/>
                  <a:pt x="455" y="671"/>
                  <a:pt x="455" y="671"/>
                </a:cubicBezTo>
                <a:cubicBezTo>
                  <a:pt x="456" y="670"/>
                  <a:pt x="456" y="670"/>
                  <a:pt x="456" y="670"/>
                </a:cubicBezTo>
                <a:cubicBezTo>
                  <a:pt x="456" y="670"/>
                  <a:pt x="456" y="670"/>
                  <a:pt x="456" y="670"/>
                </a:cubicBezTo>
                <a:cubicBezTo>
                  <a:pt x="456" y="670"/>
                  <a:pt x="456" y="670"/>
                  <a:pt x="456" y="670"/>
                </a:cubicBezTo>
                <a:cubicBezTo>
                  <a:pt x="456" y="670"/>
                  <a:pt x="456" y="670"/>
                  <a:pt x="456" y="670"/>
                </a:cubicBezTo>
                <a:cubicBezTo>
                  <a:pt x="455" y="669"/>
                  <a:pt x="455" y="669"/>
                  <a:pt x="455" y="669"/>
                </a:cubicBezTo>
                <a:cubicBezTo>
                  <a:pt x="455" y="669"/>
                  <a:pt x="455" y="669"/>
                  <a:pt x="455" y="669"/>
                </a:cubicBezTo>
                <a:cubicBezTo>
                  <a:pt x="455" y="669"/>
                  <a:pt x="454" y="668"/>
                  <a:pt x="454" y="668"/>
                </a:cubicBezTo>
                <a:cubicBezTo>
                  <a:pt x="454" y="668"/>
                  <a:pt x="454" y="668"/>
                  <a:pt x="454" y="668"/>
                </a:cubicBezTo>
                <a:cubicBezTo>
                  <a:pt x="454" y="667"/>
                  <a:pt x="454" y="667"/>
                  <a:pt x="454" y="667"/>
                </a:cubicBezTo>
                <a:cubicBezTo>
                  <a:pt x="454" y="667"/>
                  <a:pt x="454" y="667"/>
                  <a:pt x="454" y="667"/>
                </a:cubicBezTo>
                <a:cubicBezTo>
                  <a:pt x="453" y="667"/>
                  <a:pt x="453" y="667"/>
                  <a:pt x="453" y="667"/>
                </a:cubicBezTo>
                <a:cubicBezTo>
                  <a:pt x="453" y="667"/>
                  <a:pt x="453" y="667"/>
                  <a:pt x="453" y="667"/>
                </a:cubicBezTo>
                <a:cubicBezTo>
                  <a:pt x="451" y="669"/>
                  <a:pt x="451" y="669"/>
                  <a:pt x="451" y="669"/>
                </a:cubicBezTo>
                <a:cubicBezTo>
                  <a:pt x="451" y="669"/>
                  <a:pt x="451" y="669"/>
                  <a:pt x="451" y="669"/>
                </a:cubicBezTo>
                <a:cubicBezTo>
                  <a:pt x="450" y="670"/>
                  <a:pt x="450" y="670"/>
                  <a:pt x="450" y="670"/>
                </a:cubicBezTo>
                <a:cubicBezTo>
                  <a:pt x="450" y="670"/>
                  <a:pt x="450" y="670"/>
                  <a:pt x="450" y="670"/>
                </a:cubicBezTo>
                <a:cubicBezTo>
                  <a:pt x="448" y="672"/>
                  <a:pt x="448" y="672"/>
                  <a:pt x="448" y="672"/>
                </a:cubicBezTo>
                <a:cubicBezTo>
                  <a:pt x="448" y="672"/>
                  <a:pt x="448" y="672"/>
                  <a:pt x="448" y="672"/>
                </a:cubicBezTo>
                <a:cubicBezTo>
                  <a:pt x="447" y="673"/>
                  <a:pt x="447" y="673"/>
                  <a:pt x="447" y="673"/>
                </a:cubicBezTo>
                <a:cubicBezTo>
                  <a:pt x="447" y="673"/>
                  <a:pt x="447" y="673"/>
                  <a:pt x="447" y="673"/>
                </a:cubicBezTo>
                <a:cubicBezTo>
                  <a:pt x="445" y="674"/>
                  <a:pt x="445" y="674"/>
                  <a:pt x="445" y="674"/>
                </a:cubicBezTo>
                <a:cubicBezTo>
                  <a:pt x="445" y="674"/>
                  <a:pt x="445" y="674"/>
                  <a:pt x="445" y="674"/>
                </a:cubicBezTo>
                <a:cubicBezTo>
                  <a:pt x="444" y="675"/>
                  <a:pt x="444" y="675"/>
                  <a:pt x="444" y="675"/>
                </a:cubicBezTo>
                <a:cubicBezTo>
                  <a:pt x="444" y="675"/>
                  <a:pt x="444" y="675"/>
                  <a:pt x="444" y="675"/>
                </a:cubicBezTo>
                <a:cubicBezTo>
                  <a:pt x="442" y="676"/>
                  <a:pt x="442" y="676"/>
                  <a:pt x="442" y="676"/>
                </a:cubicBezTo>
                <a:cubicBezTo>
                  <a:pt x="442" y="676"/>
                  <a:pt x="442" y="676"/>
                  <a:pt x="442" y="676"/>
                </a:cubicBezTo>
                <a:cubicBezTo>
                  <a:pt x="440" y="675"/>
                  <a:pt x="440" y="675"/>
                  <a:pt x="440" y="675"/>
                </a:cubicBezTo>
                <a:cubicBezTo>
                  <a:pt x="440" y="675"/>
                  <a:pt x="440" y="675"/>
                  <a:pt x="440" y="675"/>
                </a:cubicBezTo>
                <a:cubicBezTo>
                  <a:pt x="440" y="674"/>
                  <a:pt x="440" y="674"/>
                  <a:pt x="440" y="674"/>
                </a:cubicBezTo>
                <a:cubicBezTo>
                  <a:pt x="440" y="674"/>
                  <a:pt x="440" y="674"/>
                  <a:pt x="440" y="674"/>
                </a:cubicBezTo>
                <a:cubicBezTo>
                  <a:pt x="440" y="674"/>
                  <a:pt x="440" y="674"/>
                  <a:pt x="440" y="674"/>
                </a:cubicBezTo>
                <a:cubicBezTo>
                  <a:pt x="440" y="674"/>
                  <a:pt x="440" y="674"/>
                  <a:pt x="440" y="674"/>
                </a:cubicBezTo>
                <a:cubicBezTo>
                  <a:pt x="440" y="673"/>
                  <a:pt x="440" y="673"/>
                  <a:pt x="440" y="673"/>
                </a:cubicBezTo>
                <a:cubicBezTo>
                  <a:pt x="440" y="673"/>
                  <a:pt x="440" y="673"/>
                  <a:pt x="440" y="673"/>
                </a:cubicBezTo>
                <a:cubicBezTo>
                  <a:pt x="441" y="672"/>
                  <a:pt x="441" y="672"/>
                  <a:pt x="441" y="672"/>
                </a:cubicBezTo>
                <a:cubicBezTo>
                  <a:pt x="441" y="672"/>
                  <a:pt x="441" y="672"/>
                  <a:pt x="441" y="672"/>
                </a:cubicBezTo>
                <a:cubicBezTo>
                  <a:pt x="441" y="671"/>
                  <a:pt x="441" y="671"/>
                  <a:pt x="441" y="671"/>
                </a:cubicBezTo>
                <a:cubicBezTo>
                  <a:pt x="441" y="671"/>
                  <a:pt x="441" y="671"/>
                  <a:pt x="441" y="671"/>
                </a:cubicBezTo>
                <a:cubicBezTo>
                  <a:pt x="441" y="670"/>
                  <a:pt x="441" y="670"/>
                  <a:pt x="441" y="670"/>
                </a:cubicBezTo>
                <a:cubicBezTo>
                  <a:pt x="441" y="670"/>
                  <a:pt x="441" y="670"/>
                  <a:pt x="441" y="670"/>
                </a:cubicBezTo>
                <a:cubicBezTo>
                  <a:pt x="441" y="669"/>
                  <a:pt x="441" y="669"/>
                  <a:pt x="441" y="669"/>
                </a:cubicBezTo>
                <a:cubicBezTo>
                  <a:pt x="441" y="669"/>
                  <a:pt x="441" y="669"/>
                  <a:pt x="441" y="669"/>
                </a:cubicBezTo>
                <a:cubicBezTo>
                  <a:pt x="441" y="668"/>
                  <a:pt x="441" y="668"/>
                  <a:pt x="441" y="668"/>
                </a:cubicBezTo>
                <a:cubicBezTo>
                  <a:pt x="441" y="668"/>
                  <a:pt x="441" y="668"/>
                  <a:pt x="441" y="668"/>
                </a:cubicBezTo>
                <a:cubicBezTo>
                  <a:pt x="435" y="671"/>
                  <a:pt x="435" y="671"/>
                  <a:pt x="435" y="671"/>
                </a:cubicBezTo>
                <a:cubicBezTo>
                  <a:pt x="435" y="671"/>
                  <a:pt x="435" y="671"/>
                  <a:pt x="435" y="671"/>
                </a:cubicBezTo>
                <a:cubicBezTo>
                  <a:pt x="428" y="676"/>
                  <a:pt x="428" y="676"/>
                  <a:pt x="428" y="676"/>
                </a:cubicBezTo>
                <a:cubicBezTo>
                  <a:pt x="428" y="676"/>
                  <a:pt x="428" y="676"/>
                  <a:pt x="428" y="676"/>
                </a:cubicBezTo>
                <a:cubicBezTo>
                  <a:pt x="426" y="676"/>
                  <a:pt x="426" y="676"/>
                  <a:pt x="426" y="676"/>
                </a:cubicBezTo>
                <a:cubicBezTo>
                  <a:pt x="426" y="676"/>
                  <a:pt x="426" y="676"/>
                  <a:pt x="426" y="676"/>
                </a:cubicBezTo>
                <a:cubicBezTo>
                  <a:pt x="425" y="676"/>
                  <a:pt x="425" y="676"/>
                  <a:pt x="425" y="676"/>
                </a:cubicBezTo>
                <a:cubicBezTo>
                  <a:pt x="425" y="676"/>
                  <a:pt x="425" y="676"/>
                  <a:pt x="425" y="676"/>
                </a:cubicBezTo>
                <a:cubicBezTo>
                  <a:pt x="424" y="676"/>
                  <a:pt x="424" y="676"/>
                  <a:pt x="424" y="676"/>
                </a:cubicBezTo>
                <a:cubicBezTo>
                  <a:pt x="424" y="676"/>
                  <a:pt x="424" y="676"/>
                  <a:pt x="424" y="676"/>
                </a:cubicBezTo>
                <a:cubicBezTo>
                  <a:pt x="422" y="676"/>
                  <a:pt x="422" y="676"/>
                  <a:pt x="422" y="676"/>
                </a:cubicBezTo>
                <a:cubicBezTo>
                  <a:pt x="422" y="676"/>
                  <a:pt x="422" y="676"/>
                  <a:pt x="422" y="676"/>
                </a:cubicBezTo>
                <a:cubicBezTo>
                  <a:pt x="421" y="675"/>
                  <a:pt x="421" y="675"/>
                  <a:pt x="421" y="675"/>
                </a:cubicBezTo>
                <a:cubicBezTo>
                  <a:pt x="421" y="675"/>
                  <a:pt x="421" y="675"/>
                  <a:pt x="421" y="675"/>
                </a:cubicBezTo>
                <a:cubicBezTo>
                  <a:pt x="420" y="674"/>
                  <a:pt x="420" y="674"/>
                  <a:pt x="420" y="674"/>
                </a:cubicBezTo>
                <a:cubicBezTo>
                  <a:pt x="420" y="674"/>
                  <a:pt x="420" y="674"/>
                  <a:pt x="420" y="674"/>
                </a:cubicBezTo>
                <a:cubicBezTo>
                  <a:pt x="418" y="674"/>
                  <a:pt x="418" y="674"/>
                  <a:pt x="418" y="674"/>
                </a:cubicBezTo>
                <a:cubicBezTo>
                  <a:pt x="418" y="674"/>
                  <a:pt x="418" y="674"/>
                  <a:pt x="418" y="674"/>
                </a:cubicBezTo>
                <a:cubicBezTo>
                  <a:pt x="417" y="673"/>
                  <a:pt x="417" y="673"/>
                  <a:pt x="417" y="673"/>
                </a:cubicBezTo>
                <a:cubicBezTo>
                  <a:pt x="417" y="673"/>
                  <a:pt x="417" y="673"/>
                  <a:pt x="417" y="673"/>
                </a:cubicBezTo>
                <a:cubicBezTo>
                  <a:pt x="417" y="673"/>
                  <a:pt x="417" y="673"/>
                  <a:pt x="417" y="673"/>
                </a:cubicBezTo>
                <a:cubicBezTo>
                  <a:pt x="417" y="673"/>
                  <a:pt x="417" y="673"/>
                  <a:pt x="417" y="673"/>
                </a:cubicBezTo>
                <a:cubicBezTo>
                  <a:pt x="417" y="672"/>
                  <a:pt x="417" y="672"/>
                  <a:pt x="417" y="672"/>
                </a:cubicBezTo>
                <a:cubicBezTo>
                  <a:pt x="417" y="672"/>
                  <a:pt x="417" y="672"/>
                  <a:pt x="417" y="672"/>
                </a:cubicBezTo>
                <a:cubicBezTo>
                  <a:pt x="416" y="672"/>
                  <a:pt x="416" y="672"/>
                  <a:pt x="416" y="672"/>
                </a:cubicBezTo>
                <a:cubicBezTo>
                  <a:pt x="416" y="672"/>
                  <a:pt x="416" y="672"/>
                  <a:pt x="416" y="672"/>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1"/>
                  <a:pt x="416" y="671"/>
                  <a:pt x="416" y="671"/>
                </a:cubicBezTo>
                <a:cubicBezTo>
                  <a:pt x="416" y="670"/>
                  <a:pt x="416" y="670"/>
                  <a:pt x="416" y="670"/>
                </a:cubicBezTo>
                <a:cubicBezTo>
                  <a:pt x="416" y="670"/>
                  <a:pt x="416" y="670"/>
                  <a:pt x="416" y="670"/>
                </a:cubicBezTo>
                <a:cubicBezTo>
                  <a:pt x="416" y="670"/>
                  <a:pt x="416" y="670"/>
                  <a:pt x="416" y="670"/>
                </a:cubicBezTo>
                <a:cubicBezTo>
                  <a:pt x="416" y="670"/>
                  <a:pt x="416" y="670"/>
                  <a:pt x="416" y="670"/>
                </a:cubicBezTo>
                <a:cubicBezTo>
                  <a:pt x="417" y="670"/>
                  <a:pt x="417" y="670"/>
                  <a:pt x="417" y="670"/>
                </a:cubicBezTo>
                <a:cubicBezTo>
                  <a:pt x="417" y="670"/>
                  <a:pt x="417" y="670"/>
                  <a:pt x="417" y="670"/>
                </a:cubicBezTo>
                <a:cubicBezTo>
                  <a:pt x="418" y="670"/>
                  <a:pt x="418" y="670"/>
                  <a:pt x="418" y="670"/>
                </a:cubicBezTo>
                <a:cubicBezTo>
                  <a:pt x="418" y="670"/>
                  <a:pt x="418" y="670"/>
                  <a:pt x="418" y="670"/>
                </a:cubicBezTo>
                <a:cubicBezTo>
                  <a:pt x="419" y="670"/>
                  <a:pt x="419" y="670"/>
                  <a:pt x="419" y="670"/>
                </a:cubicBezTo>
                <a:cubicBezTo>
                  <a:pt x="419" y="670"/>
                  <a:pt x="419" y="670"/>
                  <a:pt x="419" y="670"/>
                </a:cubicBezTo>
                <a:cubicBezTo>
                  <a:pt x="420" y="670"/>
                  <a:pt x="420" y="670"/>
                  <a:pt x="420" y="670"/>
                </a:cubicBezTo>
                <a:cubicBezTo>
                  <a:pt x="420" y="670"/>
                  <a:pt x="420" y="670"/>
                  <a:pt x="420" y="670"/>
                </a:cubicBezTo>
                <a:cubicBezTo>
                  <a:pt x="421" y="670"/>
                  <a:pt x="421" y="670"/>
                  <a:pt x="421" y="670"/>
                </a:cubicBezTo>
                <a:cubicBezTo>
                  <a:pt x="421" y="670"/>
                  <a:pt x="421" y="670"/>
                  <a:pt x="421" y="670"/>
                </a:cubicBezTo>
                <a:cubicBezTo>
                  <a:pt x="422" y="670"/>
                  <a:pt x="422" y="670"/>
                  <a:pt x="422" y="670"/>
                </a:cubicBezTo>
                <a:cubicBezTo>
                  <a:pt x="422" y="670"/>
                  <a:pt x="422" y="670"/>
                  <a:pt x="422" y="670"/>
                </a:cubicBezTo>
                <a:cubicBezTo>
                  <a:pt x="423" y="670"/>
                  <a:pt x="423" y="670"/>
                  <a:pt x="423" y="670"/>
                </a:cubicBezTo>
                <a:cubicBezTo>
                  <a:pt x="423" y="670"/>
                  <a:pt x="423" y="670"/>
                  <a:pt x="423" y="670"/>
                </a:cubicBezTo>
                <a:cubicBezTo>
                  <a:pt x="425" y="669"/>
                  <a:pt x="425" y="669"/>
                  <a:pt x="425" y="669"/>
                </a:cubicBezTo>
                <a:cubicBezTo>
                  <a:pt x="425" y="669"/>
                  <a:pt x="425" y="669"/>
                  <a:pt x="425" y="669"/>
                </a:cubicBezTo>
                <a:cubicBezTo>
                  <a:pt x="426" y="669"/>
                  <a:pt x="426" y="669"/>
                  <a:pt x="426" y="669"/>
                </a:cubicBezTo>
                <a:cubicBezTo>
                  <a:pt x="426" y="669"/>
                  <a:pt x="426" y="669"/>
                  <a:pt x="426" y="669"/>
                </a:cubicBezTo>
                <a:cubicBezTo>
                  <a:pt x="428" y="669"/>
                  <a:pt x="428" y="669"/>
                  <a:pt x="428" y="669"/>
                </a:cubicBezTo>
                <a:cubicBezTo>
                  <a:pt x="428" y="669"/>
                  <a:pt x="428" y="669"/>
                  <a:pt x="428" y="669"/>
                </a:cubicBezTo>
                <a:cubicBezTo>
                  <a:pt x="429" y="669"/>
                  <a:pt x="429" y="669"/>
                  <a:pt x="429" y="669"/>
                </a:cubicBezTo>
                <a:cubicBezTo>
                  <a:pt x="429" y="669"/>
                  <a:pt x="429" y="669"/>
                  <a:pt x="429" y="669"/>
                </a:cubicBezTo>
                <a:cubicBezTo>
                  <a:pt x="431" y="669"/>
                  <a:pt x="431" y="669"/>
                  <a:pt x="431" y="669"/>
                </a:cubicBezTo>
                <a:cubicBezTo>
                  <a:pt x="431" y="669"/>
                  <a:pt x="431" y="669"/>
                  <a:pt x="431" y="669"/>
                </a:cubicBezTo>
                <a:cubicBezTo>
                  <a:pt x="432" y="669"/>
                  <a:pt x="432" y="669"/>
                  <a:pt x="432" y="669"/>
                </a:cubicBezTo>
                <a:cubicBezTo>
                  <a:pt x="432" y="669"/>
                  <a:pt x="432" y="669"/>
                  <a:pt x="432" y="669"/>
                </a:cubicBezTo>
                <a:cubicBezTo>
                  <a:pt x="434" y="668"/>
                  <a:pt x="434" y="668"/>
                  <a:pt x="434" y="668"/>
                </a:cubicBezTo>
                <a:cubicBezTo>
                  <a:pt x="434" y="668"/>
                  <a:pt x="434" y="668"/>
                  <a:pt x="434" y="668"/>
                </a:cubicBezTo>
                <a:cubicBezTo>
                  <a:pt x="435" y="668"/>
                  <a:pt x="435" y="668"/>
                  <a:pt x="435" y="668"/>
                </a:cubicBezTo>
                <a:cubicBezTo>
                  <a:pt x="435" y="668"/>
                  <a:pt x="435" y="668"/>
                  <a:pt x="435" y="668"/>
                </a:cubicBezTo>
                <a:cubicBezTo>
                  <a:pt x="437" y="667"/>
                  <a:pt x="437" y="667"/>
                  <a:pt x="437" y="667"/>
                </a:cubicBezTo>
                <a:cubicBezTo>
                  <a:pt x="437" y="667"/>
                  <a:pt x="437" y="667"/>
                  <a:pt x="437" y="667"/>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9" y="661"/>
                  <a:pt x="449" y="661"/>
                  <a:pt x="449" y="661"/>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8" y="660"/>
                  <a:pt x="448" y="660"/>
                  <a:pt x="448" y="660"/>
                </a:cubicBezTo>
                <a:cubicBezTo>
                  <a:pt x="447" y="659"/>
                  <a:pt x="447" y="659"/>
                  <a:pt x="447" y="659"/>
                </a:cubicBezTo>
                <a:cubicBezTo>
                  <a:pt x="447" y="659"/>
                  <a:pt x="447" y="659"/>
                  <a:pt x="447" y="659"/>
                </a:cubicBezTo>
                <a:cubicBezTo>
                  <a:pt x="447" y="659"/>
                  <a:pt x="447" y="659"/>
                  <a:pt x="447" y="659"/>
                </a:cubicBezTo>
                <a:cubicBezTo>
                  <a:pt x="447" y="659"/>
                  <a:pt x="447" y="659"/>
                  <a:pt x="447" y="659"/>
                </a:cubicBezTo>
                <a:cubicBezTo>
                  <a:pt x="446" y="659"/>
                  <a:pt x="446" y="659"/>
                  <a:pt x="446" y="659"/>
                </a:cubicBezTo>
                <a:cubicBezTo>
                  <a:pt x="446" y="659"/>
                  <a:pt x="446" y="659"/>
                  <a:pt x="446" y="659"/>
                </a:cubicBezTo>
                <a:cubicBezTo>
                  <a:pt x="445" y="658"/>
                  <a:pt x="445" y="658"/>
                  <a:pt x="445" y="658"/>
                </a:cubicBezTo>
                <a:cubicBezTo>
                  <a:pt x="445" y="658"/>
                  <a:pt x="445" y="658"/>
                  <a:pt x="445" y="658"/>
                </a:cubicBezTo>
                <a:cubicBezTo>
                  <a:pt x="445" y="658"/>
                  <a:pt x="445" y="658"/>
                  <a:pt x="445" y="658"/>
                </a:cubicBezTo>
                <a:cubicBezTo>
                  <a:pt x="445" y="658"/>
                  <a:pt x="445" y="658"/>
                  <a:pt x="445" y="658"/>
                </a:cubicBezTo>
                <a:cubicBezTo>
                  <a:pt x="445" y="657"/>
                  <a:pt x="445" y="657"/>
                  <a:pt x="445" y="657"/>
                </a:cubicBezTo>
                <a:cubicBezTo>
                  <a:pt x="445" y="657"/>
                  <a:pt x="445" y="657"/>
                  <a:pt x="445" y="657"/>
                </a:cubicBezTo>
                <a:cubicBezTo>
                  <a:pt x="445" y="656"/>
                  <a:pt x="445" y="656"/>
                  <a:pt x="445" y="656"/>
                </a:cubicBezTo>
                <a:cubicBezTo>
                  <a:pt x="445" y="656"/>
                  <a:pt x="445" y="656"/>
                  <a:pt x="445" y="656"/>
                </a:cubicBezTo>
                <a:cubicBezTo>
                  <a:pt x="445" y="656"/>
                  <a:pt x="445" y="656"/>
                  <a:pt x="445" y="656"/>
                </a:cubicBezTo>
                <a:cubicBezTo>
                  <a:pt x="445" y="656"/>
                  <a:pt x="445" y="656"/>
                  <a:pt x="445" y="656"/>
                </a:cubicBezTo>
                <a:cubicBezTo>
                  <a:pt x="445" y="655"/>
                  <a:pt x="445" y="655"/>
                  <a:pt x="445" y="655"/>
                </a:cubicBezTo>
                <a:cubicBezTo>
                  <a:pt x="445" y="655"/>
                  <a:pt x="445" y="655"/>
                  <a:pt x="445" y="655"/>
                </a:cubicBezTo>
                <a:cubicBezTo>
                  <a:pt x="445" y="654"/>
                  <a:pt x="445" y="654"/>
                  <a:pt x="445" y="654"/>
                </a:cubicBezTo>
                <a:cubicBezTo>
                  <a:pt x="445" y="654"/>
                  <a:pt x="445" y="654"/>
                  <a:pt x="445" y="654"/>
                </a:cubicBezTo>
                <a:cubicBezTo>
                  <a:pt x="445" y="653"/>
                  <a:pt x="445" y="653"/>
                  <a:pt x="445" y="653"/>
                </a:cubicBezTo>
                <a:cubicBezTo>
                  <a:pt x="445" y="653"/>
                  <a:pt x="445" y="653"/>
                  <a:pt x="445" y="653"/>
                </a:cubicBezTo>
                <a:cubicBezTo>
                  <a:pt x="444" y="653"/>
                  <a:pt x="444" y="653"/>
                  <a:pt x="444" y="653"/>
                </a:cubicBezTo>
                <a:cubicBezTo>
                  <a:pt x="444" y="653"/>
                  <a:pt x="444" y="653"/>
                  <a:pt x="444" y="653"/>
                </a:cubicBezTo>
                <a:cubicBezTo>
                  <a:pt x="443" y="654"/>
                  <a:pt x="443" y="654"/>
                  <a:pt x="443" y="654"/>
                </a:cubicBezTo>
                <a:cubicBezTo>
                  <a:pt x="443" y="654"/>
                  <a:pt x="443" y="654"/>
                  <a:pt x="443" y="654"/>
                </a:cubicBezTo>
                <a:cubicBezTo>
                  <a:pt x="442" y="655"/>
                  <a:pt x="442" y="655"/>
                  <a:pt x="442" y="655"/>
                </a:cubicBezTo>
                <a:cubicBezTo>
                  <a:pt x="442" y="655"/>
                  <a:pt x="442" y="655"/>
                  <a:pt x="442" y="655"/>
                </a:cubicBezTo>
                <a:cubicBezTo>
                  <a:pt x="441" y="656"/>
                  <a:pt x="441" y="656"/>
                  <a:pt x="441" y="656"/>
                </a:cubicBezTo>
                <a:cubicBezTo>
                  <a:pt x="441" y="656"/>
                  <a:pt x="441" y="656"/>
                  <a:pt x="441" y="656"/>
                </a:cubicBezTo>
                <a:cubicBezTo>
                  <a:pt x="440" y="656"/>
                  <a:pt x="440" y="656"/>
                  <a:pt x="440" y="656"/>
                </a:cubicBezTo>
                <a:cubicBezTo>
                  <a:pt x="440" y="656"/>
                  <a:pt x="440" y="656"/>
                  <a:pt x="440" y="656"/>
                </a:cubicBezTo>
                <a:cubicBezTo>
                  <a:pt x="439" y="656"/>
                  <a:pt x="439" y="656"/>
                  <a:pt x="439" y="656"/>
                </a:cubicBezTo>
                <a:cubicBezTo>
                  <a:pt x="439" y="656"/>
                  <a:pt x="439" y="656"/>
                  <a:pt x="439" y="656"/>
                </a:cubicBezTo>
                <a:cubicBezTo>
                  <a:pt x="438" y="656"/>
                  <a:pt x="438" y="656"/>
                  <a:pt x="438" y="656"/>
                </a:cubicBezTo>
                <a:cubicBezTo>
                  <a:pt x="438" y="656"/>
                  <a:pt x="438" y="656"/>
                  <a:pt x="438" y="656"/>
                </a:cubicBezTo>
                <a:cubicBezTo>
                  <a:pt x="437" y="656"/>
                  <a:pt x="437" y="656"/>
                  <a:pt x="437" y="656"/>
                </a:cubicBezTo>
                <a:cubicBezTo>
                  <a:pt x="437" y="656"/>
                  <a:pt x="437" y="656"/>
                  <a:pt x="437" y="656"/>
                </a:cubicBezTo>
                <a:cubicBezTo>
                  <a:pt x="436" y="656"/>
                  <a:pt x="436" y="656"/>
                  <a:pt x="436" y="656"/>
                </a:cubicBezTo>
                <a:cubicBezTo>
                  <a:pt x="436" y="656"/>
                  <a:pt x="436" y="656"/>
                  <a:pt x="436" y="656"/>
                </a:cubicBezTo>
                <a:cubicBezTo>
                  <a:pt x="436" y="655"/>
                  <a:pt x="436" y="655"/>
                  <a:pt x="436" y="655"/>
                </a:cubicBezTo>
                <a:cubicBezTo>
                  <a:pt x="436" y="655"/>
                  <a:pt x="436" y="655"/>
                  <a:pt x="436" y="655"/>
                </a:cubicBezTo>
                <a:cubicBezTo>
                  <a:pt x="436" y="654"/>
                  <a:pt x="436" y="654"/>
                  <a:pt x="436" y="654"/>
                </a:cubicBezTo>
                <a:cubicBezTo>
                  <a:pt x="436" y="654"/>
                  <a:pt x="436" y="654"/>
                  <a:pt x="436" y="654"/>
                </a:cubicBezTo>
                <a:cubicBezTo>
                  <a:pt x="435" y="654"/>
                  <a:pt x="435" y="654"/>
                  <a:pt x="435" y="654"/>
                </a:cubicBezTo>
                <a:cubicBezTo>
                  <a:pt x="435" y="654"/>
                  <a:pt x="435" y="654"/>
                  <a:pt x="435" y="654"/>
                </a:cubicBezTo>
                <a:cubicBezTo>
                  <a:pt x="435" y="652"/>
                  <a:pt x="435" y="652"/>
                  <a:pt x="435" y="652"/>
                </a:cubicBezTo>
                <a:cubicBezTo>
                  <a:pt x="435" y="652"/>
                  <a:pt x="435" y="652"/>
                  <a:pt x="435" y="652"/>
                </a:cubicBezTo>
                <a:cubicBezTo>
                  <a:pt x="434" y="652"/>
                  <a:pt x="434" y="652"/>
                  <a:pt x="434" y="652"/>
                </a:cubicBezTo>
                <a:cubicBezTo>
                  <a:pt x="434" y="652"/>
                  <a:pt x="434" y="652"/>
                  <a:pt x="434" y="652"/>
                </a:cubicBezTo>
                <a:cubicBezTo>
                  <a:pt x="434" y="651"/>
                  <a:pt x="434" y="651"/>
                  <a:pt x="434" y="651"/>
                </a:cubicBezTo>
                <a:cubicBezTo>
                  <a:pt x="434" y="651"/>
                  <a:pt x="434" y="651"/>
                  <a:pt x="434" y="651"/>
                </a:cubicBezTo>
                <a:cubicBezTo>
                  <a:pt x="435" y="650"/>
                  <a:pt x="435" y="650"/>
                  <a:pt x="435" y="650"/>
                </a:cubicBezTo>
                <a:cubicBezTo>
                  <a:pt x="435" y="650"/>
                  <a:pt x="435" y="650"/>
                  <a:pt x="435" y="650"/>
                </a:cubicBezTo>
                <a:cubicBezTo>
                  <a:pt x="436" y="649"/>
                  <a:pt x="436" y="649"/>
                  <a:pt x="436" y="649"/>
                </a:cubicBezTo>
                <a:cubicBezTo>
                  <a:pt x="436" y="649"/>
                  <a:pt x="436" y="649"/>
                  <a:pt x="436" y="649"/>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6" y="650"/>
                  <a:pt x="436" y="650"/>
                  <a:pt x="436" y="650"/>
                </a:cubicBezTo>
                <a:cubicBezTo>
                  <a:pt x="437" y="651"/>
                  <a:pt x="437" y="651"/>
                  <a:pt x="437" y="651"/>
                </a:cubicBezTo>
                <a:cubicBezTo>
                  <a:pt x="437" y="651"/>
                  <a:pt x="437" y="651"/>
                  <a:pt x="437" y="651"/>
                </a:cubicBezTo>
                <a:cubicBezTo>
                  <a:pt x="437" y="651"/>
                  <a:pt x="437" y="651"/>
                  <a:pt x="437" y="651"/>
                </a:cubicBezTo>
                <a:cubicBezTo>
                  <a:pt x="437" y="651"/>
                  <a:pt x="437" y="651"/>
                  <a:pt x="437" y="651"/>
                </a:cubicBezTo>
                <a:cubicBezTo>
                  <a:pt x="438" y="651"/>
                  <a:pt x="438" y="651"/>
                  <a:pt x="438" y="651"/>
                </a:cubicBezTo>
                <a:cubicBezTo>
                  <a:pt x="438" y="651"/>
                  <a:pt x="438" y="651"/>
                  <a:pt x="438" y="651"/>
                </a:cubicBezTo>
                <a:cubicBezTo>
                  <a:pt x="438" y="651"/>
                  <a:pt x="438" y="651"/>
                  <a:pt x="438" y="651"/>
                </a:cubicBezTo>
                <a:cubicBezTo>
                  <a:pt x="438" y="651"/>
                  <a:pt x="438" y="651"/>
                  <a:pt x="438" y="651"/>
                </a:cubicBezTo>
                <a:cubicBezTo>
                  <a:pt x="439" y="651"/>
                  <a:pt x="439" y="651"/>
                  <a:pt x="439" y="651"/>
                </a:cubicBezTo>
                <a:cubicBezTo>
                  <a:pt x="439" y="651"/>
                  <a:pt x="439" y="651"/>
                  <a:pt x="439" y="651"/>
                </a:cubicBezTo>
                <a:cubicBezTo>
                  <a:pt x="440" y="651"/>
                  <a:pt x="440" y="651"/>
                  <a:pt x="440" y="651"/>
                </a:cubicBezTo>
                <a:cubicBezTo>
                  <a:pt x="440" y="651"/>
                  <a:pt x="440" y="651"/>
                  <a:pt x="440" y="651"/>
                </a:cubicBezTo>
                <a:cubicBezTo>
                  <a:pt x="441" y="650"/>
                  <a:pt x="441" y="650"/>
                  <a:pt x="441" y="650"/>
                </a:cubicBezTo>
                <a:cubicBezTo>
                  <a:pt x="441" y="650"/>
                  <a:pt x="441" y="650"/>
                  <a:pt x="441" y="650"/>
                </a:cubicBezTo>
                <a:cubicBezTo>
                  <a:pt x="441" y="650"/>
                  <a:pt x="441" y="650"/>
                  <a:pt x="441" y="650"/>
                </a:cubicBezTo>
                <a:cubicBezTo>
                  <a:pt x="441" y="650"/>
                  <a:pt x="441" y="650"/>
                  <a:pt x="441" y="650"/>
                </a:cubicBezTo>
                <a:cubicBezTo>
                  <a:pt x="442" y="650"/>
                  <a:pt x="442" y="650"/>
                  <a:pt x="442" y="650"/>
                </a:cubicBezTo>
                <a:cubicBezTo>
                  <a:pt x="442" y="650"/>
                  <a:pt x="442" y="650"/>
                  <a:pt x="442" y="650"/>
                </a:cubicBezTo>
                <a:cubicBezTo>
                  <a:pt x="443" y="650"/>
                  <a:pt x="443" y="650"/>
                  <a:pt x="443" y="650"/>
                </a:cubicBezTo>
                <a:cubicBezTo>
                  <a:pt x="443" y="650"/>
                  <a:pt x="443" y="650"/>
                  <a:pt x="443" y="650"/>
                </a:cubicBezTo>
                <a:cubicBezTo>
                  <a:pt x="444" y="649"/>
                  <a:pt x="444" y="649"/>
                  <a:pt x="444" y="649"/>
                </a:cubicBezTo>
                <a:cubicBezTo>
                  <a:pt x="444" y="649"/>
                  <a:pt x="444" y="649"/>
                  <a:pt x="444" y="649"/>
                </a:cubicBezTo>
                <a:cubicBezTo>
                  <a:pt x="444" y="649"/>
                  <a:pt x="444" y="649"/>
                  <a:pt x="444" y="649"/>
                </a:cubicBezTo>
                <a:cubicBezTo>
                  <a:pt x="444" y="649"/>
                  <a:pt x="444" y="649"/>
                  <a:pt x="444" y="649"/>
                </a:cubicBezTo>
                <a:cubicBezTo>
                  <a:pt x="445" y="647"/>
                  <a:pt x="445" y="647"/>
                  <a:pt x="445" y="647"/>
                </a:cubicBezTo>
                <a:cubicBezTo>
                  <a:pt x="445" y="647"/>
                  <a:pt x="445" y="647"/>
                  <a:pt x="445" y="647"/>
                </a:cubicBezTo>
                <a:cubicBezTo>
                  <a:pt x="445" y="640"/>
                  <a:pt x="445" y="640"/>
                  <a:pt x="445" y="640"/>
                </a:cubicBezTo>
                <a:cubicBezTo>
                  <a:pt x="445" y="639"/>
                  <a:pt x="445" y="639"/>
                  <a:pt x="445" y="639"/>
                </a:cubicBezTo>
                <a:cubicBezTo>
                  <a:pt x="445" y="633"/>
                  <a:pt x="445" y="633"/>
                  <a:pt x="445" y="633"/>
                </a:cubicBezTo>
                <a:cubicBezTo>
                  <a:pt x="445" y="633"/>
                  <a:pt x="445" y="633"/>
                  <a:pt x="445" y="633"/>
                </a:cubicBezTo>
                <a:cubicBezTo>
                  <a:pt x="445" y="634"/>
                  <a:pt x="445" y="634"/>
                  <a:pt x="445" y="634"/>
                </a:cubicBezTo>
                <a:cubicBezTo>
                  <a:pt x="445" y="634"/>
                  <a:pt x="445" y="634"/>
                  <a:pt x="445" y="634"/>
                </a:cubicBezTo>
                <a:cubicBezTo>
                  <a:pt x="446" y="634"/>
                  <a:pt x="446" y="634"/>
                  <a:pt x="446" y="634"/>
                </a:cubicBezTo>
                <a:cubicBezTo>
                  <a:pt x="446" y="634"/>
                  <a:pt x="446" y="634"/>
                  <a:pt x="446" y="634"/>
                </a:cubicBezTo>
                <a:cubicBezTo>
                  <a:pt x="447" y="635"/>
                  <a:pt x="447" y="635"/>
                  <a:pt x="447" y="635"/>
                </a:cubicBezTo>
                <a:cubicBezTo>
                  <a:pt x="447" y="635"/>
                  <a:pt x="447" y="635"/>
                  <a:pt x="447" y="635"/>
                </a:cubicBezTo>
                <a:cubicBezTo>
                  <a:pt x="447" y="635"/>
                  <a:pt x="447" y="635"/>
                  <a:pt x="447" y="635"/>
                </a:cubicBezTo>
                <a:cubicBezTo>
                  <a:pt x="447" y="635"/>
                  <a:pt x="447" y="635"/>
                  <a:pt x="447" y="635"/>
                </a:cubicBezTo>
                <a:cubicBezTo>
                  <a:pt x="448" y="636"/>
                  <a:pt x="448" y="636"/>
                  <a:pt x="448" y="636"/>
                </a:cubicBezTo>
                <a:cubicBezTo>
                  <a:pt x="448" y="636"/>
                  <a:pt x="448" y="636"/>
                  <a:pt x="448" y="636"/>
                </a:cubicBezTo>
                <a:cubicBezTo>
                  <a:pt x="449" y="636"/>
                  <a:pt x="449" y="636"/>
                  <a:pt x="449" y="636"/>
                </a:cubicBezTo>
                <a:cubicBezTo>
                  <a:pt x="449" y="636"/>
                  <a:pt x="449" y="636"/>
                  <a:pt x="449" y="636"/>
                </a:cubicBezTo>
                <a:cubicBezTo>
                  <a:pt x="449" y="637"/>
                  <a:pt x="449" y="637"/>
                  <a:pt x="449" y="637"/>
                </a:cubicBezTo>
                <a:cubicBezTo>
                  <a:pt x="449" y="637"/>
                  <a:pt x="449" y="637"/>
                  <a:pt x="449" y="637"/>
                </a:cubicBezTo>
                <a:cubicBezTo>
                  <a:pt x="450" y="637"/>
                  <a:pt x="450" y="637"/>
                  <a:pt x="450" y="637"/>
                </a:cubicBezTo>
                <a:cubicBezTo>
                  <a:pt x="450" y="637"/>
                  <a:pt x="450" y="637"/>
                  <a:pt x="450" y="637"/>
                </a:cubicBezTo>
                <a:cubicBezTo>
                  <a:pt x="451" y="639"/>
                  <a:pt x="451" y="639"/>
                  <a:pt x="451" y="639"/>
                </a:cubicBezTo>
                <a:cubicBezTo>
                  <a:pt x="451" y="639"/>
                  <a:pt x="451" y="639"/>
                  <a:pt x="451" y="639"/>
                </a:cubicBezTo>
                <a:cubicBezTo>
                  <a:pt x="451" y="640"/>
                  <a:pt x="451" y="640"/>
                  <a:pt x="451" y="640"/>
                </a:cubicBezTo>
                <a:cubicBezTo>
                  <a:pt x="451" y="640"/>
                  <a:pt x="451" y="640"/>
                  <a:pt x="451" y="640"/>
                </a:cubicBezTo>
                <a:cubicBezTo>
                  <a:pt x="451" y="642"/>
                  <a:pt x="451" y="642"/>
                  <a:pt x="451" y="642"/>
                </a:cubicBezTo>
                <a:cubicBezTo>
                  <a:pt x="451" y="642"/>
                  <a:pt x="451" y="642"/>
                  <a:pt x="451" y="642"/>
                </a:cubicBezTo>
                <a:cubicBezTo>
                  <a:pt x="450" y="644"/>
                  <a:pt x="450" y="644"/>
                  <a:pt x="450" y="644"/>
                </a:cubicBezTo>
                <a:cubicBezTo>
                  <a:pt x="450" y="644"/>
                  <a:pt x="450" y="644"/>
                  <a:pt x="450" y="644"/>
                </a:cubicBezTo>
                <a:cubicBezTo>
                  <a:pt x="450" y="646"/>
                  <a:pt x="450" y="646"/>
                  <a:pt x="450" y="646"/>
                </a:cubicBezTo>
                <a:cubicBezTo>
                  <a:pt x="450" y="646"/>
                  <a:pt x="450" y="646"/>
                  <a:pt x="450" y="646"/>
                </a:cubicBezTo>
                <a:cubicBezTo>
                  <a:pt x="450" y="648"/>
                  <a:pt x="450" y="648"/>
                  <a:pt x="450" y="648"/>
                </a:cubicBezTo>
                <a:cubicBezTo>
                  <a:pt x="450" y="648"/>
                  <a:pt x="450" y="648"/>
                  <a:pt x="450" y="648"/>
                </a:cubicBezTo>
                <a:cubicBezTo>
                  <a:pt x="450" y="649"/>
                  <a:pt x="450" y="649"/>
                  <a:pt x="450" y="649"/>
                </a:cubicBezTo>
                <a:cubicBezTo>
                  <a:pt x="450" y="649"/>
                  <a:pt x="450" y="649"/>
                  <a:pt x="450" y="649"/>
                </a:cubicBezTo>
                <a:cubicBezTo>
                  <a:pt x="451" y="650"/>
                  <a:pt x="451" y="650"/>
                  <a:pt x="451" y="650"/>
                </a:cubicBezTo>
                <a:cubicBezTo>
                  <a:pt x="451" y="650"/>
                  <a:pt x="451" y="650"/>
                  <a:pt x="451" y="650"/>
                </a:cubicBezTo>
                <a:cubicBezTo>
                  <a:pt x="452" y="650"/>
                  <a:pt x="452" y="650"/>
                  <a:pt x="452" y="650"/>
                </a:cubicBezTo>
                <a:cubicBezTo>
                  <a:pt x="452" y="650"/>
                  <a:pt x="452" y="650"/>
                  <a:pt x="452" y="650"/>
                </a:cubicBezTo>
                <a:cubicBezTo>
                  <a:pt x="453" y="650"/>
                  <a:pt x="453" y="650"/>
                  <a:pt x="453" y="650"/>
                </a:cubicBezTo>
                <a:cubicBezTo>
                  <a:pt x="453" y="650"/>
                  <a:pt x="453" y="650"/>
                  <a:pt x="453" y="650"/>
                </a:cubicBezTo>
                <a:cubicBezTo>
                  <a:pt x="453" y="649"/>
                  <a:pt x="453" y="649"/>
                  <a:pt x="453" y="649"/>
                </a:cubicBezTo>
                <a:cubicBezTo>
                  <a:pt x="453" y="649"/>
                  <a:pt x="453" y="649"/>
                  <a:pt x="453" y="649"/>
                </a:cubicBezTo>
                <a:cubicBezTo>
                  <a:pt x="453" y="648"/>
                  <a:pt x="453" y="648"/>
                  <a:pt x="453" y="648"/>
                </a:cubicBezTo>
                <a:cubicBezTo>
                  <a:pt x="453" y="648"/>
                  <a:pt x="453" y="648"/>
                  <a:pt x="453" y="648"/>
                </a:cubicBezTo>
                <a:cubicBezTo>
                  <a:pt x="454" y="647"/>
                  <a:pt x="454" y="647"/>
                  <a:pt x="454" y="647"/>
                </a:cubicBezTo>
                <a:cubicBezTo>
                  <a:pt x="454" y="647"/>
                  <a:pt x="454" y="647"/>
                  <a:pt x="454" y="647"/>
                </a:cubicBezTo>
                <a:cubicBezTo>
                  <a:pt x="453" y="646"/>
                  <a:pt x="453" y="646"/>
                  <a:pt x="453" y="646"/>
                </a:cubicBezTo>
                <a:cubicBezTo>
                  <a:pt x="453" y="646"/>
                  <a:pt x="453" y="646"/>
                  <a:pt x="453" y="646"/>
                </a:cubicBezTo>
                <a:cubicBezTo>
                  <a:pt x="453" y="645"/>
                  <a:pt x="453" y="645"/>
                  <a:pt x="453" y="645"/>
                </a:cubicBezTo>
                <a:cubicBezTo>
                  <a:pt x="453" y="645"/>
                  <a:pt x="453" y="645"/>
                  <a:pt x="453" y="645"/>
                </a:cubicBezTo>
                <a:cubicBezTo>
                  <a:pt x="453" y="644"/>
                  <a:pt x="453" y="644"/>
                  <a:pt x="453" y="644"/>
                </a:cubicBezTo>
                <a:cubicBezTo>
                  <a:pt x="453" y="644"/>
                  <a:pt x="453" y="644"/>
                  <a:pt x="453" y="644"/>
                </a:cubicBezTo>
                <a:cubicBezTo>
                  <a:pt x="453" y="643"/>
                  <a:pt x="453" y="643"/>
                  <a:pt x="453" y="643"/>
                </a:cubicBezTo>
                <a:cubicBezTo>
                  <a:pt x="453" y="643"/>
                  <a:pt x="453" y="643"/>
                  <a:pt x="453"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4" y="643"/>
                  <a:pt x="454" y="643"/>
                  <a:pt x="454" y="643"/>
                </a:cubicBezTo>
                <a:cubicBezTo>
                  <a:pt x="455" y="643"/>
                  <a:pt x="455" y="643"/>
                  <a:pt x="455" y="643"/>
                </a:cubicBezTo>
                <a:cubicBezTo>
                  <a:pt x="455" y="643"/>
                  <a:pt x="455" y="643"/>
                  <a:pt x="455" y="643"/>
                </a:cubicBezTo>
                <a:cubicBezTo>
                  <a:pt x="455" y="644"/>
                  <a:pt x="455" y="644"/>
                  <a:pt x="455" y="644"/>
                </a:cubicBezTo>
                <a:cubicBezTo>
                  <a:pt x="455" y="644"/>
                  <a:pt x="455" y="644"/>
                  <a:pt x="455" y="644"/>
                </a:cubicBezTo>
                <a:cubicBezTo>
                  <a:pt x="455" y="644"/>
                  <a:pt x="455" y="644"/>
                  <a:pt x="455" y="644"/>
                </a:cubicBezTo>
                <a:cubicBezTo>
                  <a:pt x="455" y="644"/>
                  <a:pt x="455" y="644"/>
                  <a:pt x="455" y="644"/>
                </a:cubicBezTo>
                <a:cubicBezTo>
                  <a:pt x="456" y="644"/>
                  <a:pt x="456" y="644"/>
                  <a:pt x="456" y="644"/>
                </a:cubicBezTo>
                <a:cubicBezTo>
                  <a:pt x="456" y="644"/>
                  <a:pt x="456" y="644"/>
                  <a:pt x="456" y="644"/>
                </a:cubicBezTo>
                <a:cubicBezTo>
                  <a:pt x="456" y="644"/>
                  <a:pt x="456" y="644"/>
                  <a:pt x="456" y="644"/>
                </a:cubicBezTo>
                <a:cubicBezTo>
                  <a:pt x="456" y="644"/>
                  <a:pt x="456" y="644"/>
                  <a:pt x="456" y="644"/>
                </a:cubicBezTo>
                <a:cubicBezTo>
                  <a:pt x="458" y="644"/>
                  <a:pt x="458" y="644"/>
                  <a:pt x="458" y="644"/>
                </a:cubicBezTo>
                <a:cubicBezTo>
                  <a:pt x="458" y="644"/>
                  <a:pt x="458" y="644"/>
                  <a:pt x="458" y="644"/>
                </a:cubicBezTo>
                <a:cubicBezTo>
                  <a:pt x="460" y="640"/>
                  <a:pt x="460" y="640"/>
                  <a:pt x="460" y="640"/>
                </a:cubicBezTo>
                <a:cubicBezTo>
                  <a:pt x="460" y="640"/>
                  <a:pt x="460" y="640"/>
                  <a:pt x="460" y="640"/>
                </a:cubicBezTo>
                <a:cubicBezTo>
                  <a:pt x="455" y="652"/>
                  <a:pt x="455" y="652"/>
                  <a:pt x="455" y="652"/>
                </a:cubicBezTo>
                <a:cubicBezTo>
                  <a:pt x="455" y="652"/>
                  <a:pt x="455" y="652"/>
                  <a:pt x="455" y="652"/>
                </a:cubicBezTo>
                <a:cubicBezTo>
                  <a:pt x="455" y="652"/>
                  <a:pt x="455" y="652"/>
                  <a:pt x="455" y="652"/>
                </a:cubicBezTo>
                <a:cubicBezTo>
                  <a:pt x="455" y="652"/>
                  <a:pt x="455" y="652"/>
                  <a:pt x="455"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4" y="652"/>
                  <a:pt x="454" y="652"/>
                  <a:pt x="454" y="652"/>
                </a:cubicBezTo>
                <a:cubicBezTo>
                  <a:pt x="453" y="652"/>
                  <a:pt x="453" y="652"/>
                  <a:pt x="453" y="652"/>
                </a:cubicBezTo>
                <a:cubicBezTo>
                  <a:pt x="453" y="652"/>
                  <a:pt x="453" y="652"/>
                  <a:pt x="453" y="652"/>
                </a:cubicBezTo>
                <a:cubicBezTo>
                  <a:pt x="453" y="652"/>
                  <a:pt x="453" y="652"/>
                  <a:pt x="453" y="652"/>
                </a:cubicBezTo>
                <a:cubicBezTo>
                  <a:pt x="453" y="652"/>
                  <a:pt x="453" y="652"/>
                  <a:pt x="453" y="652"/>
                </a:cubicBezTo>
                <a:cubicBezTo>
                  <a:pt x="452" y="652"/>
                  <a:pt x="452" y="652"/>
                  <a:pt x="452" y="652"/>
                </a:cubicBezTo>
                <a:cubicBezTo>
                  <a:pt x="452" y="652"/>
                  <a:pt x="452" y="652"/>
                  <a:pt x="452" y="652"/>
                </a:cubicBezTo>
                <a:cubicBezTo>
                  <a:pt x="452" y="652"/>
                  <a:pt x="452" y="652"/>
                  <a:pt x="452" y="652"/>
                </a:cubicBezTo>
                <a:cubicBezTo>
                  <a:pt x="452" y="652"/>
                  <a:pt x="452" y="652"/>
                  <a:pt x="452" y="652"/>
                </a:cubicBezTo>
                <a:cubicBezTo>
                  <a:pt x="451" y="653"/>
                  <a:pt x="451" y="653"/>
                  <a:pt x="451" y="653"/>
                </a:cubicBezTo>
                <a:cubicBezTo>
                  <a:pt x="451" y="653"/>
                  <a:pt x="451" y="653"/>
                  <a:pt x="451" y="653"/>
                </a:cubicBezTo>
                <a:cubicBezTo>
                  <a:pt x="451" y="654"/>
                  <a:pt x="451" y="654"/>
                  <a:pt x="451" y="654"/>
                </a:cubicBezTo>
                <a:cubicBezTo>
                  <a:pt x="451" y="654"/>
                  <a:pt x="451" y="654"/>
                  <a:pt x="451" y="654"/>
                </a:cubicBezTo>
                <a:cubicBezTo>
                  <a:pt x="450" y="655"/>
                  <a:pt x="450" y="655"/>
                  <a:pt x="450" y="655"/>
                </a:cubicBezTo>
                <a:cubicBezTo>
                  <a:pt x="450" y="655"/>
                  <a:pt x="450" y="655"/>
                  <a:pt x="450" y="655"/>
                </a:cubicBezTo>
                <a:cubicBezTo>
                  <a:pt x="450" y="656"/>
                  <a:pt x="450" y="656"/>
                  <a:pt x="450" y="656"/>
                </a:cubicBezTo>
                <a:cubicBezTo>
                  <a:pt x="450" y="656"/>
                  <a:pt x="450" y="656"/>
                  <a:pt x="450" y="656"/>
                </a:cubicBezTo>
                <a:cubicBezTo>
                  <a:pt x="450" y="658"/>
                  <a:pt x="450" y="658"/>
                  <a:pt x="450" y="658"/>
                </a:cubicBezTo>
                <a:cubicBezTo>
                  <a:pt x="450" y="658"/>
                  <a:pt x="450" y="658"/>
                  <a:pt x="450" y="658"/>
                </a:cubicBezTo>
                <a:cubicBezTo>
                  <a:pt x="450" y="659"/>
                  <a:pt x="450" y="659"/>
                  <a:pt x="450" y="659"/>
                </a:cubicBezTo>
                <a:cubicBezTo>
                  <a:pt x="450" y="659"/>
                  <a:pt x="450" y="659"/>
                  <a:pt x="450" y="659"/>
                </a:cubicBezTo>
                <a:cubicBezTo>
                  <a:pt x="450" y="660"/>
                  <a:pt x="450" y="660"/>
                  <a:pt x="450" y="660"/>
                </a:cubicBezTo>
                <a:cubicBezTo>
                  <a:pt x="450" y="660"/>
                  <a:pt x="450" y="660"/>
                  <a:pt x="450" y="660"/>
                </a:cubicBezTo>
                <a:cubicBezTo>
                  <a:pt x="451" y="660"/>
                  <a:pt x="451" y="660"/>
                  <a:pt x="451" y="660"/>
                </a:cubicBezTo>
                <a:cubicBezTo>
                  <a:pt x="451" y="660"/>
                  <a:pt x="451" y="660"/>
                  <a:pt x="451" y="660"/>
                </a:cubicBezTo>
                <a:cubicBezTo>
                  <a:pt x="460" y="656"/>
                  <a:pt x="460" y="656"/>
                  <a:pt x="460" y="656"/>
                </a:cubicBezTo>
                <a:cubicBezTo>
                  <a:pt x="460" y="656"/>
                  <a:pt x="460" y="656"/>
                  <a:pt x="460" y="656"/>
                </a:cubicBezTo>
                <a:cubicBezTo>
                  <a:pt x="464" y="632"/>
                  <a:pt x="464" y="632"/>
                  <a:pt x="464" y="632"/>
                </a:cubicBezTo>
                <a:cubicBezTo>
                  <a:pt x="464" y="632"/>
                  <a:pt x="464" y="632"/>
                  <a:pt x="464" y="632"/>
                </a:cubicBezTo>
                <a:cubicBezTo>
                  <a:pt x="464" y="631"/>
                  <a:pt x="464" y="631"/>
                  <a:pt x="464" y="631"/>
                </a:cubicBezTo>
                <a:cubicBezTo>
                  <a:pt x="464" y="631"/>
                  <a:pt x="464" y="631"/>
                  <a:pt x="464" y="631"/>
                </a:cubicBezTo>
                <a:cubicBezTo>
                  <a:pt x="463" y="630"/>
                  <a:pt x="463" y="630"/>
                  <a:pt x="463" y="630"/>
                </a:cubicBezTo>
                <a:cubicBezTo>
                  <a:pt x="463" y="630"/>
                  <a:pt x="463" y="630"/>
                  <a:pt x="463" y="630"/>
                </a:cubicBezTo>
                <a:cubicBezTo>
                  <a:pt x="463" y="630"/>
                  <a:pt x="463" y="630"/>
                  <a:pt x="463" y="630"/>
                </a:cubicBezTo>
                <a:cubicBezTo>
                  <a:pt x="463" y="630"/>
                  <a:pt x="463" y="630"/>
                  <a:pt x="463" y="630"/>
                </a:cubicBezTo>
                <a:cubicBezTo>
                  <a:pt x="463" y="629"/>
                  <a:pt x="463" y="629"/>
                  <a:pt x="463" y="629"/>
                </a:cubicBezTo>
                <a:cubicBezTo>
                  <a:pt x="463" y="629"/>
                  <a:pt x="463" y="629"/>
                  <a:pt x="463" y="629"/>
                </a:cubicBezTo>
                <a:cubicBezTo>
                  <a:pt x="463" y="628"/>
                  <a:pt x="463" y="628"/>
                  <a:pt x="463" y="628"/>
                </a:cubicBezTo>
                <a:cubicBezTo>
                  <a:pt x="463" y="628"/>
                  <a:pt x="463" y="628"/>
                  <a:pt x="463" y="628"/>
                </a:cubicBezTo>
                <a:cubicBezTo>
                  <a:pt x="463" y="627"/>
                  <a:pt x="463" y="627"/>
                  <a:pt x="463" y="627"/>
                </a:cubicBezTo>
                <a:cubicBezTo>
                  <a:pt x="463" y="627"/>
                  <a:pt x="463" y="627"/>
                  <a:pt x="463" y="627"/>
                </a:cubicBezTo>
                <a:cubicBezTo>
                  <a:pt x="463" y="626"/>
                  <a:pt x="463" y="626"/>
                  <a:pt x="463" y="626"/>
                </a:cubicBezTo>
                <a:cubicBezTo>
                  <a:pt x="463" y="626"/>
                  <a:pt x="463" y="626"/>
                  <a:pt x="463" y="626"/>
                </a:cubicBezTo>
                <a:cubicBezTo>
                  <a:pt x="464" y="625"/>
                  <a:pt x="464" y="625"/>
                  <a:pt x="464" y="625"/>
                </a:cubicBezTo>
                <a:cubicBezTo>
                  <a:pt x="464" y="625"/>
                  <a:pt x="464" y="625"/>
                  <a:pt x="464" y="625"/>
                </a:cubicBezTo>
                <a:cubicBezTo>
                  <a:pt x="464" y="626"/>
                  <a:pt x="464" y="626"/>
                  <a:pt x="464" y="626"/>
                </a:cubicBezTo>
                <a:cubicBezTo>
                  <a:pt x="464" y="626"/>
                  <a:pt x="464" y="626"/>
                  <a:pt x="464" y="626"/>
                </a:cubicBezTo>
                <a:cubicBezTo>
                  <a:pt x="465" y="625"/>
                  <a:pt x="465" y="625"/>
                  <a:pt x="465" y="625"/>
                </a:cubicBezTo>
                <a:cubicBezTo>
                  <a:pt x="465" y="625"/>
                  <a:pt x="465" y="625"/>
                  <a:pt x="465" y="625"/>
                </a:cubicBezTo>
                <a:cubicBezTo>
                  <a:pt x="465" y="625"/>
                  <a:pt x="465" y="625"/>
                  <a:pt x="465" y="625"/>
                </a:cubicBezTo>
                <a:cubicBezTo>
                  <a:pt x="465" y="625"/>
                  <a:pt x="465" y="625"/>
                  <a:pt x="465" y="625"/>
                </a:cubicBezTo>
                <a:cubicBezTo>
                  <a:pt x="466" y="625"/>
                  <a:pt x="466" y="625"/>
                  <a:pt x="466" y="625"/>
                </a:cubicBezTo>
                <a:cubicBezTo>
                  <a:pt x="466" y="625"/>
                  <a:pt x="466" y="625"/>
                  <a:pt x="466" y="625"/>
                </a:cubicBezTo>
                <a:cubicBezTo>
                  <a:pt x="467" y="625"/>
                  <a:pt x="467" y="625"/>
                  <a:pt x="467" y="625"/>
                </a:cubicBezTo>
                <a:cubicBezTo>
                  <a:pt x="467" y="625"/>
                  <a:pt x="467" y="625"/>
                  <a:pt x="467" y="625"/>
                </a:cubicBezTo>
                <a:cubicBezTo>
                  <a:pt x="467" y="625"/>
                  <a:pt x="467" y="625"/>
                  <a:pt x="467" y="625"/>
                </a:cubicBezTo>
                <a:cubicBezTo>
                  <a:pt x="467" y="625"/>
                  <a:pt x="467" y="625"/>
                  <a:pt x="467" y="625"/>
                </a:cubicBezTo>
                <a:cubicBezTo>
                  <a:pt x="468" y="625"/>
                  <a:pt x="468" y="625"/>
                  <a:pt x="468" y="625"/>
                </a:cubicBezTo>
                <a:cubicBezTo>
                  <a:pt x="468" y="625"/>
                  <a:pt x="468" y="625"/>
                  <a:pt x="468" y="625"/>
                </a:cubicBezTo>
                <a:cubicBezTo>
                  <a:pt x="469" y="625"/>
                  <a:pt x="469" y="625"/>
                  <a:pt x="469" y="625"/>
                </a:cubicBezTo>
                <a:cubicBezTo>
                  <a:pt x="469" y="625"/>
                  <a:pt x="469" y="625"/>
                  <a:pt x="469" y="625"/>
                </a:cubicBezTo>
                <a:cubicBezTo>
                  <a:pt x="469" y="629"/>
                  <a:pt x="469" y="629"/>
                  <a:pt x="469" y="629"/>
                </a:cubicBezTo>
                <a:cubicBezTo>
                  <a:pt x="469" y="629"/>
                  <a:pt x="469" y="629"/>
                  <a:pt x="469" y="629"/>
                </a:cubicBezTo>
                <a:cubicBezTo>
                  <a:pt x="468" y="632"/>
                  <a:pt x="468" y="632"/>
                  <a:pt x="468" y="632"/>
                </a:cubicBezTo>
                <a:cubicBezTo>
                  <a:pt x="468" y="632"/>
                  <a:pt x="468" y="632"/>
                  <a:pt x="468" y="632"/>
                </a:cubicBezTo>
                <a:cubicBezTo>
                  <a:pt x="467" y="636"/>
                  <a:pt x="467" y="636"/>
                  <a:pt x="467" y="636"/>
                </a:cubicBezTo>
                <a:cubicBezTo>
                  <a:pt x="467" y="636"/>
                  <a:pt x="467" y="636"/>
                  <a:pt x="467" y="636"/>
                </a:cubicBezTo>
                <a:cubicBezTo>
                  <a:pt x="467" y="639"/>
                  <a:pt x="467" y="639"/>
                  <a:pt x="467" y="639"/>
                </a:cubicBezTo>
                <a:cubicBezTo>
                  <a:pt x="467" y="639"/>
                  <a:pt x="467" y="639"/>
                  <a:pt x="467" y="639"/>
                </a:cubicBezTo>
                <a:cubicBezTo>
                  <a:pt x="465" y="643"/>
                  <a:pt x="465" y="643"/>
                  <a:pt x="465" y="643"/>
                </a:cubicBezTo>
                <a:cubicBezTo>
                  <a:pt x="465" y="643"/>
                  <a:pt x="465" y="643"/>
                  <a:pt x="465" y="643"/>
                </a:cubicBezTo>
                <a:cubicBezTo>
                  <a:pt x="465" y="647"/>
                  <a:pt x="465" y="647"/>
                  <a:pt x="465" y="647"/>
                </a:cubicBezTo>
                <a:cubicBezTo>
                  <a:pt x="465" y="647"/>
                  <a:pt x="465" y="647"/>
                  <a:pt x="465" y="647"/>
                </a:cubicBezTo>
                <a:cubicBezTo>
                  <a:pt x="464" y="650"/>
                  <a:pt x="464" y="650"/>
                  <a:pt x="464" y="650"/>
                </a:cubicBezTo>
                <a:cubicBezTo>
                  <a:pt x="464" y="650"/>
                  <a:pt x="464" y="650"/>
                  <a:pt x="464" y="650"/>
                </a:cubicBezTo>
                <a:cubicBezTo>
                  <a:pt x="464" y="654"/>
                  <a:pt x="464" y="654"/>
                  <a:pt x="464" y="654"/>
                </a:cubicBezTo>
                <a:cubicBezTo>
                  <a:pt x="464" y="654"/>
                  <a:pt x="464" y="654"/>
                  <a:pt x="464" y="654"/>
                </a:cubicBezTo>
                <a:cubicBezTo>
                  <a:pt x="464" y="654"/>
                  <a:pt x="464" y="654"/>
                  <a:pt x="464" y="654"/>
                </a:cubicBezTo>
                <a:cubicBezTo>
                  <a:pt x="464" y="654"/>
                  <a:pt x="464" y="654"/>
                  <a:pt x="464" y="654"/>
                </a:cubicBezTo>
                <a:cubicBezTo>
                  <a:pt x="474" y="652"/>
                  <a:pt x="474" y="652"/>
                  <a:pt x="474" y="652"/>
                </a:cubicBezTo>
                <a:cubicBezTo>
                  <a:pt x="474" y="652"/>
                  <a:pt x="474" y="652"/>
                  <a:pt x="474" y="652"/>
                </a:cubicBezTo>
                <a:cubicBezTo>
                  <a:pt x="477" y="658"/>
                  <a:pt x="477" y="658"/>
                  <a:pt x="477" y="658"/>
                </a:cubicBezTo>
                <a:cubicBezTo>
                  <a:pt x="477" y="658"/>
                  <a:pt x="477" y="658"/>
                  <a:pt x="477" y="658"/>
                </a:cubicBezTo>
                <a:cubicBezTo>
                  <a:pt x="475" y="657"/>
                  <a:pt x="475" y="657"/>
                  <a:pt x="475" y="657"/>
                </a:cubicBezTo>
                <a:cubicBezTo>
                  <a:pt x="475" y="657"/>
                  <a:pt x="475" y="657"/>
                  <a:pt x="475" y="657"/>
                </a:cubicBezTo>
                <a:cubicBezTo>
                  <a:pt x="473" y="657"/>
                  <a:pt x="473" y="657"/>
                  <a:pt x="473" y="657"/>
                </a:cubicBezTo>
                <a:cubicBezTo>
                  <a:pt x="473" y="657"/>
                  <a:pt x="473" y="657"/>
                  <a:pt x="473" y="657"/>
                </a:cubicBezTo>
                <a:cubicBezTo>
                  <a:pt x="471" y="656"/>
                  <a:pt x="471" y="656"/>
                  <a:pt x="471" y="656"/>
                </a:cubicBezTo>
                <a:cubicBezTo>
                  <a:pt x="471" y="656"/>
                  <a:pt x="471" y="656"/>
                  <a:pt x="471" y="656"/>
                </a:cubicBezTo>
                <a:cubicBezTo>
                  <a:pt x="469" y="656"/>
                  <a:pt x="469" y="656"/>
                  <a:pt x="469" y="656"/>
                </a:cubicBezTo>
                <a:cubicBezTo>
                  <a:pt x="469" y="656"/>
                  <a:pt x="469" y="656"/>
                  <a:pt x="469" y="656"/>
                </a:cubicBezTo>
                <a:cubicBezTo>
                  <a:pt x="467" y="656"/>
                  <a:pt x="467" y="656"/>
                  <a:pt x="467" y="656"/>
                </a:cubicBezTo>
                <a:cubicBezTo>
                  <a:pt x="467" y="656"/>
                  <a:pt x="467" y="656"/>
                  <a:pt x="467" y="656"/>
                </a:cubicBezTo>
                <a:cubicBezTo>
                  <a:pt x="465" y="657"/>
                  <a:pt x="465" y="657"/>
                  <a:pt x="465" y="657"/>
                </a:cubicBezTo>
                <a:cubicBezTo>
                  <a:pt x="465" y="657"/>
                  <a:pt x="465" y="657"/>
                  <a:pt x="465" y="657"/>
                </a:cubicBezTo>
                <a:cubicBezTo>
                  <a:pt x="462" y="657"/>
                  <a:pt x="462" y="657"/>
                  <a:pt x="462" y="657"/>
                </a:cubicBezTo>
                <a:cubicBezTo>
                  <a:pt x="462" y="657"/>
                  <a:pt x="462" y="657"/>
                  <a:pt x="462" y="657"/>
                </a:cubicBezTo>
                <a:cubicBezTo>
                  <a:pt x="461" y="658"/>
                  <a:pt x="461" y="658"/>
                  <a:pt x="461" y="658"/>
                </a:cubicBezTo>
                <a:cubicBezTo>
                  <a:pt x="461" y="658"/>
                  <a:pt x="461" y="658"/>
                  <a:pt x="461" y="658"/>
                </a:cubicBezTo>
                <a:cubicBezTo>
                  <a:pt x="446" y="666"/>
                  <a:pt x="446" y="666"/>
                  <a:pt x="446" y="666"/>
                </a:cubicBezTo>
                <a:cubicBezTo>
                  <a:pt x="446" y="666"/>
                  <a:pt x="446" y="666"/>
                  <a:pt x="446" y="666"/>
                </a:cubicBezTo>
                <a:cubicBezTo>
                  <a:pt x="445" y="667"/>
                  <a:pt x="445" y="667"/>
                  <a:pt x="445" y="667"/>
                </a:cubicBezTo>
                <a:cubicBezTo>
                  <a:pt x="445" y="667"/>
                  <a:pt x="445" y="667"/>
                  <a:pt x="445" y="667"/>
                </a:cubicBezTo>
                <a:cubicBezTo>
                  <a:pt x="445" y="667"/>
                  <a:pt x="445" y="667"/>
                  <a:pt x="445" y="667"/>
                </a:cubicBezTo>
                <a:cubicBezTo>
                  <a:pt x="445" y="667"/>
                  <a:pt x="445" y="667"/>
                  <a:pt x="445" y="667"/>
                </a:cubicBezTo>
                <a:cubicBezTo>
                  <a:pt x="445" y="668"/>
                  <a:pt x="445" y="668"/>
                  <a:pt x="445" y="668"/>
                </a:cubicBezTo>
                <a:cubicBezTo>
                  <a:pt x="445" y="668"/>
                  <a:pt x="445" y="668"/>
                  <a:pt x="445" y="668"/>
                </a:cubicBezTo>
                <a:cubicBezTo>
                  <a:pt x="445" y="668"/>
                  <a:pt x="445" y="668"/>
                  <a:pt x="445" y="668"/>
                </a:cubicBezTo>
                <a:cubicBezTo>
                  <a:pt x="445" y="668"/>
                  <a:pt x="445" y="668"/>
                  <a:pt x="445" y="668"/>
                </a:cubicBezTo>
                <a:cubicBezTo>
                  <a:pt x="445" y="669"/>
                  <a:pt x="445" y="669"/>
                  <a:pt x="445" y="669"/>
                </a:cubicBezTo>
                <a:cubicBezTo>
                  <a:pt x="445" y="669"/>
                  <a:pt x="445" y="669"/>
                  <a:pt x="445" y="669"/>
                </a:cubicBezTo>
                <a:cubicBezTo>
                  <a:pt x="445" y="669"/>
                  <a:pt x="445" y="669"/>
                  <a:pt x="445" y="669"/>
                </a:cubicBezTo>
                <a:cubicBezTo>
                  <a:pt x="445" y="669"/>
                  <a:pt x="445" y="669"/>
                  <a:pt x="445" y="669"/>
                </a:cubicBezTo>
                <a:cubicBezTo>
                  <a:pt x="445" y="670"/>
                  <a:pt x="445" y="670"/>
                  <a:pt x="445" y="670"/>
                </a:cubicBezTo>
                <a:cubicBezTo>
                  <a:pt x="445" y="670"/>
                  <a:pt x="445" y="670"/>
                  <a:pt x="445" y="670"/>
                </a:cubicBezTo>
                <a:cubicBezTo>
                  <a:pt x="446" y="670"/>
                  <a:pt x="446" y="670"/>
                  <a:pt x="446" y="670"/>
                </a:cubicBezTo>
                <a:cubicBezTo>
                  <a:pt x="446" y="670"/>
                  <a:pt x="446" y="670"/>
                  <a:pt x="446" y="670"/>
                </a:cubicBezTo>
                <a:cubicBezTo>
                  <a:pt x="447" y="670"/>
                  <a:pt x="447" y="670"/>
                  <a:pt x="447" y="670"/>
                </a:cubicBezTo>
                <a:cubicBezTo>
                  <a:pt x="447" y="670"/>
                  <a:pt x="447" y="670"/>
                  <a:pt x="447" y="670"/>
                </a:cubicBezTo>
                <a:cubicBezTo>
                  <a:pt x="456" y="664"/>
                  <a:pt x="456" y="664"/>
                  <a:pt x="456" y="664"/>
                </a:cubicBezTo>
                <a:cubicBezTo>
                  <a:pt x="456" y="664"/>
                  <a:pt x="456" y="664"/>
                  <a:pt x="456" y="664"/>
                </a:cubicBezTo>
                <a:cubicBezTo>
                  <a:pt x="456" y="664"/>
                  <a:pt x="456" y="664"/>
                  <a:pt x="456" y="664"/>
                </a:cubicBezTo>
                <a:cubicBezTo>
                  <a:pt x="456" y="664"/>
                  <a:pt x="456" y="664"/>
                  <a:pt x="456" y="664"/>
                </a:cubicBezTo>
                <a:cubicBezTo>
                  <a:pt x="457" y="664"/>
                  <a:pt x="457" y="664"/>
                  <a:pt x="457" y="664"/>
                </a:cubicBezTo>
                <a:cubicBezTo>
                  <a:pt x="457" y="664"/>
                  <a:pt x="457" y="664"/>
                  <a:pt x="457" y="664"/>
                </a:cubicBezTo>
                <a:cubicBezTo>
                  <a:pt x="458" y="664"/>
                  <a:pt x="458" y="664"/>
                  <a:pt x="458" y="664"/>
                </a:cubicBezTo>
                <a:cubicBezTo>
                  <a:pt x="458" y="664"/>
                  <a:pt x="458" y="664"/>
                  <a:pt x="458" y="664"/>
                </a:cubicBezTo>
                <a:cubicBezTo>
                  <a:pt x="459" y="664"/>
                  <a:pt x="459" y="664"/>
                  <a:pt x="459" y="664"/>
                </a:cubicBezTo>
                <a:cubicBezTo>
                  <a:pt x="459" y="664"/>
                  <a:pt x="459" y="664"/>
                  <a:pt x="459" y="664"/>
                </a:cubicBezTo>
                <a:cubicBezTo>
                  <a:pt x="460" y="664"/>
                  <a:pt x="460" y="664"/>
                  <a:pt x="460" y="664"/>
                </a:cubicBezTo>
                <a:cubicBezTo>
                  <a:pt x="460" y="664"/>
                  <a:pt x="460" y="664"/>
                  <a:pt x="460" y="664"/>
                </a:cubicBezTo>
                <a:cubicBezTo>
                  <a:pt x="461" y="664"/>
                  <a:pt x="461" y="664"/>
                  <a:pt x="461" y="664"/>
                </a:cubicBezTo>
                <a:cubicBezTo>
                  <a:pt x="461" y="664"/>
                  <a:pt x="461" y="664"/>
                  <a:pt x="461" y="664"/>
                </a:cubicBezTo>
                <a:cubicBezTo>
                  <a:pt x="462" y="665"/>
                  <a:pt x="462" y="665"/>
                  <a:pt x="462" y="665"/>
                </a:cubicBezTo>
                <a:cubicBezTo>
                  <a:pt x="462" y="665"/>
                  <a:pt x="462" y="665"/>
                  <a:pt x="462" y="665"/>
                </a:cubicBezTo>
                <a:cubicBezTo>
                  <a:pt x="463" y="665"/>
                  <a:pt x="463" y="665"/>
                  <a:pt x="463" y="665"/>
                </a:cubicBezTo>
                <a:cubicBezTo>
                  <a:pt x="463" y="665"/>
                  <a:pt x="463" y="665"/>
                  <a:pt x="463" y="665"/>
                </a:cubicBezTo>
                <a:cubicBezTo>
                  <a:pt x="460" y="670"/>
                  <a:pt x="458" y="671"/>
                  <a:pt x="458" y="671"/>
                </a:cubicBezTo>
                <a:cubicBezTo>
                  <a:pt x="458" y="671"/>
                  <a:pt x="458" y="671"/>
                  <a:pt x="458" y="671"/>
                </a:cubicBezTo>
                <a:cubicBezTo>
                  <a:pt x="458" y="672"/>
                  <a:pt x="458" y="672"/>
                  <a:pt x="458" y="672"/>
                </a:cubicBezTo>
                <a:cubicBezTo>
                  <a:pt x="458" y="672"/>
                  <a:pt x="458" y="672"/>
                  <a:pt x="458" y="672"/>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3"/>
                  <a:pt x="457" y="673"/>
                  <a:pt x="457" y="673"/>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4"/>
                  <a:pt x="457" y="674"/>
                  <a:pt x="457" y="674"/>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5"/>
                  <a:pt x="457" y="675"/>
                  <a:pt x="457" y="675"/>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7" y="676"/>
                  <a:pt x="457" y="676"/>
                  <a:pt x="457" y="676"/>
                </a:cubicBezTo>
                <a:cubicBezTo>
                  <a:pt x="458" y="676"/>
                  <a:pt x="458" y="676"/>
                  <a:pt x="458" y="676"/>
                </a:cubicBezTo>
                <a:cubicBezTo>
                  <a:pt x="458" y="676"/>
                  <a:pt x="458" y="676"/>
                  <a:pt x="458" y="676"/>
                </a:cubicBezTo>
                <a:cubicBezTo>
                  <a:pt x="458" y="676"/>
                  <a:pt x="458" y="676"/>
                  <a:pt x="458" y="676"/>
                </a:cubicBezTo>
                <a:cubicBezTo>
                  <a:pt x="458" y="676"/>
                  <a:pt x="458" y="676"/>
                  <a:pt x="458" y="676"/>
                </a:cubicBezTo>
                <a:cubicBezTo>
                  <a:pt x="458" y="677"/>
                  <a:pt x="458" y="677"/>
                  <a:pt x="458" y="677"/>
                </a:cubicBezTo>
                <a:cubicBezTo>
                  <a:pt x="458" y="677"/>
                  <a:pt x="458" y="677"/>
                  <a:pt x="458" y="677"/>
                </a:cubicBezTo>
                <a:cubicBezTo>
                  <a:pt x="458" y="678"/>
                  <a:pt x="458" y="678"/>
                  <a:pt x="458" y="678"/>
                </a:cubicBezTo>
                <a:cubicBezTo>
                  <a:pt x="458" y="678"/>
                  <a:pt x="458" y="678"/>
                  <a:pt x="458" y="678"/>
                </a:cubicBezTo>
                <a:cubicBezTo>
                  <a:pt x="458" y="679"/>
                  <a:pt x="458" y="679"/>
                  <a:pt x="458" y="679"/>
                </a:cubicBezTo>
                <a:cubicBezTo>
                  <a:pt x="458" y="679"/>
                  <a:pt x="458" y="679"/>
                  <a:pt x="458" y="679"/>
                </a:cubicBezTo>
                <a:cubicBezTo>
                  <a:pt x="457" y="679"/>
                  <a:pt x="457" y="679"/>
                  <a:pt x="457" y="679"/>
                </a:cubicBezTo>
                <a:cubicBezTo>
                  <a:pt x="457" y="679"/>
                  <a:pt x="457" y="679"/>
                  <a:pt x="457" y="679"/>
                </a:cubicBezTo>
                <a:cubicBezTo>
                  <a:pt x="457" y="679"/>
                  <a:pt x="457" y="679"/>
                  <a:pt x="457" y="679"/>
                </a:cubicBezTo>
                <a:cubicBezTo>
                  <a:pt x="457" y="679"/>
                  <a:pt x="457" y="679"/>
                  <a:pt x="457" y="679"/>
                </a:cubicBezTo>
                <a:cubicBezTo>
                  <a:pt x="456" y="679"/>
                  <a:pt x="456" y="679"/>
                  <a:pt x="456" y="679"/>
                </a:cubicBezTo>
                <a:cubicBezTo>
                  <a:pt x="456" y="679"/>
                  <a:pt x="456" y="679"/>
                  <a:pt x="456" y="679"/>
                </a:cubicBezTo>
                <a:cubicBezTo>
                  <a:pt x="456" y="680"/>
                  <a:pt x="456" y="680"/>
                  <a:pt x="456" y="680"/>
                </a:cubicBezTo>
                <a:cubicBezTo>
                  <a:pt x="456" y="680"/>
                  <a:pt x="456" y="680"/>
                  <a:pt x="456" y="680"/>
                </a:cubicBezTo>
                <a:cubicBezTo>
                  <a:pt x="455" y="680"/>
                  <a:pt x="455" y="680"/>
                  <a:pt x="455" y="680"/>
                </a:cubicBezTo>
                <a:cubicBezTo>
                  <a:pt x="455" y="680"/>
                  <a:pt x="455" y="680"/>
                  <a:pt x="455" y="680"/>
                </a:cubicBezTo>
                <a:cubicBezTo>
                  <a:pt x="455" y="681"/>
                  <a:pt x="455" y="681"/>
                  <a:pt x="455" y="681"/>
                </a:cubicBezTo>
                <a:cubicBezTo>
                  <a:pt x="455" y="681"/>
                  <a:pt x="455" y="681"/>
                  <a:pt x="455" y="681"/>
                </a:cubicBezTo>
                <a:cubicBezTo>
                  <a:pt x="454" y="681"/>
                  <a:pt x="454" y="681"/>
                  <a:pt x="454" y="681"/>
                </a:cubicBezTo>
                <a:cubicBezTo>
                  <a:pt x="454" y="681"/>
                  <a:pt x="454" y="681"/>
                  <a:pt x="454" y="681"/>
                </a:cubicBezTo>
                <a:cubicBezTo>
                  <a:pt x="454" y="681"/>
                  <a:pt x="454" y="681"/>
                  <a:pt x="454" y="681"/>
                </a:cubicBezTo>
                <a:cubicBezTo>
                  <a:pt x="454" y="681"/>
                  <a:pt x="454" y="681"/>
                  <a:pt x="454" y="681"/>
                </a:cubicBezTo>
                <a:cubicBezTo>
                  <a:pt x="454" y="682"/>
                  <a:pt x="454" y="682"/>
                  <a:pt x="454" y="682"/>
                </a:cubicBezTo>
                <a:cubicBezTo>
                  <a:pt x="454" y="682"/>
                  <a:pt x="454" y="682"/>
                  <a:pt x="454" y="682"/>
                </a:cubicBezTo>
                <a:cubicBezTo>
                  <a:pt x="454" y="682"/>
                  <a:pt x="454" y="682"/>
                  <a:pt x="454" y="682"/>
                </a:cubicBezTo>
                <a:cubicBezTo>
                  <a:pt x="454" y="682"/>
                  <a:pt x="454" y="682"/>
                  <a:pt x="454" y="682"/>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5" y="683"/>
                  <a:pt x="455" y="683"/>
                  <a:pt x="455" y="683"/>
                </a:cubicBezTo>
                <a:cubicBezTo>
                  <a:pt x="456" y="683"/>
                  <a:pt x="456" y="683"/>
                  <a:pt x="456" y="683"/>
                </a:cubicBezTo>
                <a:cubicBezTo>
                  <a:pt x="456" y="683"/>
                  <a:pt x="456" y="683"/>
                  <a:pt x="456" y="683"/>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4"/>
                  <a:pt x="457" y="684"/>
                  <a:pt x="457" y="684"/>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5"/>
                  <a:pt x="457" y="685"/>
                  <a:pt x="457" y="685"/>
                </a:cubicBezTo>
                <a:cubicBezTo>
                  <a:pt x="457" y="686"/>
                  <a:pt x="457" y="686"/>
                  <a:pt x="457" y="686"/>
                </a:cubicBezTo>
                <a:cubicBezTo>
                  <a:pt x="457" y="686"/>
                  <a:pt x="457" y="686"/>
                  <a:pt x="457" y="686"/>
                </a:cubicBezTo>
                <a:cubicBezTo>
                  <a:pt x="457" y="686"/>
                  <a:pt x="457" y="686"/>
                  <a:pt x="457" y="686"/>
                </a:cubicBezTo>
                <a:cubicBezTo>
                  <a:pt x="457" y="686"/>
                  <a:pt x="457" y="686"/>
                  <a:pt x="457" y="686"/>
                </a:cubicBezTo>
                <a:cubicBezTo>
                  <a:pt x="455" y="686"/>
                  <a:pt x="455" y="686"/>
                  <a:pt x="455" y="686"/>
                </a:cubicBezTo>
                <a:cubicBezTo>
                  <a:pt x="455" y="686"/>
                  <a:pt x="455" y="686"/>
                  <a:pt x="455" y="686"/>
                </a:cubicBezTo>
                <a:cubicBezTo>
                  <a:pt x="455" y="687"/>
                  <a:pt x="455" y="687"/>
                  <a:pt x="455" y="687"/>
                </a:cubicBezTo>
                <a:cubicBezTo>
                  <a:pt x="455" y="687"/>
                  <a:pt x="455" y="687"/>
                  <a:pt x="455" y="687"/>
                </a:cubicBezTo>
                <a:cubicBezTo>
                  <a:pt x="455" y="687"/>
                  <a:pt x="455" y="687"/>
                  <a:pt x="455" y="687"/>
                </a:cubicBezTo>
                <a:cubicBezTo>
                  <a:pt x="455" y="687"/>
                  <a:pt x="455" y="687"/>
                  <a:pt x="455" y="687"/>
                </a:cubicBezTo>
                <a:cubicBezTo>
                  <a:pt x="455" y="688"/>
                  <a:pt x="455" y="688"/>
                  <a:pt x="455" y="688"/>
                </a:cubicBezTo>
                <a:cubicBezTo>
                  <a:pt x="455" y="688"/>
                  <a:pt x="455" y="688"/>
                  <a:pt x="455" y="688"/>
                </a:cubicBezTo>
                <a:cubicBezTo>
                  <a:pt x="456" y="688"/>
                  <a:pt x="456" y="688"/>
                  <a:pt x="456" y="688"/>
                </a:cubicBezTo>
                <a:cubicBezTo>
                  <a:pt x="456" y="688"/>
                  <a:pt x="456" y="688"/>
                  <a:pt x="456" y="688"/>
                </a:cubicBezTo>
                <a:cubicBezTo>
                  <a:pt x="456" y="689"/>
                  <a:pt x="456" y="689"/>
                  <a:pt x="456" y="689"/>
                </a:cubicBezTo>
                <a:cubicBezTo>
                  <a:pt x="456" y="689"/>
                  <a:pt x="456" y="689"/>
                  <a:pt x="456" y="689"/>
                </a:cubicBezTo>
                <a:cubicBezTo>
                  <a:pt x="456" y="689"/>
                  <a:pt x="456" y="689"/>
                  <a:pt x="456" y="689"/>
                </a:cubicBezTo>
                <a:cubicBezTo>
                  <a:pt x="456" y="689"/>
                  <a:pt x="456" y="689"/>
                  <a:pt x="456" y="689"/>
                </a:cubicBezTo>
                <a:cubicBezTo>
                  <a:pt x="456" y="690"/>
                  <a:pt x="456" y="690"/>
                  <a:pt x="456" y="690"/>
                </a:cubicBezTo>
                <a:cubicBezTo>
                  <a:pt x="456" y="690"/>
                  <a:pt x="456" y="690"/>
                  <a:pt x="456" y="690"/>
                </a:cubicBezTo>
                <a:cubicBezTo>
                  <a:pt x="456" y="690"/>
                  <a:pt x="456" y="690"/>
                  <a:pt x="456" y="690"/>
                </a:cubicBezTo>
                <a:cubicBezTo>
                  <a:pt x="456" y="690"/>
                  <a:pt x="456" y="690"/>
                  <a:pt x="456" y="690"/>
                </a:cubicBezTo>
                <a:cubicBezTo>
                  <a:pt x="455" y="690"/>
                  <a:pt x="455" y="690"/>
                  <a:pt x="455" y="690"/>
                </a:cubicBezTo>
                <a:cubicBezTo>
                  <a:pt x="455" y="690"/>
                  <a:pt x="455" y="690"/>
                  <a:pt x="455" y="690"/>
                </a:cubicBezTo>
                <a:cubicBezTo>
                  <a:pt x="455" y="691"/>
                  <a:pt x="455" y="691"/>
                  <a:pt x="455" y="691"/>
                </a:cubicBezTo>
                <a:cubicBezTo>
                  <a:pt x="455" y="691"/>
                  <a:pt x="455" y="691"/>
                  <a:pt x="455" y="691"/>
                </a:cubicBezTo>
                <a:cubicBezTo>
                  <a:pt x="454" y="691"/>
                  <a:pt x="454" y="691"/>
                  <a:pt x="454" y="691"/>
                </a:cubicBezTo>
                <a:cubicBezTo>
                  <a:pt x="454" y="691"/>
                  <a:pt x="454" y="691"/>
                  <a:pt x="454" y="691"/>
                </a:cubicBezTo>
                <a:cubicBezTo>
                  <a:pt x="454" y="691"/>
                  <a:pt x="454" y="691"/>
                  <a:pt x="454" y="691"/>
                </a:cubicBezTo>
                <a:cubicBezTo>
                  <a:pt x="454" y="691"/>
                  <a:pt x="454" y="691"/>
                  <a:pt x="454" y="691"/>
                </a:cubicBezTo>
                <a:cubicBezTo>
                  <a:pt x="453" y="691"/>
                  <a:pt x="453" y="691"/>
                  <a:pt x="453" y="691"/>
                </a:cubicBezTo>
                <a:cubicBezTo>
                  <a:pt x="453" y="691"/>
                  <a:pt x="453" y="691"/>
                  <a:pt x="453" y="691"/>
                </a:cubicBezTo>
                <a:cubicBezTo>
                  <a:pt x="453" y="691"/>
                  <a:pt x="453" y="691"/>
                  <a:pt x="453" y="691"/>
                </a:cubicBezTo>
                <a:cubicBezTo>
                  <a:pt x="453" y="691"/>
                  <a:pt x="453" y="691"/>
                  <a:pt x="453" y="691"/>
                </a:cubicBezTo>
                <a:cubicBezTo>
                  <a:pt x="452" y="692"/>
                  <a:pt x="452" y="692"/>
                  <a:pt x="452" y="692"/>
                </a:cubicBezTo>
                <a:cubicBezTo>
                  <a:pt x="452" y="692"/>
                  <a:pt x="452" y="692"/>
                  <a:pt x="452" y="692"/>
                </a:cubicBezTo>
                <a:cubicBezTo>
                  <a:pt x="452" y="692"/>
                  <a:pt x="452" y="692"/>
                  <a:pt x="452" y="692"/>
                </a:cubicBezTo>
                <a:cubicBezTo>
                  <a:pt x="452" y="692"/>
                  <a:pt x="452" y="692"/>
                  <a:pt x="452" y="692"/>
                </a:cubicBezTo>
                <a:cubicBezTo>
                  <a:pt x="451" y="712"/>
                  <a:pt x="451" y="712"/>
                  <a:pt x="451" y="712"/>
                </a:cubicBezTo>
                <a:cubicBezTo>
                  <a:pt x="451" y="712"/>
                  <a:pt x="451" y="712"/>
                  <a:pt x="451" y="712"/>
                </a:cubicBezTo>
                <a:cubicBezTo>
                  <a:pt x="449" y="712"/>
                  <a:pt x="449" y="712"/>
                  <a:pt x="449" y="712"/>
                </a:cubicBezTo>
                <a:cubicBezTo>
                  <a:pt x="449" y="712"/>
                  <a:pt x="449" y="712"/>
                  <a:pt x="449" y="712"/>
                </a:cubicBezTo>
                <a:cubicBezTo>
                  <a:pt x="449" y="711"/>
                  <a:pt x="449" y="711"/>
                  <a:pt x="449" y="711"/>
                </a:cubicBezTo>
                <a:cubicBezTo>
                  <a:pt x="449" y="711"/>
                  <a:pt x="449" y="711"/>
                  <a:pt x="449" y="711"/>
                </a:cubicBezTo>
                <a:cubicBezTo>
                  <a:pt x="448" y="710"/>
                  <a:pt x="448" y="710"/>
                  <a:pt x="448" y="710"/>
                </a:cubicBezTo>
                <a:cubicBezTo>
                  <a:pt x="448" y="710"/>
                  <a:pt x="448" y="710"/>
                  <a:pt x="448" y="710"/>
                </a:cubicBezTo>
                <a:cubicBezTo>
                  <a:pt x="447" y="710"/>
                  <a:pt x="447" y="710"/>
                  <a:pt x="447" y="710"/>
                </a:cubicBezTo>
                <a:cubicBezTo>
                  <a:pt x="447" y="710"/>
                  <a:pt x="447" y="710"/>
                  <a:pt x="447" y="710"/>
                </a:cubicBezTo>
                <a:cubicBezTo>
                  <a:pt x="446" y="709"/>
                  <a:pt x="446" y="709"/>
                  <a:pt x="446" y="709"/>
                </a:cubicBezTo>
                <a:cubicBezTo>
                  <a:pt x="446" y="709"/>
                  <a:pt x="446" y="709"/>
                  <a:pt x="446" y="709"/>
                </a:cubicBezTo>
                <a:cubicBezTo>
                  <a:pt x="444" y="709"/>
                  <a:pt x="444" y="709"/>
                  <a:pt x="444" y="709"/>
                </a:cubicBezTo>
                <a:cubicBezTo>
                  <a:pt x="444" y="709"/>
                  <a:pt x="444" y="709"/>
                  <a:pt x="444" y="709"/>
                </a:cubicBezTo>
                <a:cubicBezTo>
                  <a:pt x="443" y="709"/>
                  <a:pt x="443" y="709"/>
                  <a:pt x="443" y="709"/>
                </a:cubicBezTo>
                <a:cubicBezTo>
                  <a:pt x="443" y="709"/>
                  <a:pt x="443" y="709"/>
                  <a:pt x="443" y="709"/>
                </a:cubicBezTo>
                <a:cubicBezTo>
                  <a:pt x="442" y="708"/>
                  <a:pt x="442" y="708"/>
                  <a:pt x="442" y="708"/>
                </a:cubicBezTo>
                <a:cubicBezTo>
                  <a:pt x="442" y="708"/>
                  <a:pt x="442" y="708"/>
                  <a:pt x="442" y="708"/>
                </a:cubicBezTo>
                <a:cubicBezTo>
                  <a:pt x="441" y="708"/>
                  <a:pt x="441" y="708"/>
                  <a:pt x="441" y="708"/>
                </a:cubicBezTo>
                <a:cubicBezTo>
                  <a:pt x="441" y="708"/>
                  <a:pt x="441" y="708"/>
                  <a:pt x="441" y="708"/>
                </a:cubicBezTo>
                <a:cubicBezTo>
                  <a:pt x="439" y="708"/>
                  <a:pt x="439" y="708"/>
                  <a:pt x="439" y="708"/>
                </a:cubicBezTo>
                <a:cubicBezTo>
                  <a:pt x="439" y="708"/>
                  <a:pt x="439" y="708"/>
                  <a:pt x="439" y="708"/>
                </a:cubicBezTo>
                <a:cubicBezTo>
                  <a:pt x="434" y="712"/>
                  <a:pt x="434" y="712"/>
                  <a:pt x="434" y="712"/>
                </a:cubicBezTo>
                <a:cubicBezTo>
                  <a:pt x="434" y="712"/>
                  <a:pt x="434" y="712"/>
                  <a:pt x="434" y="712"/>
                </a:cubicBezTo>
                <a:cubicBezTo>
                  <a:pt x="432" y="713"/>
                  <a:pt x="432" y="713"/>
                  <a:pt x="432" y="713"/>
                </a:cubicBezTo>
                <a:cubicBezTo>
                  <a:pt x="432" y="713"/>
                  <a:pt x="432" y="713"/>
                  <a:pt x="432" y="713"/>
                </a:cubicBezTo>
                <a:cubicBezTo>
                  <a:pt x="431" y="715"/>
                  <a:pt x="431" y="715"/>
                  <a:pt x="431" y="715"/>
                </a:cubicBezTo>
                <a:cubicBezTo>
                  <a:pt x="431" y="715"/>
                  <a:pt x="431" y="715"/>
                  <a:pt x="431" y="715"/>
                </a:cubicBezTo>
                <a:cubicBezTo>
                  <a:pt x="430" y="716"/>
                  <a:pt x="430" y="716"/>
                  <a:pt x="430" y="716"/>
                </a:cubicBezTo>
                <a:cubicBezTo>
                  <a:pt x="430" y="716"/>
                  <a:pt x="430" y="716"/>
                  <a:pt x="430" y="716"/>
                </a:cubicBezTo>
                <a:cubicBezTo>
                  <a:pt x="430" y="718"/>
                  <a:pt x="430" y="718"/>
                  <a:pt x="430" y="718"/>
                </a:cubicBezTo>
                <a:cubicBezTo>
                  <a:pt x="430" y="718"/>
                  <a:pt x="430" y="718"/>
                  <a:pt x="430" y="718"/>
                </a:cubicBezTo>
                <a:cubicBezTo>
                  <a:pt x="429" y="719"/>
                  <a:pt x="429" y="719"/>
                  <a:pt x="429" y="719"/>
                </a:cubicBezTo>
                <a:cubicBezTo>
                  <a:pt x="429" y="719"/>
                  <a:pt x="429" y="719"/>
                  <a:pt x="429" y="719"/>
                </a:cubicBezTo>
                <a:cubicBezTo>
                  <a:pt x="428" y="721"/>
                  <a:pt x="428" y="721"/>
                  <a:pt x="428" y="721"/>
                </a:cubicBezTo>
                <a:cubicBezTo>
                  <a:pt x="428" y="721"/>
                  <a:pt x="428" y="721"/>
                  <a:pt x="428" y="721"/>
                </a:cubicBezTo>
                <a:cubicBezTo>
                  <a:pt x="427" y="722"/>
                  <a:pt x="427" y="722"/>
                  <a:pt x="427" y="722"/>
                </a:cubicBezTo>
                <a:cubicBezTo>
                  <a:pt x="427" y="722"/>
                  <a:pt x="427" y="722"/>
                  <a:pt x="427" y="722"/>
                </a:cubicBezTo>
                <a:cubicBezTo>
                  <a:pt x="426" y="723"/>
                  <a:pt x="426" y="723"/>
                  <a:pt x="426" y="723"/>
                </a:cubicBezTo>
                <a:lnTo>
                  <a:pt x="425" y="723"/>
                </a:lnTo>
                <a:close/>
                <a:moveTo>
                  <a:pt x="270" y="716"/>
                </a:move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9" y="716"/>
                  <a:pt x="269" y="716"/>
                  <a:pt x="269" y="716"/>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8" y="715"/>
                  <a:pt x="268" y="715"/>
                  <a:pt x="268" y="715"/>
                </a:cubicBezTo>
                <a:cubicBezTo>
                  <a:pt x="267" y="715"/>
                  <a:pt x="267" y="715"/>
                  <a:pt x="267" y="715"/>
                </a:cubicBezTo>
                <a:cubicBezTo>
                  <a:pt x="267" y="715"/>
                  <a:pt x="267" y="715"/>
                  <a:pt x="267" y="715"/>
                </a:cubicBezTo>
                <a:cubicBezTo>
                  <a:pt x="267" y="714"/>
                  <a:pt x="267" y="714"/>
                  <a:pt x="267" y="714"/>
                </a:cubicBezTo>
                <a:cubicBezTo>
                  <a:pt x="267" y="714"/>
                  <a:pt x="267" y="714"/>
                  <a:pt x="267" y="714"/>
                </a:cubicBezTo>
                <a:cubicBezTo>
                  <a:pt x="267" y="714"/>
                  <a:pt x="267" y="714"/>
                  <a:pt x="267" y="714"/>
                </a:cubicBezTo>
                <a:cubicBezTo>
                  <a:pt x="267" y="714"/>
                  <a:pt x="267" y="714"/>
                  <a:pt x="267" y="714"/>
                </a:cubicBezTo>
                <a:cubicBezTo>
                  <a:pt x="266" y="714"/>
                  <a:pt x="266" y="714"/>
                  <a:pt x="266" y="714"/>
                </a:cubicBezTo>
                <a:cubicBezTo>
                  <a:pt x="266" y="714"/>
                  <a:pt x="266" y="714"/>
                  <a:pt x="266" y="714"/>
                </a:cubicBezTo>
                <a:cubicBezTo>
                  <a:pt x="266" y="714"/>
                  <a:pt x="266" y="714"/>
                  <a:pt x="266" y="714"/>
                </a:cubicBezTo>
                <a:cubicBezTo>
                  <a:pt x="266" y="714"/>
                  <a:pt x="266" y="714"/>
                  <a:pt x="266" y="714"/>
                </a:cubicBezTo>
                <a:cubicBezTo>
                  <a:pt x="266" y="713"/>
                  <a:pt x="266" y="713"/>
                  <a:pt x="266" y="713"/>
                </a:cubicBezTo>
                <a:cubicBezTo>
                  <a:pt x="266" y="713"/>
                  <a:pt x="266" y="713"/>
                  <a:pt x="266" y="713"/>
                </a:cubicBezTo>
                <a:cubicBezTo>
                  <a:pt x="266" y="713"/>
                  <a:pt x="266" y="713"/>
                  <a:pt x="266" y="713"/>
                </a:cubicBezTo>
                <a:cubicBezTo>
                  <a:pt x="266" y="713"/>
                  <a:pt x="266" y="713"/>
                  <a:pt x="266"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3"/>
                  <a:pt x="265" y="713"/>
                  <a:pt x="265" y="713"/>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5" y="712"/>
                  <a:pt x="265" y="712"/>
                  <a:pt x="265"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2"/>
                  <a:pt x="264" y="712"/>
                  <a:pt x="264" y="712"/>
                </a:cubicBezTo>
                <a:cubicBezTo>
                  <a:pt x="264" y="711"/>
                  <a:pt x="264" y="711"/>
                  <a:pt x="264" y="711"/>
                </a:cubicBezTo>
                <a:cubicBezTo>
                  <a:pt x="264" y="711"/>
                  <a:pt x="264" y="711"/>
                  <a:pt x="264" y="711"/>
                </a:cubicBezTo>
                <a:cubicBezTo>
                  <a:pt x="265" y="710"/>
                  <a:pt x="265" y="710"/>
                  <a:pt x="265" y="710"/>
                </a:cubicBezTo>
                <a:cubicBezTo>
                  <a:pt x="265" y="710"/>
                  <a:pt x="265" y="710"/>
                  <a:pt x="265" y="710"/>
                </a:cubicBezTo>
                <a:cubicBezTo>
                  <a:pt x="266" y="710"/>
                  <a:pt x="266" y="710"/>
                  <a:pt x="266" y="710"/>
                </a:cubicBezTo>
                <a:cubicBezTo>
                  <a:pt x="266" y="710"/>
                  <a:pt x="266" y="710"/>
                  <a:pt x="266" y="710"/>
                </a:cubicBezTo>
                <a:cubicBezTo>
                  <a:pt x="267" y="710"/>
                  <a:pt x="267" y="710"/>
                  <a:pt x="267" y="710"/>
                </a:cubicBezTo>
                <a:cubicBezTo>
                  <a:pt x="267" y="710"/>
                  <a:pt x="267" y="710"/>
                  <a:pt x="267" y="710"/>
                </a:cubicBezTo>
                <a:cubicBezTo>
                  <a:pt x="268" y="710"/>
                  <a:pt x="268" y="710"/>
                  <a:pt x="268" y="710"/>
                </a:cubicBezTo>
                <a:cubicBezTo>
                  <a:pt x="268" y="710"/>
                  <a:pt x="268" y="710"/>
                  <a:pt x="268" y="710"/>
                </a:cubicBezTo>
                <a:cubicBezTo>
                  <a:pt x="269" y="710"/>
                  <a:pt x="269" y="710"/>
                  <a:pt x="269" y="710"/>
                </a:cubicBezTo>
                <a:cubicBezTo>
                  <a:pt x="269" y="710"/>
                  <a:pt x="269" y="710"/>
                  <a:pt x="269" y="710"/>
                </a:cubicBezTo>
                <a:cubicBezTo>
                  <a:pt x="271" y="710"/>
                  <a:pt x="271" y="710"/>
                  <a:pt x="271" y="710"/>
                </a:cubicBezTo>
                <a:cubicBezTo>
                  <a:pt x="271" y="710"/>
                  <a:pt x="271" y="710"/>
                  <a:pt x="271" y="710"/>
                </a:cubicBezTo>
                <a:cubicBezTo>
                  <a:pt x="272" y="709"/>
                  <a:pt x="272" y="709"/>
                  <a:pt x="272" y="709"/>
                </a:cubicBezTo>
                <a:cubicBezTo>
                  <a:pt x="272" y="709"/>
                  <a:pt x="272" y="709"/>
                  <a:pt x="272" y="709"/>
                </a:cubicBezTo>
                <a:cubicBezTo>
                  <a:pt x="273" y="709"/>
                  <a:pt x="273" y="709"/>
                  <a:pt x="273" y="709"/>
                </a:cubicBezTo>
                <a:cubicBezTo>
                  <a:pt x="273" y="709"/>
                  <a:pt x="273" y="709"/>
                  <a:pt x="273" y="709"/>
                </a:cubicBezTo>
                <a:cubicBezTo>
                  <a:pt x="274" y="708"/>
                  <a:pt x="274" y="708"/>
                  <a:pt x="274" y="708"/>
                </a:cubicBezTo>
                <a:cubicBezTo>
                  <a:pt x="274" y="708"/>
                  <a:pt x="274" y="708"/>
                  <a:pt x="274" y="708"/>
                </a:cubicBezTo>
                <a:cubicBezTo>
                  <a:pt x="275" y="708"/>
                  <a:pt x="275" y="708"/>
                  <a:pt x="275" y="708"/>
                </a:cubicBezTo>
                <a:cubicBezTo>
                  <a:pt x="275" y="708"/>
                  <a:pt x="275" y="708"/>
                  <a:pt x="275" y="708"/>
                </a:cubicBezTo>
                <a:cubicBezTo>
                  <a:pt x="277" y="707"/>
                  <a:pt x="277" y="707"/>
                  <a:pt x="277" y="707"/>
                </a:cubicBezTo>
                <a:cubicBezTo>
                  <a:pt x="277" y="707"/>
                  <a:pt x="277" y="707"/>
                  <a:pt x="277" y="707"/>
                </a:cubicBezTo>
                <a:cubicBezTo>
                  <a:pt x="278" y="706"/>
                  <a:pt x="278" y="706"/>
                  <a:pt x="278" y="706"/>
                </a:cubicBezTo>
                <a:cubicBezTo>
                  <a:pt x="278" y="706"/>
                  <a:pt x="278" y="706"/>
                  <a:pt x="278" y="706"/>
                </a:cubicBezTo>
                <a:cubicBezTo>
                  <a:pt x="279" y="705"/>
                  <a:pt x="279" y="705"/>
                  <a:pt x="279" y="705"/>
                </a:cubicBezTo>
                <a:cubicBezTo>
                  <a:pt x="279" y="705"/>
                  <a:pt x="279" y="705"/>
                  <a:pt x="279" y="705"/>
                </a:cubicBezTo>
                <a:cubicBezTo>
                  <a:pt x="280" y="704"/>
                  <a:pt x="280" y="704"/>
                  <a:pt x="280" y="704"/>
                </a:cubicBezTo>
                <a:cubicBezTo>
                  <a:pt x="280" y="704"/>
                  <a:pt x="280" y="704"/>
                  <a:pt x="280" y="704"/>
                </a:cubicBezTo>
                <a:cubicBezTo>
                  <a:pt x="281" y="703"/>
                  <a:pt x="281" y="703"/>
                  <a:pt x="281" y="703"/>
                </a:cubicBezTo>
                <a:cubicBezTo>
                  <a:pt x="281" y="703"/>
                  <a:pt x="281" y="703"/>
                  <a:pt x="281" y="703"/>
                </a:cubicBezTo>
                <a:cubicBezTo>
                  <a:pt x="282" y="701"/>
                  <a:pt x="282" y="701"/>
                  <a:pt x="282" y="701"/>
                </a:cubicBezTo>
                <a:cubicBezTo>
                  <a:pt x="282" y="701"/>
                  <a:pt x="282" y="701"/>
                  <a:pt x="282" y="701"/>
                </a:cubicBezTo>
                <a:cubicBezTo>
                  <a:pt x="283" y="700"/>
                  <a:pt x="283" y="700"/>
                  <a:pt x="283" y="700"/>
                </a:cubicBezTo>
                <a:cubicBezTo>
                  <a:pt x="283" y="700"/>
                  <a:pt x="283" y="700"/>
                  <a:pt x="283" y="700"/>
                </a:cubicBezTo>
                <a:cubicBezTo>
                  <a:pt x="284" y="701"/>
                  <a:pt x="284" y="701"/>
                  <a:pt x="284" y="701"/>
                </a:cubicBezTo>
                <a:cubicBezTo>
                  <a:pt x="284" y="701"/>
                  <a:pt x="284" y="701"/>
                  <a:pt x="284" y="701"/>
                </a:cubicBezTo>
                <a:cubicBezTo>
                  <a:pt x="283" y="703"/>
                  <a:pt x="283" y="703"/>
                  <a:pt x="283" y="703"/>
                </a:cubicBezTo>
                <a:cubicBezTo>
                  <a:pt x="283" y="703"/>
                  <a:pt x="283" y="703"/>
                  <a:pt x="283" y="703"/>
                </a:cubicBezTo>
                <a:cubicBezTo>
                  <a:pt x="282" y="704"/>
                  <a:pt x="282" y="704"/>
                  <a:pt x="282" y="704"/>
                </a:cubicBezTo>
                <a:cubicBezTo>
                  <a:pt x="282" y="704"/>
                  <a:pt x="282" y="704"/>
                  <a:pt x="282" y="704"/>
                </a:cubicBezTo>
                <a:cubicBezTo>
                  <a:pt x="280" y="706"/>
                  <a:pt x="280" y="706"/>
                  <a:pt x="280" y="706"/>
                </a:cubicBezTo>
                <a:cubicBezTo>
                  <a:pt x="280" y="706"/>
                  <a:pt x="280" y="706"/>
                  <a:pt x="280" y="706"/>
                </a:cubicBezTo>
                <a:cubicBezTo>
                  <a:pt x="279" y="707"/>
                  <a:pt x="279" y="707"/>
                  <a:pt x="279" y="707"/>
                </a:cubicBezTo>
                <a:cubicBezTo>
                  <a:pt x="279" y="707"/>
                  <a:pt x="279" y="707"/>
                  <a:pt x="279" y="707"/>
                </a:cubicBezTo>
                <a:cubicBezTo>
                  <a:pt x="277" y="709"/>
                  <a:pt x="277" y="709"/>
                  <a:pt x="277" y="709"/>
                </a:cubicBezTo>
                <a:cubicBezTo>
                  <a:pt x="277" y="709"/>
                  <a:pt x="277" y="709"/>
                  <a:pt x="277" y="709"/>
                </a:cubicBezTo>
                <a:cubicBezTo>
                  <a:pt x="276" y="711"/>
                  <a:pt x="276" y="711"/>
                  <a:pt x="276" y="711"/>
                </a:cubicBezTo>
                <a:cubicBezTo>
                  <a:pt x="276" y="711"/>
                  <a:pt x="276" y="711"/>
                  <a:pt x="276" y="711"/>
                </a:cubicBezTo>
                <a:cubicBezTo>
                  <a:pt x="274" y="713"/>
                  <a:pt x="274" y="713"/>
                  <a:pt x="274" y="713"/>
                </a:cubicBezTo>
                <a:cubicBezTo>
                  <a:pt x="274" y="713"/>
                  <a:pt x="274" y="713"/>
                  <a:pt x="274" y="713"/>
                </a:cubicBezTo>
                <a:cubicBezTo>
                  <a:pt x="274" y="715"/>
                  <a:pt x="274" y="715"/>
                  <a:pt x="274" y="715"/>
                </a:cubicBezTo>
                <a:cubicBezTo>
                  <a:pt x="274" y="715"/>
                  <a:pt x="274" y="715"/>
                  <a:pt x="274" y="715"/>
                </a:cubicBezTo>
                <a:cubicBezTo>
                  <a:pt x="273" y="715"/>
                  <a:pt x="273" y="715"/>
                  <a:pt x="273" y="715"/>
                </a:cubicBezTo>
                <a:cubicBezTo>
                  <a:pt x="273" y="715"/>
                  <a:pt x="273" y="715"/>
                  <a:pt x="273" y="715"/>
                </a:cubicBezTo>
                <a:cubicBezTo>
                  <a:pt x="273" y="715"/>
                  <a:pt x="273" y="715"/>
                  <a:pt x="273" y="715"/>
                </a:cubicBezTo>
                <a:cubicBezTo>
                  <a:pt x="273" y="715"/>
                  <a:pt x="273" y="715"/>
                  <a:pt x="273" y="715"/>
                </a:cubicBezTo>
                <a:cubicBezTo>
                  <a:pt x="272" y="715"/>
                  <a:pt x="272" y="715"/>
                  <a:pt x="272" y="715"/>
                </a:cubicBezTo>
                <a:cubicBezTo>
                  <a:pt x="272" y="715"/>
                  <a:pt x="272" y="715"/>
                  <a:pt x="272" y="715"/>
                </a:cubicBezTo>
                <a:cubicBezTo>
                  <a:pt x="272" y="715"/>
                  <a:pt x="272" y="715"/>
                  <a:pt x="272" y="715"/>
                </a:cubicBezTo>
                <a:cubicBezTo>
                  <a:pt x="272" y="715"/>
                  <a:pt x="272" y="715"/>
                  <a:pt x="272" y="715"/>
                </a:cubicBezTo>
                <a:cubicBezTo>
                  <a:pt x="271" y="715"/>
                  <a:pt x="271" y="715"/>
                  <a:pt x="271" y="715"/>
                </a:cubicBezTo>
                <a:cubicBezTo>
                  <a:pt x="271" y="715"/>
                  <a:pt x="271" y="715"/>
                  <a:pt x="271" y="715"/>
                </a:cubicBezTo>
                <a:cubicBezTo>
                  <a:pt x="271" y="716"/>
                  <a:pt x="271" y="716"/>
                  <a:pt x="271" y="716"/>
                </a:cubicBezTo>
                <a:cubicBezTo>
                  <a:pt x="271" y="716"/>
                  <a:pt x="271" y="716"/>
                  <a:pt x="271" y="716"/>
                </a:cubicBezTo>
                <a:cubicBezTo>
                  <a:pt x="270" y="716"/>
                  <a:pt x="270" y="716"/>
                  <a:pt x="270" y="716"/>
                </a:cubicBezTo>
                <a:cubicBezTo>
                  <a:pt x="270" y="716"/>
                  <a:pt x="270" y="716"/>
                  <a:pt x="270" y="716"/>
                </a:cubicBezTo>
                <a:cubicBezTo>
                  <a:pt x="270" y="716"/>
                  <a:pt x="270" y="716"/>
                  <a:pt x="270" y="716"/>
                </a:cubicBezTo>
                <a:close/>
                <a:moveTo>
                  <a:pt x="562" y="715"/>
                </a:moveTo>
                <a:cubicBezTo>
                  <a:pt x="562" y="715"/>
                  <a:pt x="562" y="715"/>
                  <a:pt x="562" y="715"/>
                </a:cubicBezTo>
                <a:cubicBezTo>
                  <a:pt x="562" y="715"/>
                  <a:pt x="562" y="715"/>
                  <a:pt x="562" y="715"/>
                </a:cubicBezTo>
                <a:cubicBezTo>
                  <a:pt x="561" y="714"/>
                  <a:pt x="561" y="714"/>
                  <a:pt x="561" y="714"/>
                </a:cubicBezTo>
                <a:cubicBezTo>
                  <a:pt x="561" y="714"/>
                  <a:pt x="561" y="714"/>
                  <a:pt x="561" y="714"/>
                </a:cubicBezTo>
                <a:cubicBezTo>
                  <a:pt x="560" y="714"/>
                  <a:pt x="560" y="714"/>
                  <a:pt x="560" y="714"/>
                </a:cubicBezTo>
                <a:cubicBezTo>
                  <a:pt x="560" y="714"/>
                  <a:pt x="560" y="714"/>
                  <a:pt x="560" y="714"/>
                </a:cubicBezTo>
                <a:cubicBezTo>
                  <a:pt x="560" y="714"/>
                  <a:pt x="560" y="714"/>
                  <a:pt x="560" y="714"/>
                </a:cubicBezTo>
                <a:cubicBezTo>
                  <a:pt x="560" y="714"/>
                  <a:pt x="560" y="714"/>
                  <a:pt x="560" y="714"/>
                </a:cubicBezTo>
                <a:cubicBezTo>
                  <a:pt x="559" y="713"/>
                  <a:pt x="559" y="713"/>
                  <a:pt x="559" y="713"/>
                </a:cubicBezTo>
                <a:cubicBezTo>
                  <a:pt x="559" y="713"/>
                  <a:pt x="559" y="713"/>
                  <a:pt x="559" y="713"/>
                </a:cubicBezTo>
                <a:cubicBezTo>
                  <a:pt x="559" y="713"/>
                  <a:pt x="559" y="713"/>
                  <a:pt x="559" y="713"/>
                </a:cubicBezTo>
                <a:cubicBezTo>
                  <a:pt x="559" y="713"/>
                  <a:pt x="559" y="713"/>
                  <a:pt x="559" y="713"/>
                </a:cubicBezTo>
                <a:cubicBezTo>
                  <a:pt x="558" y="713"/>
                  <a:pt x="558" y="713"/>
                  <a:pt x="558" y="713"/>
                </a:cubicBezTo>
                <a:cubicBezTo>
                  <a:pt x="558" y="713"/>
                  <a:pt x="558" y="713"/>
                  <a:pt x="558" y="713"/>
                </a:cubicBezTo>
                <a:cubicBezTo>
                  <a:pt x="557" y="713"/>
                  <a:pt x="557" y="713"/>
                  <a:pt x="557" y="713"/>
                </a:cubicBezTo>
                <a:cubicBezTo>
                  <a:pt x="557" y="713"/>
                  <a:pt x="557" y="713"/>
                  <a:pt x="557" y="713"/>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7" y="698"/>
                  <a:pt x="557" y="698"/>
                  <a:pt x="557"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8" y="698"/>
                  <a:pt x="558" y="698"/>
                  <a:pt x="558" y="698"/>
                </a:cubicBezTo>
                <a:cubicBezTo>
                  <a:pt x="559" y="698"/>
                  <a:pt x="559" y="698"/>
                  <a:pt x="559" y="698"/>
                </a:cubicBezTo>
                <a:cubicBezTo>
                  <a:pt x="559" y="698"/>
                  <a:pt x="559" y="698"/>
                  <a:pt x="559" y="698"/>
                </a:cubicBezTo>
                <a:cubicBezTo>
                  <a:pt x="559" y="700"/>
                  <a:pt x="559" y="700"/>
                  <a:pt x="559" y="700"/>
                </a:cubicBezTo>
                <a:cubicBezTo>
                  <a:pt x="559" y="700"/>
                  <a:pt x="559" y="700"/>
                  <a:pt x="559" y="700"/>
                </a:cubicBezTo>
                <a:cubicBezTo>
                  <a:pt x="561" y="702"/>
                  <a:pt x="561" y="702"/>
                  <a:pt x="561" y="702"/>
                </a:cubicBezTo>
                <a:cubicBezTo>
                  <a:pt x="561" y="702"/>
                  <a:pt x="561" y="702"/>
                  <a:pt x="561" y="702"/>
                </a:cubicBezTo>
                <a:cubicBezTo>
                  <a:pt x="562" y="704"/>
                  <a:pt x="562" y="704"/>
                  <a:pt x="562" y="704"/>
                </a:cubicBezTo>
                <a:cubicBezTo>
                  <a:pt x="562" y="704"/>
                  <a:pt x="562" y="704"/>
                  <a:pt x="562" y="704"/>
                </a:cubicBezTo>
                <a:cubicBezTo>
                  <a:pt x="563" y="706"/>
                  <a:pt x="563" y="706"/>
                  <a:pt x="563" y="706"/>
                </a:cubicBezTo>
                <a:cubicBezTo>
                  <a:pt x="563" y="706"/>
                  <a:pt x="563" y="706"/>
                  <a:pt x="563" y="706"/>
                </a:cubicBezTo>
                <a:cubicBezTo>
                  <a:pt x="564" y="708"/>
                  <a:pt x="564" y="708"/>
                  <a:pt x="564" y="708"/>
                </a:cubicBezTo>
                <a:cubicBezTo>
                  <a:pt x="564" y="708"/>
                  <a:pt x="564" y="708"/>
                  <a:pt x="564" y="708"/>
                </a:cubicBezTo>
                <a:cubicBezTo>
                  <a:pt x="565" y="710"/>
                  <a:pt x="565" y="710"/>
                  <a:pt x="565" y="710"/>
                </a:cubicBezTo>
                <a:cubicBezTo>
                  <a:pt x="565" y="710"/>
                  <a:pt x="565" y="710"/>
                  <a:pt x="565" y="710"/>
                </a:cubicBezTo>
                <a:cubicBezTo>
                  <a:pt x="565" y="712"/>
                  <a:pt x="565" y="712"/>
                  <a:pt x="565" y="712"/>
                </a:cubicBezTo>
                <a:cubicBezTo>
                  <a:pt x="565" y="712"/>
                  <a:pt x="565" y="712"/>
                  <a:pt x="565" y="712"/>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4" y="714"/>
                  <a:pt x="564" y="714"/>
                  <a:pt x="564" y="714"/>
                </a:cubicBezTo>
                <a:cubicBezTo>
                  <a:pt x="563" y="714"/>
                  <a:pt x="563" y="714"/>
                  <a:pt x="563" y="714"/>
                </a:cubicBezTo>
                <a:cubicBezTo>
                  <a:pt x="563" y="714"/>
                  <a:pt x="563" y="714"/>
                  <a:pt x="563" y="714"/>
                </a:cubicBezTo>
                <a:cubicBezTo>
                  <a:pt x="563" y="715"/>
                  <a:pt x="563" y="715"/>
                  <a:pt x="563" y="715"/>
                </a:cubicBezTo>
                <a:cubicBezTo>
                  <a:pt x="563" y="715"/>
                  <a:pt x="563" y="715"/>
                  <a:pt x="563" y="715"/>
                </a:cubicBezTo>
                <a:cubicBezTo>
                  <a:pt x="563" y="715"/>
                  <a:pt x="563" y="715"/>
                  <a:pt x="563" y="715"/>
                </a:cubicBezTo>
                <a:cubicBezTo>
                  <a:pt x="563" y="715"/>
                  <a:pt x="563" y="715"/>
                  <a:pt x="563" y="715"/>
                </a:cubicBezTo>
                <a:cubicBezTo>
                  <a:pt x="562" y="715"/>
                  <a:pt x="562" y="715"/>
                  <a:pt x="562" y="715"/>
                </a:cubicBezTo>
                <a:close/>
                <a:moveTo>
                  <a:pt x="304" y="713"/>
                </a:moveTo>
                <a:cubicBezTo>
                  <a:pt x="302" y="712"/>
                  <a:pt x="302" y="712"/>
                  <a:pt x="302" y="712"/>
                </a:cubicBezTo>
                <a:cubicBezTo>
                  <a:pt x="302" y="712"/>
                  <a:pt x="302" y="712"/>
                  <a:pt x="302" y="712"/>
                </a:cubicBezTo>
                <a:cubicBezTo>
                  <a:pt x="301" y="711"/>
                  <a:pt x="301" y="711"/>
                  <a:pt x="301" y="711"/>
                </a:cubicBezTo>
                <a:cubicBezTo>
                  <a:pt x="301" y="711"/>
                  <a:pt x="301" y="711"/>
                  <a:pt x="301" y="711"/>
                </a:cubicBezTo>
                <a:cubicBezTo>
                  <a:pt x="300" y="710"/>
                  <a:pt x="300" y="710"/>
                  <a:pt x="300" y="710"/>
                </a:cubicBezTo>
                <a:cubicBezTo>
                  <a:pt x="300" y="710"/>
                  <a:pt x="300" y="710"/>
                  <a:pt x="300" y="710"/>
                </a:cubicBezTo>
                <a:cubicBezTo>
                  <a:pt x="298" y="708"/>
                  <a:pt x="298" y="708"/>
                  <a:pt x="298" y="708"/>
                </a:cubicBezTo>
                <a:cubicBezTo>
                  <a:pt x="298" y="708"/>
                  <a:pt x="298" y="708"/>
                  <a:pt x="298" y="708"/>
                </a:cubicBezTo>
                <a:cubicBezTo>
                  <a:pt x="296" y="708"/>
                  <a:pt x="296" y="708"/>
                  <a:pt x="296" y="708"/>
                </a:cubicBezTo>
                <a:cubicBezTo>
                  <a:pt x="296" y="708"/>
                  <a:pt x="296" y="708"/>
                  <a:pt x="296" y="708"/>
                </a:cubicBezTo>
                <a:cubicBezTo>
                  <a:pt x="294" y="707"/>
                  <a:pt x="294" y="707"/>
                  <a:pt x="294" y="707"/>
                </a:cubicBezTo>
                <a:cubicBezTo>
                  <a:pt x="294" y="707"/>
                  <a:pt x="294" y="707"/>
                  <a:pt x="294" y="707"/>
                </a:cubicBezTo>
                <a:cubicBezTo>
                  <a:pt x="292" y="706"/>
                  <a:pt x="292" y="706"/>
                  <a:pt x="292" y="706"/>
                </a:cubicBezTo>
                <a:cubicBezTo>
                  <a:pt x="292" y="706"/>
                  <a:pt x="292" y="706"/>
                  <a:pt x="292" y="706"/>
                </a:cubicBezTo>
                <a:cubicBezTo>
                  <a:pt x="291" y="706"/>
                  <a:pt x="291" y="706"/>
                  <a:pt x="291" y="706"/>
                </a:cubicBezTo>
                <a:cubicBezTo>
                  <a:pt x="291" y="706"/>
                  <a:pt x="291" y="706"/>
                  <a:pt x="291" y="706"/>
                </a:cubicBezTo>
                <a:cubicBezTo>
                  <a:pt x="291" y="705"/>
                  <a:pt x="291" y="705"/>
                  <a:pt x="291" y="705"/>
                </a:cubicBezTo>
                <a:cubicBezTo>
                  <a:pt x="291" y="705"/>
                  <a:pt x="291" y="705"/>
                  <a:pt x="291" y="705"/>
                </a:cubicBezTo>
                <a:cubicBezTo>
                  <a:pt x="292" y="705"/>
                  <a:pt x="292" y="705"/>
                  <a:pt x="292" y="705"/>
                </a:cubicBezTo>
                <a:cubicBezTo>
                  <a:pt x="292" y="705"/>
                  <a:pt x="292" y="705"/>
                  <a:pt x="292" y="705"/>
                </a:cubicBezTo>
                <a:cubicBezTo>
                  <a:pt x="293" y="705"/>
                  <a:pt x="293" y="705"/>
                  <a:pt x="293" y="705"/>
                </a:cubicBezTo>
                <a:cubicBezTo>
                  <a:pt x="293" y="705"/>
                  <a:pt x="293" y="705"/>
                  <a:pt x="293" y="705"/>
                </a:cubicBezTo>
                <a:cubicBezTo>
                  <a:pt x="293" y="705"/>
                  <a:pt x="293" y="705"/>
                  <a:pt x="293" y="705"/>
                </a:cubicBezTo>
                <a:cubicBezTo>
                  <a:pt x="293" y="705"/>
                  <a:pt x="293" y="705"/>
                  <a:pt x="293" y="705"/>
                </a:cubicBezTo>
                <a:cubicBezTo>
                  <a:pt x="295" y="705"/>
                  <a:pt x="295" y="705"/>
                  <a:pt x="295" y="705"/>
                </a:cubicBezTo>
                <a:cubicBezTo>
                  <a:pt x="295" y="705"/>
                  <a:pt x="295" y="705"/>
                  <a:pt x="295" y="705"/>
                </a:cubicBezTo>
                <a:cubicBezTo>
                  <a:pt x="296" y="705"/>
                  <a:pt x="296" y="705"/>
                  <a:pt x="296" y="705"/>
                </a:cubicBezTo>
                <a:cubicBezTo>
                  <a:pt x="296" y="705"/>
                  <a:pt x="296" y="705"/>
                  <a:pt x="296" y="705"/>
                </a:cubicBezTo>
                <a:cubicBezTo>
                  <a:pt x="297" y="705"/>
                  <a:pt x="297" y="705"/>
                  <a:pt x="297" y="705"/>
                </a:cubicBezTo>
                <a:cubicBezTo>
                  <a:pt x="297" y="705"/>
                  <a:pt x="297" y="705"/>
                  <a:pt x="297" y="705"/>
                </a:cubicBezTo>
                <a:cubicBezTo>
                  <a:pt x="298" y="705"/>
                  <a:pt x="298" y="705"/>
                  <a:pt x="298" y="705"/>
                </a:cubicBezTo>
                <a:cubicBezTo>
                  <a:pt x="298" y="705"/>
                  <a:pt x="298" y="705"/>
                  <a:pt x="298" y="705"/>
                </a:cubicBezTo>
                <a:cubicBezTo>
                  <a:pt x="299" y="705"/>
                  <a:pt x="299" y="705"/>
                  <a:pt x="299" y="705"/>
                </a:cubicBezTo>
                <a:cubicBezTo>
                  <a:pt x="299" y="705"/>
                  <a:pt x="299" y="705"/>
                  <a:pt x="299" y="705"/>
                </a:cubicBezTo>
                <a:cubicBezTo>
                  <a:pt x="300" y="704"/>
                  <a:pt x="300" y="704"/>
                  <a:pt x="300" y="704"/>
                </a:cubicBezTo>
                <a:cubicBezTo>
                  <a:pt x="300" y="704"/>
                  <a:pt x="300" y="704"/>
                  <a:pt x="300" y="70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300" y="684"/>
                  <a:pt x="300" y="684"/>
                  <a:pt x="300" y="684"/>
                </a:cubicBezTo>
                <a:cubicBezTo>
                  <a:pt x="299" y="684"/>
                  <a:pt x="299" y="684"/>
                  <a:pt x="299" y="684"/>
                </a:cubicBezTo>
                <a:cubicBezTo>
                  <a:pt x="299" y="684"/>
                  <a:pt x="299" y="684"/>
                  <a:pt x="299" y="684"/>
                </a:cubicBezTo>
                <a:cubicBezTo>
                  <a:pt x="299" y="684"/>
                  <a:pt x="299" y="684"/>
                  <a:pt x="299" y="684"/>
                </a:cubicBezTo>
                <a:cubicBezTo>
                  <a:pt x="299" y="684"/>
                  <a:pt x="299" y="684"/>
                  <a:pt x="299" y="684"/>
                </a:cubicBezTo>
                <a:cubicBezTo>
                  <a:pt x="298" y="684"/>
                  <a:pt x="298" y="684"/>
                  <a:pt x="298" y="684"/>
                </a:cubicBezTo>
                <a:cubicBezTo>
                  <a:pt x="298" y="684"/>
                  <a:pt x="298" y="684"/>
                  <a:pt x="298" y="684"/>
                </a:cubicBezTo>
                <a:cubicBezTo>
                  <a:pt x="298" y="683"/>
                  <a:pt x="298" y="683"/>
                  <a:pt x="298" y="683"/>
                </a:cubicBezTo>
                <a:cubicBezTo>
                  <a:pt x="298" y="683"/>
                  <a:pt x="298" y="683"/>
                  <a:pt x="298"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3"/>
                  <a:pt x="297" y="683"/>
                  <a:pt x="297" y="683"/>
                </a:cubicBezTo>
                <a:cubicBezTo>
                  <a:pt x="297" y="682"/>
                  <a:pt x="297" y="682"/>
                  <a:pt x="297" y="682"/>
                </a:cubicBezTo>
                <a:cubicBezTo>
                  <a:pt x="297" y="682"/>
                  <a:pt x="297" y="682"/>
                  <a:pt x="297"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2"/>
                  <a:pt x="296" y="682"/>
                  <a:pt x="296" y="682"/>
                </a:cubicBezTo>
                <a:cubicBezTo>
                  <a:pt x="296" y="681"/>
                  <a:pt x="296" y="681"/>
                  <a:pt x="296" y="681"/>
                </a:cubicBezTo>
                <a:cubicBezTo>
                  <a:pt x="296" y="681"/>
                  <a:pt x="296" y="681"/>
                  <a:pt x="296" y="681"/>
                </a:cubicBezTo>
                <a:cubicBezTo>
                  <a:pt x="296" y="681"/>
                  <a:pt x="296" y="681"/>
                  <a:pt x="296" y="681"/>
                </a:cubicBezTo>
                <a:cubicBezTo>
                  <a:pt x="296" y="681"/>
                  <a:pt x="296" y="681"/>
                  <a:pt x="296" y="681"/>
                </a:cubicBezTo>
                <a:cubicBezTo>
                  <a:pt x="297" y="681"/>
                  <a:pt x="297" y="681"/>
                  <a:pt x="297" y="681"/>
                </a:cubicBezTo>
                <a:cubicBezTo>
                  <a:pt x="297" y="681"/>
                  <a:pt x="297" y="681"/>
                  <a:pt x="297" y="681"/>
                </a:cubicBezTo>
                <a:cubicBezTo>
                  <a:pt x="297" y="681"/>
                  <a:pt x="297" y="681"/>
                  <a:pt x="297" y="681"/>
                </a:cubicBezTo>
                <a:cubicBezTo>
                  <a:pt x="297" y="681"/>
                  <a:pt x="297" y="681"/>
                  <a:pt x="297" y="681"/>
                </a:cubicBezTo>
                <a:cubicBezTo>
                  <a:pt x="298" y="680"/>
                  <a:pt x="298" y="680"/>
                  <a:pt x="298" y="680"/>
                </a:cubicBezTo>
                <a:cubicBezTo>
                  <a:pt x="298" y="680"/>
                  <a:pt x="298" y="680"/>
                  <a:pt x="298" y="680"/>
                </a:cubicBezTo>
                <a:cubicBezTo>
                  <a:pt x="299" y="680"/>
                  <a:pt x="299" y="680"/>
                  <a:pt x="299" y="680"/>
                </a:cubicBezTo>
                <a:cubicBezTo>
                  <a:pt x="299" y="680"/>
                  <a:pt x="299" y="680"/>
                  <a:pt x="299" y="680"/>
                </a:cubicBezTo>
                <a:cubicBezTo>
                  <a:pt x="299" y="680"/>
                  <a:pt x="299" y="680"/>
                  <a:pt x="299" y="680"/>
                </a:cubicBezTo>
                <a:cubicBezTo>
                  <a:pt x="299" y="680"/>
                  <a:pt x="299" y="680"/>
                  <a:pt x="299" y="680"/>
                </a:cubicBezTo>
                <a:cubicBezTo>
                  <a:pt x="300" y="679"/>
                  <a:pt x="300" y="679"/>
                  <a:pt x="300" y="679"/>
                </a:cubicBezTo>
                <a:cubicBezTo>
                  <a:pt x="300" y="679"/>
                  <a:pt x="300" y="679"/>
                  <a:pt x="300" y="679"/>
                </a:cubicBezTo>
                <a:cubicBezTo>
                  <a:pt x="301" y="679"/>
                  <a:pt x="301" y="679"/>
                  <a:pt x="301" y="679"/>
                </a:cubicBezTo>
                <a:cubicBezTo>
                  <a:pt x="301" y="679"/>
                  <a:pt x="301" y="679"/>
                  <a:pt x="301" y="679"/>
                </a:cubicBezTo>
                <a:cubicBezTo>
                  <a:pt x="302" y="669"/>
                  <a:pt x="302" y="669"/>
                  <a:pt x="302" y="669"/>
                </a:cubicBezTo>
                <a:cubicBezTo>
                  <a:pt x="302" y="669"/>
                  <a:pt x="302" y="669"/>
                  <a:pt x="302" y="669"/>
                </a:cubicBezTo>
                <a:cubicBezTo>
                  <a:pt x="300" y="669"/>
                  <a:pt x="300" y="669"/>
                  <a:pt x="300" y="669"/>
                </a:cubicBezTo>
                <a:cubicBezTo>
                  <a:pt x="300" y="669"/>
                  <a:pt x="300" y="669"/>
                  <a:pt x="300" y="669"/>
                </a:cubicBezTo>
                <a:cubicBezTo>
                  <a:pt x="300" y="669"/>
                  <a:pt x="300" y="669"/>
                  <a:pt x="300" y="669"/>
                </a:cubicBezTo>
                <a:cubicBezTo>
                  <a:pt x="300" y="669"/>
                  <a:pt x="300" y="669"/>
                  <a:pt x="300" y="669"/>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8"/>
                  <a:pt x="300" y="668"/>
                  <a:pt x="300" y="668"/>
                </a:cubicBezTo>
                <a:cubicBezTo>
                  <a:pt x="300" y="667"/>
                  <a:pt x="300" y="667"/>
                  <a:pt x="300" y="667"/>
                </a:cubicBezTo>
                <a:cubicBezTo>
                  <a:pt x="300" y="667"/>
                  <a:pt x="300" y="667"/>
                  <a:pt x="300" y="667"/>
                </a:cubicBezTo>
                <a:cubicBezTo>
                  <a:pt x="300" y="667"/>
                  <a:pt x="300" y="667"/>
                  <a:pt x="300" y="667"/>
                </a:cubicBezTo>
                <a:cubicBezTo>
                  <a:pt x="300" y="667"/>
                  <a:pt x="300" y="667"/>
                  <a:pt x="300" y="667"/>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0" y="666"/>
                  <a:pt x="300" y="666"/>
                  <a:pt x="300"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1" y="666"/>
                  <a:pt x="301" y="666"/>
                  <a:pt x="301" y="666"/>
                </a:cubicBezTo>
                <a:cubicBezTo>
                  <a:pt x="302" y="665"/>
                  <a:pt x="302" y="665"/>
                  <a:pt x="302" y="665"/>
                </a:cubicBezTo>
                <a:cubicBezTo>
                  <a:pt x="302" y="665"/>
                  <a:pt x="302" y="665"/>
                  <a:pt x="302" y="665"/>
                </a:cubicBezTo>
                <a:cubicBezTo>
                  <a:pt x="302" y="665"/>
                  <a:pt x="302" y="665"/>
                  <a:pt x="302" y="665"/>
                </a:cubicBezTo>
                <a:cubicBezTo>
                  <a:pt x="302" y="665"/>
                  <a:pt x="302" y="665"/>
                  <a:pt x="302" y="665"/>
                </a:cubicBezTo>
                <a:cubicBezTo>
                  <a:pt x="302" y="664"/>
                  <a:pt x="302" y="664"/>
                  <a:pt x="302" y="664"/>
                </a:cubicBezTo>
                <a:cubicBezTo>
                  <a:pt x="302" y="664"/>
                  <a:pt x="302" y="664"/>
                  <a:pt x="302" y="664"/>
                </a:cubicBezTo>
                <a:cubicBezTo>
                  <a:pt x="302" y="664"/>
                  <a:pt x="302" y="664"/>
                  <a:pt x="302" y="664"/>
                </a:cubicBezTo>
                <a:cubicBezTo>
                  <a:pt x="302" y="664"/>
                  <a:pt x="302" y="664"/>
                  <a:pt x="302" y="664"/>
                </a:cubicBezTo>
                <a:cubicBezTo>
                  <a:pt x="302" y="663"/>
                  <a:pt x="302" y="663"/>
                  <a:pt x="302" y="663"/>
                </a:cubicBezTo>
                <a:cubicBezTo>
                  <a:pt x="302" y="663"/>
                  <a:pt x="302" y="663"/>
                  <a:pt x="302" y="663"/>
                </a:cubicBezTo>
                <a:cubicBezTo>
                  <a:pt x="302" y="663"/>
                  <a:pt x="302" y="663"/>
                  <a:pt x="302" y="663"/>
                </a:cubicBezTo>
                <a:cubicBezTo>
                  <a:pt x="302" y="663"/>
                  <a:pt x="302" y="663"/>
                  <a:pt x="302" y="663"/>
                </a:cubicBezTo>
                <a:cubicBezTo>
                  <a:pt x="302" y="662"/>
                  <a:pt x="302" y="662"/>
                  <a:pt x="302" y="662"/>
                </a:cubicBezTo>
                <a:cubicBezTo>
                  <a:pt x="302" y="662"/>
                  <a:pt x="302" y="662"/>
                  <a:pt x="302" y="662"/>
                </a:cubicBezTo>
                <a:cubicBezTo>
                  <a:pt x="302" y="661"/>
                  <a:pt x="302" y="661"/>
                  <a:pt x="302" y="661"/>
                </a:cubicBezTo>
                <a:cubicBezTo>
                  <a:pt x="302" y="661"/>
                  <a:pt x="302" y="661"/>
                  <a:pt x="302" y="661"/>
                </a:cubicBezTo>
                <a:cubicBezTo>
                  <a:pt x="302" y="661"/>
                  <a:pt x="302" y="661"/>
                  <a:pt x="302" y="661"/>
                </a:cubicBezTo>
                <a:cubicBezTo>
                  <a:pt x="302" y="661"/>
                  <a:pt x="302" y="661"/>
                  <a:pt x="302"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1" y="661"/>
                  <a:pt x="301" y="661"/>
                  <a:pt x="301"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300" y="661"/>
                  <a:pt x="300" y="661"/>
                  <a:pt x="300" y="661"/>
                </a:cubicBezTo>
                <a:cubicBezTo>
                  <a:pt x="298" y="663"/>
                  <a:pt x="298" y="663"/>
                  <a:pt x="298" y="663"/>
                </a:cubicBezTo>
                <a:cubicBezTo>
                  <a:pt x="298" y="663"/>
                  <a:pt x="298" y="663"/>
                  <a:pt x="298" y="663"/>
                </a:cubicBezTo>
                <a:cubicBezTo>
                  <a:pt x="296" y="664"/>
                  <a:pt x="296" y="664"/>
                  <a:pt x="296" y="664"/>
                </a:cubicBezTo>
                <a:cubicBezTo>
                  <a:pt x="296" y="664"/>
                  <a:pt x="296" y="664"/>
                  <a:pt x="296" y="664"/>
                </a:cubicBezTo>
                <a:cubicBezTo>
                  <a:pt x="294" y="667"/>
                  <a:pt x="294" y="667"/>
                  <a:pt x="294" y="667"/>
                </a:cubicBezTo>
                <a:cubicBezTo>
                  <a:pt x="294" y="667"/>
                  <a:pt x="294" y="667"/>
                  <a:pt x="294" y="667"/>
                </a:cubicBezTo>
                <a:cubicBezTo>
                  <a:pt x="293" y="668"/>
                  <a:pt x="293" y="668"/>
                  <a:pt x="293" y="668"/>
                </a:cubicBezTo>
                <a:cubicBezTo>
                  <a:pt x="293" y="668"/>
                  <a:pt x="293" y="668"/>
                  <a:pt x="293" y="668"/>
                </a:cubicBezTo>
                <a:cubicBezTo>
                  <a:pt x="292" y="671"/>
                  <a:pt x="292" y="671"/>
                  <a:pt x="292" y="671"/>
                </a:cubicBezTo>
                <a:cubicBezTo>
                  <a:pt x="292" y="671"/>
                  <a:pt x="292" y="671"/>
                  <a:pt x="292" y="671"/>
                </a:cubicBezTo>
                <a:cubicBezTo>
                  <a:pt x="291" y="673"/>
                  <a:pt x="291" y="673"/>
                  <a:pt x="291" y="673"/>
                </a:cubicBezTo>
                <a:cubicBezTo>
                  <a:pt x="291" y="673"/>
                  <a:pt x="291" y="673"/>
                  <a:pt x="291" y="673"/>
                </a:cubicBezTo>
                <a:cubicBezTo>
                  <a:pt x="289" y="675"/>
                  <a:pt x="289" y="675"/>
                  <a:pt x="289" y="675"/>
                </a:cubicBezTo>
                <a:cubicBezTo>
                  <a:pt x="289" y="675"/>
                  <a:pt x="289" y="675"/>
                  <a:pt x="289" y="675"/>
                </a:cubicBezTo>
                <a:cubicBezTo>
                  <a:pt x="287" y="677"/>
                  <a:pt x="287" y="677"/>
                  <a:pt x="287" y="677"/>
                </a:cubicBezTo>
                <a:cubicBezTo>
                  <a:pt x="287" y="677"/>
                  <a:pt x="287" y="677"/>
                  <a:pt x="287" y="677"/>
                </a:cubicBezTo>
                <a:cubicBezTo>
                  <a:pt x="287" y="677"/>
                  <a:pt x="287" y="677"/>
                  <a:pt x="287" y="677"/>
                </a:cubicBezTo>
                <a:cubicBezTo>
                  <a:pt x="287" y="677"/>
                  <a:pt x="287" y="677"/>
                  <a:pt x="287"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6" y="677"/>
                  <a:pt x="286" y="677"/>
                  <a:pt x="286"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7"/>
                  <a:pt x="285" y="677"/>
                  <a:pt x="285" y="677"/>
                </a:cubicBezTo>
                <a:cubicBezTo>
                  <a:pt x="285" y="676"/>
                  <a:pt x="285" y="676"/>
                  <a:pt x="285" y="676"/>
                </a:cubicBezTo>
                <a:cubicBezTo>
                  <a:pt x="285" y="676"/>
                  <a:pt x="285" y="676"/>
                  <a:pt x="285" y="676"/>
                </a:cubicBezTo>
                <a:cubicBezTo>
                  <a:pt x="284" y="675"/>
                  <a:pt x="284" y="675"/>
                  <a:pt x="284" y="675"/>
                </a:cubicBezTo>
                <a:cubicBezTo>
                  <a:pt x="284" y="675"/>
                  <a:pt x="284" y="675"/>
                  <a:pt x="284" y="675"/>
                </a:cubicBezTo>
                <a:cubicBezTo>
                  <a:pt x="284" y="674"/>
                  <a:pt x="284" y="674"/>
                  <a:pt x="284" y="674"/>
                </a:cubicBezTo>
                <a:cubicBezTo>
                  <a:pt x="284" y="674"/>
                  <a:pt x="284" y="674"/>
                  <a:pt x="284" y="674"/>
                </a:cubicBezTo>
                <a:cubicBezTo>
                  <a:pt x="284" y="673"/>
                  <a:pt x="284" y="673"/>
                  <a:pt x="284" y="673"/>
                </a:cubicBezTo>
                <a:cubicBezTo>
                  <a:pt x="284" y="673"/>
                  <a:pt x="284" y="673"/>
                  <a:pt x="284" y="673"/>
                </a:cubicBezTo>
                <a:cubicBezTo>
                  <a:pt x="285" y="672"/>
                  <a:pt x="285" y="672"/>
                  <a:pt x="285" y="672"/>
                </a:cubicBezTo>
                <a:cubicBezTo>
                  <a:pt x="285" y="672"/>
                  <a:pt x="285" y="672"/>
                  <a:pt x="285" y="672"/>
                </a:cubicBezTo>
                <a:cubicBezTo>
                  <a:pt x="286" y="671"/>
                  <a:pt x="286" y="671"/>
                  <a:pt x="286" y="671"/>
                </a:cubicBezTo>
                <a:cubicBezTo>
                  <a:pt x="286" y="671"/>
                  <a:pt x="286" y="671"/>
                  <a:pt x="286" y="671"/>
                </a:cubicBezTo>
                <a:cubicBezTo>
                  <a:pt x="287" y="670"/>
                  <a:pt x="287" y="670"/>
                  <a:pt x="287" y="670"/>
                </a:cubicBezTo>
                <a:cubicBezTo>
                  <a:pt x="287" y="670"/>
                  <a:pt x="287" y="670"/>
                  <a:pt x="287" y="670"/>
                </a:cubicBezTo>
                <a:cubicBezTo>
                  <a:pt x="287" y="668"/>
                  <a:pt x="287" y="668"/>
                  <a:pt x="287" y="668"/>
                </a:cubicBezTo>
                <a:cubicBezTo>
                  <a:pt x="287" y="668"/>
                  <a:pt x="287" y="668"/>
                  <a:pt x="287" y="668"/>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8" y="667"/>
                  <a:pt x="288" y="667"/>
                  <a:pt x="288" y="667"/>
                </a:cubicBezTo>
                <a:cubicBezTo>
                  <a:pt x="289" y="667"/>
                  <a:pt x="289" y="667"/>
                  <a:pt x="289" y="667"/>
                </a:cubicBezTo>
                <a:cubicBezTo>
                  <a:pt x="289" y="667"/>
                  <a:pt x="289" y="667"/>
                  <a:pt x="289" y="667"/>
                </a:cubicBezTo>
                <a:cubicBezTo>
                  <a:pt x="289" y="666"/>
                  <a:pt x="289" y="666"/>
                  <a:pt x="289" y="666"/>
                </a:cubicBezTo>
                <a:cubicBezTo>
                  <a:pt x="289" y="666"/>
                  <a:pt x="289" y="666"/>
                  <a:pt x="289" y="666"/>
                </a:cubicBezTo>
                <a:cubicBezTo>
                  <a:pt x="289" y="666"/>
                  <a:pt x="289" y="666"/>
                  <a:pt x="289" y="666"/>
                </a:cubicBezTo>
                <a:cubicBezTo>
                  <a:pt x="289" y="666"/>
                  <a:pt x="289" y="666"/>
                  <a:pt x="289" y="666"/>
                </a:cubicBezTo>
                <a:cubicBezTo>
                  <a:pt x="289" y="665"/>
                  <a:pt x="289" y="665"/>
                  <a:pt x="289" y="665"/>
                </a:cubicBezTo>
                <a:cubicBezTo>
                  <a:pt x="289" y="665"/>
                  <a:pt x="289" y="665"/>
                  <a:pt x="289" y="665"/>
                </a:cubicBezTo>
                <a:cubicBezTo>
                  <a:pt x="290" y="665"/>
                  <a:pt x="290" y="665"/>
                  <a:pt x="290" y="665"/>
                </a:cubicBezTo>
                <a:cubicBezTo>
                  <a:pt x="290" y="665"/>
                  <a:pt x="290" y="665"/>
                  <a:pt x="290" y="665"/>
                </a:cubicBezTo>
                <a:cubicBezTo>
                  <a:pt x="290" y="664"/>
                  <a:pt x="290" y="664"/>
                  <a:pt x="290" y="664"/>
                </a:cubicBezTo>
                <a:cubicBezTo>
                  <a:pt x="290" y="664"/>
                  <a:pt x="290" y="664"/>
                  <a:pt x="290" y="664"/>
                </a:cubicBezTo>
                <a:cubicBezTo>
                  <a:pt x="290" y="665"/>
                  <a:pt x="290" y="665"/>
                  <a:pt x="290" y="665"/>
                </a:cubicBezTo>
                <a:cubicBezTo>
                  <a:pt x="290" y="665"/>
                  <a:pt x="290" y="665"/>
                  <a:pt x="290" y="665"/>
                </a:cubicBezTo>
                <a:cubicBezTo>
                  <a:pt x="290" y="665"/>
                  <a:pt x="290" y="665"/>
                  <a:pt x="290" y="665"/>
                </a:cubicBezTo>
                <a:cubicBezTo>
                  <a:pt x="290" y="665"/>
                  <a:pt x="290" y="665"/>
                  <a:pt x="290" y="665"/>
                </a:cubicBezTo>
                <a:cubicBezTo>
                  <a:pt x="290" y="666"/>
                  <a:pt x="290" y="666"/>
                  <a:pt x="290" y="666"/>
                </a:cubicBezTo>
                <a:cubicBezTo>
                  <a:pt x="290" y="666"/>
                  <a:pt x="290" y="666"/>
                  <a:pt x="290" y="666"/>
                </a:cubicBezTo>
                <a:cubicBezTo>
                  <a:pt x="290" y="666"/>
                  <a:pt x="290" y="666"/>
                  <a:pt x="290" y="666"/>
                </a:cubicBezTo>
                <a:cubicBezTo>
                  <a:pt x="290" y="666"/>
                  <a:pt x="290" y="666"/>
                  <a:pt x="290" y="666"/>
                </a:cubicBezTo>
                <a:cubicBezTo>
                  <a:pt x="289" y="667"/>
                  <a:pt x="289" y="667"/>
                  <a:pt x="289" y="667"/>
                </a:cubicBezTo>
                <a:cubicBezTo>
                  <a:pt x="289" y="667"/>
                  <a:pt x="289" y="667"/>
                  <a:pt x="289" y="667"/>
                </a:cubicBezTo>
                <a:cubicBezTo>
                  <a:pt x="289" y="667"/>
                  <a:pt x="289" y="667"/>
                  <a:pt x="289" y="667"/>
                </a:cubicBezTo>
                <a:cubicBezTo>
                  <a:pt x="289" y="667"/>
                  <a:pt x="289" y="667"/>
                  <a:pt x="289" y="667"/>
                </a:cubicBezTo>
                <a:cubicBezTo>
                  <a:pt x="289" y="668"/>
                  <a:pt x="289" y="668"/>
                  <a:pt x="289" y="668"/>
                </a:cubicBezTo>
                <a:cubicBezTo>
                  <a:pt x="289" y="668"/>
                  <a:pt x="289" y="668"/>
                  <a:pt x="289" y="668"/>
                </a:cubicBezTo>
                <a:cubicBezTo>
                  <a:pt x="290" y="668"/>
                  <a:pt x="290" y="668"/>
                  <a:pt x="290" y="668"/>
                </a:cubicBezTo>
                <a:cubicBezTo>
                  <a:pt x="290" y="668"/>
                  <a:pt x="290" y="668"/>
                  <a:pt x="290" y="668"/>
                </a:cubicBezTo>
                <a:cubicBezTo>
                  <a:pt x="290" y="668"/>
                  <a:pt x="290" y="668"/>
                  <a:pt x="290" y="668"/>
                </a:cubicBezTo>
                <a:cubicBezTo>
                  <a:pt x="290" y="668"/>
                  <a:pt x="290" y="668"/>
                  <a:pt x="290" y="668"/>
                </a:cubicBezTo>
                <a:cubicBezTo>
                  <a:pt x="291" y="668"/>
                  <a:pt x="291" y="668"/>
                  <a:pt x="291" y="668"/>
                </a:cubicBezTo>
                <a:cubicBezTo>
                  <a:pt x="291" y="668"/>
                  <a:pt x="291" y="668"/>
                  <a:pt x="291" y="668"/>
                </a:cubicBezTo>
                <a:cubicBezTo>
                  <a:pt x="292" y="667"/>
                  <a:pt x="292" y="667"/>
                  <a:pt x="292" y="667"/>
                </a:cubicBezTo>
                <a:cubicBezTo>
                  <a:pt x="292" y="667"/>
                  <a:pt x="292" y="667"/>
                  <a:pt x="292" y="667"/>
                </a:cubicBezTo>
                <a:cubicBezTo>
                  <a:pt x="293" y="666"/>
                  <a:pt x="293" y="666"/>
                  <a:pt x="293" y="666"/>
                </a:cubicBezTo>
                <a:cubicBezTo>
                  <a:pt x="293" y="666"/>
                  <a:pt x="293" y="666"/>
                  <a:pt x="293" y="666"/>
                </a:cubicBezTo>
                <a:cubicBezTo>
                  <a:pt x="294" y="665"/>
                  <a:pt x="294" y="665"/>
                  <a:pt x="294" y="665"/>
                </a:cubicBezTo>
                <a:cubicBezTo>
                  <a:pt x="294" y="665"/>
                  <a:pt x="294" y="665"/>
                  <a:pt x="294" y="665"/>
                </a:cubicBezTo>
                <a:cubicBezTo>
                  <a:pt x="295" y="664"/>
                  <a:pt x="295" y="664"/>
                  <a:pt x="295" y="664"/>
                </a:cubicBezTo>
                <a:cubicBezTo>
                  <a:pt x="295" y="664"/>
                  <a:pt x="295" y="664"/>
                  <a:pt x="295" y="664"/>
                </a:cubicBezTo>
                <a:cubicBezTo>
                  <a:pt x="295" y="663"/>
                  <a:pt x="295" y="663"/>
                  <a:pt x="295" y="663"/>
                </a:cubicBezTo>
                <a:cubicBezTo>
                  <a:pt x="295" y="663"/>
                  <a:pt x="295" y="663"/>
                  <a:pt x="295" y="663"/>
                </a:cubicBezTo>
                <a:cubicBezTo>
                  <a:pt x="296" y="663"/>
                  <a:pt x="296" y="663"/>
                  <a:pt x="296" y="663"/>
                </a:cubicBezTo>
                <a:cubicBezTo>
                  <a:pt x="296" y="663"/>
                  <a:pt x="296" y="663"/>
                  <a:pt x="296" y="663"/>
                </a:cubicBezTo>
                <a:cubicBezTo>
                  <a:pt x="300" y="659"/>
                  <a:pt x="300" y="659"/>
                  <a:pt x="300" y="659"/>
                </a:cubicBezTo>
                <a:cubicBezTo>
                  <a:pt x="300" y="659"/>
                  <a:pt x="300" y="659"/>
                  <a:pt x="300" y="659"/>
                </a:cubicBezTo>
                <a:cubicBezTo>
                  <a:pt x="301" y="659"/>
                  <a:pt x="301" y="659"/>
                  <a:pt x="301" y="659"/>
                </a:cubicBezTo>
                <a:cubicBezTo>
                  <a:pt x="301" y="659"/>
                  <a:pt x="301" y="659"/>
                  <a:pt x="301" y="659"/>
                </a:cubicBezTo>
                <a:cubicBezTo>
                  <a:pt x="301" y="658"/>
                  <a:pt x="301" y="658"/>
                  <a:pt x="301" y="658"/>
                </a:cubicBezTo>
                <a:cubicBezTo>
                  <a:pt x="301" y="658"/>
                  <a:pt x="301" y="658"/>
                  <a:pt x="301" y="658"/>
                </a:cubicBezTo>
                <a:cubicBezTo>
                  <a:pt x="302" y="658"/>
                  <a:pt x="302" y="658"/>
                  <a:pt x="302" y="658"/>
                </a:cubicBezTo>
                <a:cubicBezTo>
                  <a:pt x="302" y="658"/>
                  <a:pt x="302" y="658"/>
                  <a:pt x="302" y="658"/>
                </a:cubicBezTo>
                <a:cubicBezTo>
                  <a:pt x="302" y="658"/>
                  <a:pt x="302" y="658"/>
                  <a:pt x="302" y="658"/>
                </a:cubicBezTo>
                <a:cubicBezTo>
                  <a:pt x="302" y="658"/>
                  <a:pt x="302" y="658"/>
                  <a:pt x="302" y="658"/>
                </a:cubicBezTo>
                <a:cubicBezTo>
                  <a:pt x="302" y="657"/>
                  <a:pt x="302" y="657"/>
                  <a:pt x="302" y="657"/>
                </a:cubicBezTo>
                <a:cubicBezTo>
                  <a:pt x="302" y="657"/>
                  <a:pt x="302" y="657"/>
                  <a:pt x="302" y="657"/>
                </a:cubicBezTo>
                <a:cubicBezTo>
                  <a:pt x="302" y="656"/>
                  <a:pt x="302" y="656"/>
                  <a:pt x="302" y="656"/>
                </a:cubicBezTo>
                <a:cubicBezTo>
                  <a:pt x="302" y="656"/>
                  <a:pt x="302" y="656"/>
                  <a:pt x="302" y="656"/>
                </a:cubicBezTo>
                <a:cubicBezTo>
                  <a:pt x="302" y="656"/>
                  <a:pt x="302" y="656"/>
                  <a:pt x="302" y="656"/>
                </a:cubicBezTo>
                <a:cubicBezTo>
                  <a:pt x="302" y="656"/>
                  <a:pt x="302" y="656"/>
                  <a:pt x="302" y="656"/>
                </a:cubicBezTo>
                <a:cubicBezTo>
                  <a:pt x="302" y="655"/>
                  <a:pt x="302" y="655"/>
                  <a:pt x="302" y="655"/>
                </a:cubicBezTo>
                <a:cubicBezTo>
                  <a:pt x="302" y="655"/>
                  <a:pt x="302" y="655"/>
                  <a:pt x="302" y="655"/>
                </a:cubicBezTo>
                <a:cubicBezTo>
                  <a:pt x="302" y="654"/>
                  <a:pt x="302" y="654"/>
                  <a:pt x="302" y="654"/>
                </a:cubicBezTo>
                <a:cubicBezTo>
                  <a:pt x="302" y="654"/>
                  <a:pt x="302" y="654"/>
                  <a:pt x="302" y="654"/>
                </a:cubicBezTo>
                <a:cubicBezTo>
                  <a:pt x="296" y="656"/>
                  <a:pt x="296" y="656"/>
                  <a:pt x="296" y="656"/>
                </a:cubicBezTo>
                <a:cubicBezTo>
                  <a:pt x="296" y="656"/>
                  <a:pt x="296" y="656"/>
                  <a:pt x="296" y="656"/>
                </a:cubicBezTo>
                <a:cubicBezTo>
                  <a:pt x="302" y="652"/>
                  <a:pt x="302" y="652"/>
                  <a:pt x="302" y="652"/>
                </a:cubicBezTo>
                <a:cubicBezTo>
                  <a:pt x="302" y="652"/>
                  <a:pt x="302" y="652"/>
                  <a:pt x="302" y="652"/>
                </a:cubicBezTo>
                <a:cubicBezTo>
                  <a:pt x="302" y="651"/>
                  <a:pt x="302" y="651"/>
                  <a:pt x="302" y="651"/>
                </a:cubicBezTo>
                <a:cubicBezTo>
                  <a:pt x="302" y="651"/>
                  <a:pt x="302" y="651"/>
                  <a:pt x="302" y="651"/>
                </a:cubicBezTo>
                <a:cubicBezTo>
                  <a:pt x="302" y="651"/>
                  <a:pt x="302" y="651"/>
                  <a:pt x="302" y="651"/>
                </a:cubicBezTo>
                <a:cubicBezTo>
                  <a:pt x="302" y="651"/>
                  <a:pt x="302" y="651"/>
                  <a:pt x="302" y="651"/>
                </a:cubicBezTo>
                <a:cubicBezTo>
                  <a:pt x="302" y="650"/>
                  <a:pt x="302" y="650"/>
                  <a:pt x="302" y="650"/>
                </a:cubicBezTo>
                <a:cubicBezTo>
                  <a:pt x="302" y="650"/>
                  <a:pt x="302" y="650"/>
                  <a:pt x="302" y="650"/>
                </a:cubicBezTo>
                <a:cubicBezTo>
                  <a:pt x="303" y="650"/>
                  <a:pt x="303" y="650"/>
                  <a:pt x="303" y="650"/>
                </a:cubicBezTo>
                <a:cubicBezTo>
                  <a:pt x="303" y="650"/>
                  <a:pt x="303" y="650"/>
                  <a:pt x="303" y="650"/>
                </a:cubicBezTo>
                <a:cubicBezTo>
                  <a:pt x="303" y="649"/>
                  <a:pt x="303" y="649"/>
                  <a:pt x="303" y="649"/>
                </a:cubicBezTo>
                <a:cubicBezTo>
                  <a:pt x="303" y="649"/>
                  <a:pt x="303" y="649"/>
                  <a:pt x="303" y="649"/>
                </a:cubicBezTo>
                <a:cubicBezTo>
                  <a:pt x="303" y="649"/>
                  <a:pt x="303" y="649"/>
                  <a:pt x="303" y="649"/>
                </a:cubicBezTo>
                <a:cubicBezTo>
                  <a:pt x="303" y="649"/>
                  <a:pt x="303" y="649"/>
                  <a:pt x="303" y="649"/>
                </a:cubicBezTo>
                <a:cubicBezTo>
                  <a:pt x="303" y="648"/>
                  <a:pt x="303" y="648"/>
                  <a:pt x="303" y="648"/>
                </a:cubicBezTo>
                <a:cubicBezTo>
                  <a:pt x="303" y="648"/>
                  <a:pt x="303" y="648"/>
                  <a:pt x="303" y="648"/>
                </a:cubicBezTo>
                <a:cubicBezTo>
                  <a:pt x="303" y="647"/>
                  <a:pt x="303" y="647"/>
                  <a:pt x="303" y="647"/>
                </a:cubicBezTo>
                <a:cubicBezTo>
                  <a:pt x="303" y="647"/>
                  <a:pt x="303" y="647"/>
                  <a:pt x="303" y="647"/>
                </a:cubicBezTo>
                <a:cubicBezTo>
                  <a:pt x="302" y="647"/>
                  <a:pt x="302" y="647"/>
                  <a:pt x="302" y="647"/>
                </a:cubicBezTo>
                <a:cubicBezTo>
                  <a:pt x="302" y="647"/>
                  <a:pt x="302" y="647"/>
                  <a:pt x="302" y="647"/>
                </a:cubicBezTo>
                <a:cubicBezTo>
                  <a:pt x="296" y="651"/>
                  <a:pt x="296" y="651"/>
                  <a:pt x="296" y="651"/>
                </a:cubicBezTo>
                <a:cubicBezTo>
                  <a:pt x="296" y="651"/>
                  <a:pt x="296" y="651"/>
                  <a:pt x="296" y="651"/>
                </a:cubicBezTo>
                <a:cubicBezTo>
                  <a:pt x="295" y="652"/>
                  <a:pt x="295" y="652"/>
                  <a:pt x="295" y="652"/>
                </a:cubicBezTo>
                <a:cubicBezTo>
                  <a:pt x="295" y="652"/>
                  <a:pt x="295" y="652"/>
                  <a:pt x="295" y="652"/>
                </a:cubicBezTo>
                <a:cubicBezTo>
                  <a:pt x="294" y="653"/>
                  <a:pt x="294" y="653"/>
                  <a:pt x="294" y="653"/>
                </a:cubicBezTo>
                <a:cubicBezTo>
                  <a:pt x="294" y="653"/>
                  <a:pt x="294" y="653"/>
                  <a:pt x="294" y="653"/>
                </a:cubicBezTo>
                <a:cubicBezTo>
                  <a:pt x="293" y="654"/>
                  <a:pt x="293" y="654"/>
                  <a:pt x="293" y="654"/>
                </a:cubicBezTo>
                <a:cubicBezTo>
                  <a:pt x="293" y="654"/>
                  <a:pt x="293" y="654"/>
                  <a:pt x="293" y="654"/>
                </a:cubicBezTo>
                <a:cubicBezTo>
                  <a:pt x="292" y="655"/>
                  <a:pt x="292" y="655"/>
                  <a:pt x="292" y="655"/>
                </a:cubicBezTo>
                <a:cubicBezTo>
                  <a:pt x="292" y="655"/>
                  <a:pt x="292" y="655"/>
                  <a:pt x="292" y="655"/>
                </a:cubicBezTo>
                <a:cubicBezTo>
                  <a:pt x="290" y="656"/>
                  <a:pt x="290" y="656"/>
                  <a:pt x="290" y="656"/>
                </a:cubicBezTo>
                <a:cubicBezTo>
                  <a:pt x="290" y="656"/>
                  <a:pt x="290" y="656"/>
                  <a:pt x="290" y="656"/>
                </a:cubicBezTo>
                <a:cubicBezTo>
                  <a:pt x="289" y="656"/>
                  <a:pt x="289" y="656"/>
                  <a:pt x="289" y="656"/>
                </a:cubicBezTo>
                <a:cubicBezTo>
                  <a:pt x="289" y="656"/>
                  <a:pt x="289" y="656"/>
                  <a:pt x="289" y="656"/>
                </a:cubicBezTo>
                <a:cubicBezTo>
                  <a:pt x="287" y="656"/>
                  <a:pt x="287" y="656"/>
                  <a:pt x="287" y="656"/>
                </a:cubicBezTo>
                <a:cubicBezTo>
                  <a:pt x="287" y="656"/>
                  <a:pt x="287" y="656"/>
                  <a:pt x="287" y="656"/>
                </a:cubicBezTo>
                <a:cubicBezTo>
                  <a:pt x="286" y="656"/>
                  <a:pt x="286" y="656"/>
                  <a:pt x="286" y="656"/>
                </a:cubicBezTo>
                <a:cubicBezTo>
                  <a:pt x="286" y="656"/>
                  <a:pt x="286" y="656"/>
                  <a:pt x="286" y="656"/>
                </a:cubicBezTo>
                <a:cubicBezTo>
                  <a:pt x="285" y="656"/>
                  <a:pt x="285" y="656"/>
                  <a:pt x="285" y="656"/>
                </a:cubicBezTo>
                <a:cubicBezTo>
                  <a:pt x="285" y="656"/>
                  <a:pt x="285" y="656"/>
                  <a:pt x="285" y="656"/>
                </a:cubicBezTo>
                <a:cubicBezTo>
                  <a:pt x="284" y="656"/>
                  <a:pt x="284" y="656"/>
                  <a:pt x="284" y="656"/>
                </a:cubicBezTo>
                <a:cubicBezTo>
                  <a:pt x="284" y="656"/>
                  <a:pt x="284" y="656"/>
                  <a:pt x="284" y="656"/>
                </a:cubicBezTo>
                <a:cubicBezTo>
                  <a:pt x="283" y="656"/>
                  <a:pt x="283" y="656"/>
                  <a:pt x="283" y="656"/>
                </a:cubicBezTo>
                <a:cubicBezTo>
                  <a:pt x="283" y="656"/>
                  <a:pt x="283" y="656"/>
                  <a:pt x="283" y="656"/>
                </a:cubicBezTo>
                <a:cubicBezTo>
                  <a:pt x="282" y="656"/>
                  <a:pt x="282" y="656"/>
                  <a:pt x="282" y="656"/>
                </a:cubicBezTo>
                <a:cubicBezTo>
                  <a:pt x="282" y="656"/>
                  <a:pt x="282" y="656"/>
                  <a:pt x="282" y="656"/>
                </a:cubicBezTo>
                <a:cubicBezTo>
                  <a:pt x="281" y="655"/>
                  <a:pt x="281" y="655"/>
                  <a:pt x="281" y="655"/>
                </a:cubicBezTo>
                <a:cubicBezTo>
                  <a:pt x="281" y="655"/>
                  <a:pt x="281" y="655"/>
                  <a:pt x="281" y="655"/>
                </a:cubicBezTo>
                <a:cubicBezTo>
                  <a:pt x="281" y="655"/>
                  <a:pt x="281" y="655"/>
                  <a:pt x="281" y="655"/>
                </a:cubicBezTo>
                <a:cubicBezTo>
                  <a:pt x="281" y="655"/>
                  <a:pt x="281" y="655"/>
                  <a:pt x="281" y="655"/>
                </a:cubicBezTo>
                <a:cubicBezTo>
                  <a:pt x="280" y="654"/>
                  <a:pt x="280" y="654"/>
                  <a:pt x="280" y="654"/>
                </a:cubicBezTo>
                <a:cubicBezTo>
                  <a:pt x="280" y="654"/>
                  <a:pt x="280" y="654"/>
                  <a:pt x="280" y="654"/>
                </a:cubicBezTo>
                <a:cubicBezTo>
                  <a:pt x="280" y="654"/>
                  <a:pt x="280" y="654"/>
                  <a:pt x="280" y="654"/>
                </a:cubicBezTo>
                <a:cubicBezTo>
                  <a:pt x="280" y="654"/>
                  <a:pt x="280" y="654"/>
                  <a:pt x="280" y="654"/>
                </a:cubicBezTo>
                <a:cubicBezTo>
                  <a:pt x="288" y="650"/>
                  <a:pt x="288" y="650"/>
                  <a:pt x="288" y="650"/>
                </a:cubicBezTo>
                <a:cubicBezTo>
                  <a:pt x="288" y="650"/>
                  <a:pt x="288" y="650"/>
                  <a:pt x="288" y="650"/>
                </a:cubicBezTo>
                <a:cubicBezTo>
                  <a:pt x="302" y="644"/>
                  <a:pt x="302" y="644"/>
                  <a:pt x="302" y="644"/>
                </a:cubicBezTo>
                <a:cubicBezTo>
                  <a:pt x="302" y="644"/>
                  <a:pt x="302" y="644"/>
                  <a:pt x="302" y="644"/>
                </a:cubicBezTo>
                <a:cubicBezTo>
                  <a:pt x="302" y="642"/>
                  <a:pt x="302" y="642"/>
                  <a:pt x="302" y="642"/>
                </a:cubicBezTo>
                <a:cubicBezTo>
                  <a:pt x="302" y="642"/>
                  <a:pt x="302" y="642"/>
                  <a:pt x="302" y="642"/>
                </a:cubicBezTo>
                <a:cubicBezTo>
                  <a:pt x="303" y="639"/>
                  <a:pt x="303" y="639"/>
                  <a:pt x="303" y="639"/>
                </a:cubicBezTo>
                <a:cubicBezTo>
                  <a:pt x="303" y="639"/>
                  <a:pt x="303" y="639"/>
                  <a:pt x="303" y="639"/>
                </a:cubicBezTo>
                <a:cubicBezTo>
                  <a:pt x="303" y="636"/>
                  <a:pt x="303" y="636"/>
                  <a:pt x="303" y="636"/>
                </a:cubicBezTo>
                <a:cubicBezTo>
                  <a:pt x="303" y="636"/>
                  <a:pt x="303" y="636"/>
                  <a:pt x="303" y="636"/>
                </a:cubicBezTo>
                <a:cubicBezTo>
                  <a:pt x="303" y="632"/>
                  <a:pt x="303" y="632"/>
                  <a:pt x="303" y="632"/>
                </a:cubicBezTo>
                <a:cubicBezTo>
                  <a:pt x="303" y="632"/>
                  <a:pt x="303" y="632"/>
                  <a:pt x="303" y="632"/>
                </a:cubicBezTo>
                <a:cubicBezTo>
                  <a:pt x="302" y="630"/>
                  <a:pt x="302" y="630"/>
                  <a:pt x="302" y="630"/>
                </a:cubicBezTo>
                <a:cubicBezTo>
                  <a:pt x="302" y="630"/>
                  <a:pt x="302" y="630"/>
                  <a:pt x="302" y="630"/>
                </a:cubicBezTo>
                <a:cubicBezTo>
                  <a:pt x="302" y="627"/>
                  <a:pt x="302" y="627"/>
                  <a:pt x="302" y="627"/>
                </a:cubicBezTo>
                <a:cubicBezTo>
                  <a:pt x="302" y="627"/>
                  <a:pt x="302" y="627"/>
                  <a:pt x="302" y="627"/>
                </a:cubicBezTo>
                <a:cubicBezTo>
                  <a:pt x="302" y="624"/>
                  <a:pt x="302" y="624"/>
                  <a:pt x="302" y="624"/>
                </a:cubicBezTo>
                <a:cubicBezTo>
                  <a:pt x="302" y="624"/>
                  <a:pt x="302" y="624"/>
                  <a:pt x="302" y="624"/>
                </a:cubicBezTo>
                <a:cubicBezTo>
                  <a:pt x="302" y="621"/>
                  <a:pt x="302" y="621"/>
                  <a:pt x="302" y="621"/>
                </a:cubicBezTo>
                <a:cubicBezTo>
                  <a:pt x="303" y="621"/>
                  <a:pt x="303" y="621"/>
                  <a:pt x="303" y="621"/>
                </a:cubicBezTo>
                <a:cubicBezTo>
                  <a:pt x="309" y="625"/>
                  <a:pt x="309" y="625"/>
                  <a:pt x="309" y="625"/>
                </a:cubicBezTo>
                <a:cubicBezTo>
                  <a:pt x="309" y="625"/>
                  <a:pt x="309" y="625"/>
                  <a:pt x="309" y="625"/>
                </a:cubicBezTo>
                <a:cubicBezTo>
                  <a:pt x="309" y="627"/>
                  <a:pt x="309" y="627"/>
                  <a:pt x="309" y="627"/>
                </a:cubicBezTo>
                <a:cubicBezTo>
                  <a:pt x="309" y="627"/>
                  <a:pt x="309" y="627"/>
                  <a:pt x="309" y="627"/>
                </a:cubicBezTo>
                <a:cubicBezTo>
                  <a:pt x="309" y="628"/>
                  <a:pt x="309" y="628"/>
                  <a:pt x="309" y="628"/>
                </a:cubicBezTo>
                <a:cubicBezTo>
                  <a:pt x="309" y="628"/>
                  <a:pt x="309" y="628"/>
                  <a:pt x="309" y="628"/>
                </a:cubicBezTo>
                <a:cubicBezTo>
                  <a:pt x="309" y="630"/>
                  <a:pt x="309" y="630"/>
                  <a:pt x="309" y="630"/>
                </a:cubicBezTo>
                <a:cubicBezTo>
                  <a:pt x="309" y="630"/>
                  <a:pt x="309" y="630"/>
                  <a:pt x="309" y="630"/>
                </a:cubicBezTo>
                <a:cubicBezTo>
                  <a:pt x="309" y="631"/>
                  <a:pt x="309" y="631"/>
                  <a:pt x="309" y="631"/>
                </a:cubicBezTo>
                <a:cubicBezTo>
                  <a:pt x="309" y="631"/>
                  <a:pt x="309" y="631"/>
                  <a:pt x="309" y="631"/>
                </a:cubicBezTo>
                <a:cubicBezTo>
                  <a:pt x="309" y="633"/>
                  <a:pt x="309" y="633"/>
                  <a:pt x="309" y="633"/>
                </a:cubicBezTo>
                <a:cubicBezTo>
                  <a:pt x="309" y="633"/>
                  <a:pt x="309" y="633"/>
                  <a:pt x="309" y="633"/>
                </a:cubicBezTo>
                <a:cubicBezTo>
                  <a:pt x="308" y="634"/>
                  <a:pt x="308" y="634"/>
                  <a:pt x="308" y="634"/>
                </a:cubicBezTo>
                <a:cubicBezTo>
                  <a:pt x="308" y="634"/>
                  <a:pt x="308" y="634"/>
                  <a:pt x="308" y="634"/>
                </a:cubicBezTo>
                <a:cubicBezTo>
                  <a:pt x="308" y="635"/>
                  <a:pt x="308" y="635"/>
                  <a:pt x="308" y="635"/>
                </a:cubicBezTo>
                <a:cubicBezTo>
                  <a:pt x="308" y="635"/>
                  <a:pt x="308" y="635"/>
                  <a:pt x="308" y="635"/>
                </a:cubicBezTo>
                <a:cubicBezTo>
                  <a:pt x="308" y="636"/>
                  <a:pt x="308" y="636"/>
                  <a:pt x="308" y="636"/>
                </a:cubicBezTo>
                <a:cubicBezTo>
                  <a:pt x="308" y="636"/>
                  <a:pt x="308" y="636"/>
                  <a:pt x="308" y="636"/>
                </a:cubicBezTo>
                <a:cubicBezTo>
                  <a:pt x="307" y="637"/>
                  <a:pt x="307" y="637"/>
                  <a:pt x="307" y="637"/>
                </a:cubicBezTo>
                <a:cubicBezTo>
                  <a:pt x="307" y="637"/>
                  <a:pt x="307" y="637"/>
                  <a:pt x="307" y="637"/>
                </a:cubicBezTo>
                <a:cubicBezTo>
                  <a:pt x="307" y="638"/>
                  <a:pt x="307" y="638"/>
                  <a:pt x="307" y="638"/>
                </a:cubicBezTo>
                <a:cubicBezTo>
                  <a:pt x="307" y="638"/>
                  <a:pt x="307" y="638"/>
                  <a:pt x="307" y="638"/>
                </a:cubicBezTo>
                <a:cubicBezTo>
                  <a:pt x="307" y="638"/>
                  <a:pt x="307" y="638"/>
                  <a:pt x="307" y="638"/>
                </a:cubicBezTo>
                <a:cubicBezTo>
                  <a:pt x="307" y="638"/>
                  <a:pt x="307" y="638"/>
                  <a:pt x="307" y="638"/>
                </a:cubicBezTo>
                <a:cubicBezTo>
                  <a:pt x="307" y="639"/>
                  <a:pt x="307" y="639"/>
                  <a:pt x="307" y="639"/>
                </a:cubicBezTo>
                <a:cubicBezTo>
                  <a:pt x="307" y="639"/>
                  <a:pt x="307" y="639"/>
                  <a:pt x="307" y="639"/>
                </a:cubicBezTo>
                <a:cubicBezTo>
                  <a:pt x="307" y="639"/>
                  <a:pt x="307" y="639"/>
                  <a:pt x="307" y="639"/>
                </a:cubicBezTo>
                <a:cubicBezTo>
                  <a:pt x="307" y="639"/>
                  <a:pt x="307" y="639"/>
                  <a:pt x="307" y="639"/>
                </a:cubicBezTo>
                <a:cubicBezTo>
                  <a:pt x="307" y="640"/>
                  <a:pt x="307" y="640"/>
                  <a:pt x="307" y="640"/>
                </a:cubicBezTo>
                <a:cubicBezTo>
                  <a:pt x="307" y="640"/>
                  <a:pt x="307" y="640"/>
                  <a:pt x="307" y="640"/>
                </a:cubicBezTo>
                <a:cubicBezTo>
                  <a:pt x="307" y="641"/>
                  <a:pt x="307" y="641"/>
                  <a:pt x="307" y="641"/>
                </a:cubicBezTo>
                <a:cubicBezTo>
                  <a:pt x="307" y="641"/>
                  <a:pt x="307" y="641"/>
                  <a:pt x="307" y="641"/>
                </a:cubicBezTo>
                <a:cubicBezTo>
                  <a:pt x="307" y="641"/>
                  <a:pt x="307" y="641"/>
                  <a:pt x="307" y="641"/>
                </a:cubicBezTo>
                <a:cubicBezTo>
                  <a:pt x="307" y="641"/>
                  <a:pt x="307" y="641"/>
                  <a:pt x="307" y="641"/>
                </a:cubicBezTo>
                <a:cubicBezTo>
                  <a:pt x="308" y="642"/>
                  <a:pt x="308" y="642"/>
                  <a:pt x="308" y="642"/>
                </a:cubicBezTo>
                <a:cubicBezTo>
                  <a:pt x="308" y="642"/>
                  <a:pt x="308" y="642"/>
                  <a:pt x="308" y="642"/>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8" y="638"/>
                  <a:pt x="318" y="638"/>
                  <a:pt x="318" y="638"/>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19" y="639"/>
                  <a:pt x="319" y="639"/>
                  <a:pt x="319" y="639"/>
                </a:cubicBezTo>
                <a:cubicBezTo>
                  <a:pt x="320" y="639"/>
                  <a:pt x="320" y="639"/>
                  <a:pt x="320" y="639"/>
                </a:cubicBezTo>
                <a:cubicBezTo>
                  <a:pt x="320" y="639"/>
                  <a:pt x="320" y="639"/>
                  <a:pt x="320" y="639"/>
                </a:cubicBezTo>
                <a:cubicBezTo>
                  <a:pt x="320" y="639"/>
                  <a:pt x="320" y="639"/>
                  <a:pt x="320" y="639"/>
                </a:cubicBezTo>
                <a:cubicBezTo>
                  <a:pt x="320" y="639"/>
                  <a:pt x="320" y="639"/>
                  <a:pt x="320" y="639"/>
                </a:cubicBezTo>
                <a:cubicBezTo>
                  <a:pt x="320" y="640"/>
                  <a:pt x="320" y="640"/>
                  <a:pt x="320" y="640"/>
                </a:cubicBezTo>
                <a:cubicBezTo>
                  <a:pt x="320" y="640"/>
                  <a:pt x="320" y="640"/>
                  <a:pt x="320" y="640"/>
                </a:cubicBezTo>
                <a:cubicBezTo>
                  <a:pt x="320" y="640"/>
                  <a:pt x="320" y="640"/>
                  <a:pt x="320" y="640"/>
                </a:cubicBezTo>
                <a:cubicBezTo>
                  <a:pt x="320" y="640"/>
                  <a:pt x="320" y="640"/>
                  <a:pt x="320" y="640"/>
                </a:cubicBezTo>
                <a:cubicBezTo>
                  <a:pt x="319" y="641"/>
                  <a:pt x="319" y="641"/>
                  <a:pt x="319" y="641"/>
                </a:cubicBezTo>
                <a:cubicBezTo>
                  <a:pt x="319" y="641"/>
                  <a:pt x="319" y="641"/>
                  <a:pt x="319" y="641"/>
                </a:cubicBezTo>
                <a:cubicBezTo>
                  <a:pt x="319" y="641"/>
                  <a:pt x="319" y="641"/>
                  <a:pt x="319" y="641"/>
                </a:cubicBezTo>
                <a:cubicBezTo>
                  <a:pt x="319" y="641"/>
                  <a:pt x="319" y="641"/>
                  <a:pt x="319" y="641"/>
                </a:cubicBezTo>
                <a:cubicBezTo>
                  <a:pt x="318" y="641"/>
                  <a:pt x="318" y="641"/>
                  <a:pt x="318" y="641"/>
                </a:cubicBezTo>
                <a:cubicBezTo>
                  <a:pt x="318" y="641"/>
                  <a:pt x="318" y="641"/>
                  <a:pt x="318" y="641"/>
                </a:cubicBezTo>
                <a:cubicBezTo>
                  <a:pt x="318" y="641"/>
                  <a:pt x="318" y="641"/>
                  <a:pt x="318" y="641"/>
                </a:cubicBezTo>
                <a:cubicBezTo>
                  <a:pt x="318" y="641"/>
                  <a:pt x="318" y="641"/>
                  <a:pt x="318" y="641"/>
                </a:cubicBezTo>
                <a:cubicBezTo>
                  <a:pt x="317" y="641"/>
                  <a:pt x="317" y="641"/>
                  <a:pt x="317" y="641"/>
                </a:cubicBezTo>
                <a:cubicBezTo>
                  <a:pt x="317" y="641"/>
                  <a:pt x="317" y="641"/>
                  <a:pt x="317" y="641"/>
                </a:cubicBezTo>
                <a:cubicBezTo>
                  <a:pt x="317" y="641"/>
                  <a:pt x="317" y="641"/>
                  <a:pt x="317" y="641"/>
                </a:cubicBezTo>
                <a:cubicBezTo>
                  <a:pt x="317" y="641"/>
                  <a:pt x="317" y="641"/>
                  <a:pt x="317" y="641"/>
                </a:cubicBezTo>
                <a:cubicBezTo>
                  <a:pt x="316" y="641"/>
                  <a:pt x="316" y="641"/>
                  <a:pt x="316" y="641"/>
                </a:cubicBezTo>
                <a:cubicBezTo>
                  <a:pt x="316" y="641"/>
                  <a:pt x="316" y="641"/>
                  <a:pt x="316" y="641"/>
                </a:cubicBezTo>
                <a:cubicBezTo>
                  <a:pt x="316" y="641"/>
                  <a:pt x="316" y="641"/>
                  <a:pt x="316" y="641"/>
                </a:cubicBezTo>
                <a:cubicBezTo>
                  <a:pt x="316" y="641"/>
                  <a:pt x="316" y="641"/>
                  <a:pt x="316" y="641"/>
                </a:cubicBezTo>
                <a:cubicBezTo>
                  <a:pt x="307" y="649"/>
                  <a:pt x="307" y="649"/>
                  <a:pt x="307" y="649"/>
                </a:cubicBezTo>
                <a:cubicBezTo>
                  <a:pt x="307" y="649"/>
                  <a:pt x="307" y="649"/>
                  <a:pt x="307" y="649"/>
                </a:cubicBezTo>
                <a:cubicBezTo>
                  <a:pt x="306" y="650"/>
                  <a:pt x="306" y="650"/>
                  <a:pt x="306" y="650"/>
                </a:cubicBezTo>
                <a:cubicBezTo>
                  <a:pt x="306" y="650"/>
                  <a:pt x="306" y="650"/>
                  <a:pt x="306" y="650"/>
                </a:cubicBezTo>
                <a:cubicBezTo>
                  <a:pt x="306" y="650"/>
                  <a:pt x="306" y="650"/>
                  <a:pt x="306" y="650"/>
                </a:cubicBezTo>
                <a:cubicBezTo>
                  <a:pt x="306" y="650"/>
                  <a:pt x="306" y="650"/>
                  <a:pt x="306" y="650"/>
                </a:cubicBezTo>
                <a:cubicBezTo>
                  <a:pt x="306" y="651"/>
                  <a:pt x="306" y="651"/>
                  <a:pt x="306" y="651"/>
                </a:cubicBezTo>
                <a:cubicBezTo>
                  <a:pt x="306" y="651"/>
                  <a:pt x="306" y="651"/>
                  <a:pt x="306" y="651"/>
                </a:cubicBezTo>
                <a:cubicBezTo>
                  <a:pt x="306" y="651"/>
                  <a:pt x="306" y="651"/>
                  <a:pt x="306" y="651"/>
                </a:cubicBezTo>
                <a:cubicBezTo>
                  <a:pt x="306" y="651"/>
                  <a:pt x="306" y="651"/>
                  <a:pt x="306" y="651"/>
                </a:cubicBezTo>
                <a:cubicBezTo>
                  <a:pt x="306" y="652"/>
                  <a:pt x="306" y="652"/>
                  <a:pt x="306" y="652"/>
                </a:cubicBezTo>
                <a:cubicBezTo>
                  <a:pt x="306" y="652"/>
                  <a:pt x="306" y="652"/>
                  <a:pt x="306" y="652"/>
                </a:cubicBezTo>
                <a:cubicBezTo>
                  <a:pt x="306" y="652"/>
                  <a:pt x="306" y="652"/>
                  <a:pt x="306" y="652"/>
                </a:cubicBezTo>
                <a:cubicBezTo>
                  <a:pt x="306" y="652"/>
                  <a:pt x="306" y="652"/>
                  <a:pt x="306" y="652"/>
                </a:cubicBezTo>
                <a:cubicBezTo>
                  <a:pt x="306" y="653"/>
                  <a:pt x="306" y="653"/>
                  <a:pt x="306" y="653"/>
                </a:cubicBezTo>
                <a:cubicBezTo>
                  <a:pt x="306" y="653"/>
                  <a:pt x="306" y="653"/>
                  <a:pt x="306" y="653"/>
                </a:cubicBezTo>
                <a:cubicBezTo>
                  <a:pt x="307" y="653"/>
                  <a:pt x="307" y="653"/>
                  <a:pt x="307" y="653"/>
                </a:cubicBezTo>
                <a:cubicBezTo>
                  <a:pt x="307" y="653"/>
                  <a:pt x="307" y="653"/>
                  <a:pt x="307" y="653"/>
                </a:cubicBezTo>
                <a:cubicBezTo>
                  <a:pt x="308" y="653"/>
                  <a:pt x="308" y="653"/>
                  <a:pt x="308" y="653"/>
                </a:cubicBezTo>
                <a:cubicBezTo>
                  <a:pt x="308" y="653"/>
                  <a:pt x="308" y="653"/>
                  <a:pt x="308" y="653"/>
                </a:cubicBezTo>
                <a:cubicBezTo>
                  <a:pt x="310" y="652"/>
                  <a:pt x="310" y="652"/>
                  <a:pt x="310" y="652"/>
                </a:cubicBezTo>
                <a:cubicBezTo>
                  <a:pt x="310" y="652"/>
                  <a:pt x="310" y="652"/>
                  <a:pt x="310" y="652"/>
                </a:cubicBezTo>
                <a:cubicBezTo>
                  <a:pt x="311" y="650"/>
                  <a:pt x="311" y="650"/>
                  <a:pt x="311" y="650"/>
                </a:cubicBezTo>
                <a:cubicBezTo>
                  <a:pt x="311" y="650"/>
                  <a:pt x="311" y="650"/>
                  <a:pt x="311" y="650"/>
                </a:cubicBezTo>
                <a:cubicBezTo>
                  <a:pt x="312" y="649"/>
                  <a:pt x="312" y="649"/>
                  <a:pt x="312" y="649"/>
                </a:cubicBezTo>
                <a:cubicBezTo>
                  <a:pt x="312" y="649"/>
                  <a:pt x="312" y="649"/>
                  <a:pt x="312" y="649"/>
                </a:cubicBezTo>
                <a:cubicBezTo>
                  <a:pt x="314" y="649"/>
                  <a:pt x="314" y="649"/>
                  <a:pt x="314" y="649"/>
                </a:cubicBezTo>
                <a:cubicBezTo>
                  <a:pt x="314" y="649"/>
                  <a:pt x="314" y="649"/>
                  <a:pt x="314" y="649"/>
                </a:cubicBezTo>
                <a:cubicBezTo>
                  <a:pt x="315" y="648"/>
                  <a:pt x="315" y="648"/>
                  <a:pt x="315" y="648"/>
                </a:cubicBezTo>
                <a:cubicBezTo>
                  <a:pt x="315" y="648"/>
                  <a:pt x="315" y="648"/>
                  <a:pt x="315" y="648"/>
                </a:cubicBezTo>
                <a:cubicBezTo>
                  <a:pt x="317" y="648"/>
                  <a:pt x="317" y="648"/>
                  <a:pt x="317" y="648"/>
                </a:cubicBezTo>
                <a:cubicBezTo>
                  <a:pt x="317" y="648"/>
                  <a:pt x="317" y="648"/>
                  <a:pt x="317" y="648"/>
                </a:cubicBezTo>
                <a:cubicBezTo>
                  <a:pt x="319" y="648"/>
                  <a:pt x="319" y="648"/>
                  <a:pt x="319" y="648"/>
                </a:cubicBezTo>
                <a:cubicBezTo>
                  <a:pt x="319" y="648"/>
                  <a:pt x="319" y="648"/>
                  <a:pt x="319" y="648"/>
                </a:cubicBezTo>
                <a:cubicBezTo>
                  <a:pt x="320" y="648"/>
                  <a:pt x="320" y="648"/>
                  <a:pt x="320" y="648"/>
                </a:cubicBezTo>
                <a:cubicBezTo>
                  <a:pt x="320" y="648"/>
                  <a:pt x="320" y="648"/>
                  <a:pt x="320" y="648"/>
                </a:cubicBezTo>
                <a:cubicBezTo>
                  <a:pt x="320" y="649"/>
                  <a:pt x="320" y="649"/>
                  <a:pt x="320" y="649"/>
                </a:cubicBezTo>
                <a:cubicBezTo>
                  <a:pt x="320" y="649"/>
                  <a:pt x="320" y="649"/>
                  <a:pt x="320" y="649"/>
                </a:cubicBezTo>
                <a:cubicBezTo>
                  <a:pt x="321" y="649"/>
                  <a:pt x="321" y="649"/>
                  <a:pt x="321" y="649"/>
                </a:cubicBezTo>
                <a:cubicBezTo>
                  <a:pt x="321" y="649"/>
                  <a:pt x="321" y="649"/>
                  <a:pt x="321" y="649"/>
                </a:cubicBezTo>
                <a:cubicBezTo>
                  <a:pt x="321" y="650"/>
                  <a:pt x="321" y="650"/>
                  <a:pt x="321" y="650"/>
                </a:cubicBezTo>
                <a:cubicBezTo>
                  <a:pt x="321" y="650"/>
                  <a:pt x="321" y="650"/>
                  <a:pt x="321" y="650"/>
                </a:cubicBezTo>
                <a:cubicBezTo>
                  <a:pt x="321" y="651"/>
                  <a:pt x="321" y="651"/>
                  <a:pt x="321" y="651"/>
                </a:cubicBezTo>
                <a:cubicBezTo>
                  <a:pt x="321" y="651"/>
                  <a:pt x="321" y="651"/>
                  <a:pt x="321" y="651"/>
                </a:cubicBezTo>
                <a:cubicBezTo>
                  <a:pt x="321" y="651"/>
                  <a:pt x="321" y="651"/>
                  <a:pt x="321" y="651"/>
                </a:cubicBezTo>
                <a:cubicBezTo>
                  <a:pt x="321" y="651"/>
                  <a:pt x="321" y="651"/>
                  <a:pt x="321" y="651"/>
                </a:cubicBezTo>
                <a:cubicBezTo>
                  <a:pt x="321" y="652"/>
                  <a:pt x="321" y="652"/>
                  <a:pt x="321" y="652"/>
                </a:cubicBezTo>
                <a:cubicBezTo>
                  <a:pt x="321" y="652"/>
                  <a:pt x="321" y="652"/>
                  <a:pt x="321" y="652"/>
                </a:cubicBezTo>
                <a:cubicBezTo>
                  <a:pt x="322" y="653"/>
                  <a:pt x="322" y="653"/>
                  <a:pt x="322" y="653"/>
                </a:cubicBezTo>
                <a:cubicBezTo>
                  <a:pt x="322" y="653"/>
                  <a:pt x="322" y="653"/>
                  <a:pt x="322" y="653"/>
                </a:cubicBezTo>
                <a:cubicBezTo>
                  <a:pt x="315" y="659"/>
                  <a:pt x="315" y="659"/>
                  <a:pt x="315" y="659"/>
                </a:cubicBezTo>
                <a:cubicBezTo>
                  <a:pt x="315" y="659"/>
                  <a:pt x="315" y="659"/>
                  <a:pt x="315" y="659"/>
                </a:cubicBezTo>
                <a:cubicBezTo>
                  <a:pt x="309" y="664"/>
                  <a:pt x="309" y="664"/>
                  <a:pt x="309" y="664"/>
                </a:cubicBezTo>
                <a:cubicBezTo>
                  <a:pt x="309" y="664"/>
                  <a:pt x="309" y="664"/>
                  <a:pt x="309" y="664"/>
                </a:cubicBezTo>
                <a:cubicBezTo>
                  <a:pt x="304" y="669"/>
                  <a:pt x="304" y="669"/>
                  <a:pt x="304" y="669"/>
                </a:cubicBezTo>
                <a:cubicBezTo>
                  <a:pt x="304" y="669"/>
                  <a:pt x="304" y="669"/>
                  <a:pt x="304" y="669"/>
                </a:cubicBezTo>
                <a:cubicBezTo>
                  <a:pt x="303" y="676"/>
                  <a:pt x="303" y="676"/>
                  <a:pt x="303" y="676"/>
                </a:cubicBezTo>
                <a:cubicBezTo>
                  <a:pt x="303" y="676"/>
                  <a:pt x="303" y="676"/>
                  <a:pt x="303" y="676"/>
                </a:cubicBezTo>
                <a:cubicBezTo>
                  <a:pt x="304" y="676"/>
                  <a:pt x="304" y="676"/>
                  <a:pt x="304" y="676"/>
                </a:cubicBezTo>
                <a:cubicBezTo>
                  <a:pt x="304" y="676"/>
                  <a:pt x="304" y="676"/>
                  <a:pt x="304" y="676"/>
                </a:cubicBezTo>
                <a:cubicBezTo>
                  <a:pt x="305" y="676"/>
                  <a:pt x="305" y="676"/>
                  <a:pt x="305" y="676"/>
                </a:cubicBezTo>
                <a:cubicBezTo>
                  <a:pt x="305" y="676"/>
                  <a:pt x="305" y="676"/>
                  <a:pt x="305" y="676"/>
                </a:cubicBezTo>
                <a:cubicBezTo>
                  <a:pt x="305" y="676"/>
                  <a:pt x="305" y="676"/>
                  <a:pt x="305" y="676"/>
                </a:cubicBezTo>
                <a:cubicBezTo>
                  <a:pt x="305" y="676"/>
                  <a:pt x="305" y="676"/>
                  <a:pt x="305" y="676"/>
                </a:cubicBezTo>
                <a:cubicBezTo>
                  <a:pt x="306" y="676"/>
                  <a:pt x="306" y="676"/>
                  <a:pt x="306" y="676"/>
                </a:cubicBezTo>
                <a:cubicBezTo>
                  <a:pt x="306" y="676"/>
                  <a:pt x="306" y="676"/>
                  <a:pt x="306" y="676"/>
                </a:cubicBezTo>
                <a:cubicBezTo>
                  <a:pt x="306" y="675"/>
                  <a:pt x="306" y="675"/>
                  <a:pt x="306" y="675"/>
                </a:cubicBezTo>
                <a:cubicBezTo>
                  <a:pt x="306" y="675"/>
                  <a:pt x="306" y="675"/>
                  <a:pt x="306" y="675"/>
                </a:cubicBezTo>
                <a:cubicBezTo>
                  <a:pt x="307" y="674"/>
                  <a:pt x="307" y="674"/>
                  <a:pt x="307" y="674"/>
                </a:cubicBezTo>
                <a:cubicBezTo>
                  <a:pt x="307" y="674"/>
                  <a:pt x="307" y="674"/>
                  <a:pt x="307" y="674"/>
                </a:cubicBezTo>
                <a:cubicBezTo>
                  <a:pt x="307" y="674"/>
                  <a:pt x="307" y="674"/>
                  <a:pt x="307" y="674"/>
                </a:cubicBezTo>
                <a:cubicBezTo>
                  <a:pt x="307" y="674"/>
                  <a:pt x="307" y="674"/>
                  <a:pt x="307" y="674"/>
                </a:cubicBezTo>
                <a:cubicBezTo>
                  <a:pt x="308" y="673"/>
                  <a:pt x="308" y="673"/>
                  <a:pt x="308" y="673"/>
                </a:cubicBezTo>
                <a:cubicBezTo>
                  <a:pt x="308" y="673"/>
                  <a:pt x="308" y="673"/>
                  <a:pt x="308" y="673"/>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2"/>
                  <a:pt x="308" y="672"/>
                  <a:pt x="308" y="672"/>
                </a:cubicBezTo>
                <a:cubicBezTo>
                  <a:pt x="308" y="671"/>
                  <a:pt x="308" y="671"/>
                  <a:pt x="308" y="671"/>
                </a:cubicBezTo>
                <a:cubicBezTo>
                  <a:pt x="308" y="671"/>
                  <a:pt x="308" y="671"/>
                  <a:pt x="308" y="671"/>
                </a:cubicBezTo>
                <a:cubicBezTo>
                  <a:pt x="308" y="671"/>
                  <a:pt x="308" y="671"/>
                  <a:pt x="308" y="671"/>
                </a:cubicBezTo>
                <a:cubicBezTo>
                  <a:pt x="308" y="671"/>
                  <a:pt x="308" y="671"/>
                  <a:pt x="308" y="671"/>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8" y="670"/>
                  <a:pt x="308" y="670"/>
                  <a:pt x="308" y="670"/>
                </a:cubicBezTo>
                <a:cubicBezTo>
                  <a:pt x="309" y="670"/>
                  <a:pt x="309" y="670"/>
                  <a:pt x="309" y="670"/>
                </a:cubicBezTo>
                <a:cubicBezTo>
                  <a:pt x="309" y="670"/>
                  <a:pt x="309" y="670"/>
                  <a:pt x="309" y="670"/>
                </a:cubicBezTo>
                <a:cubicBezTo>
                  <a:pt x="309" y="671"/>
                  <a:pt x="309" y="671"/>
                  <a:pt x="309" y="671"/>
                </a:cubicBezTo>
                <a:cubicBezTo>
                  <a:pt x="309" y="671"/>
                  <a:pt x="309" y="671"/>
                  <a:pt x="309" y="671"/>
                </a:cubicBezTo>
                <a:cubicBezTo>
                  <a:pt x="309" y="672"/>
                  <a:pt x="309" y="672"/>
                  <a:pt x="309" y="672"/>
                </a:cubicBezTo>
                <a:cubicBezTo>
                  <a:pt x="309" y="672"/>
                  <a:pt x="309" y="672"/>
                  <a:pt x="309" y="672"/>
                </a:cubicBezTo>
                <a:cubicBezTo>
                  <a:pt x="309" y="673"/>
                  <a:pt x="309" y="673"/>
                  <a:pt x="309" y="673"/>
                </a:cubicBezTo>
                <a:cubicBezTo>
                  <a:pt x="309" y="673"/>
                  <a:pt x="309" y="673"/>
                  <a:pt x="309" y="673"/>
                </a:cubicBezTo>
                <a:cubicBezTo>
                  <a:pt x="309" y="674"/>
                  <a:pt x="309" y="674"/>
                  <a:pt x="309" y="674"/>
                </a:cubicBezTo>
                <a:cubicBezTo>
                  <a:pt x="309" y="674"/>
                  <a:pt x="309" y="674"/>
                  <a:pt x="309" y="674"/>
                </a:cubicBezTo>
                <a:cubicBezTo>
                  <a:pt x="309" y="675"/>
                  <a:pt x="309" y="675"/>
                  <a:pt x="309" y="675"/>
                </a:cubicBezTo>
                <a:cubicBezTo>
                  <a:pt x="309" y="675"/>
                  <a:pt x="309" y="675"/>
                  <a:pt x="309" y="675"/>
                </a:cubicBezTo>
                <a:cubicBezTo>
                  <a:pt x="309" y="676"/>
                  <a:pt x="309" y="676"/>
                  <a:pt x="309" y="676"/>
                </a:cubicBezTo>
                <a:cubicBezTo>
                  <a:pt x="309" y="676"/>
                  <a:pt x="309" y="676"/>
                  <a:pt x="309" y="676"/>
                </a:cubicBezTo>
                <a:cubicBezTo>
                  <a:pt x="308" y="676"/>
                  <a:pt x="308" y="676"/>
                  <a:pt x="308" y="676"/>
                </a:cubicBezTo>
                <a:cubicBezTo>
                  <a:pt x="308" y="676"/>
                  <a:pt x="308" y="676"/>
                  <a:pt x="308" y="676"/>
                </a:cubicBezTo>
                <a:cubicBezTo>
                  <a:pt x="308" y="677"/>
                  <a:pt x="308" y="677"/>
                  <a:pt x="308" y="677"/>
                </a:cubicBezTo>
                <a:cubicBezTo>
                  <a:pt x="308" y="677"/>
                  <a:pt x="308" y="677"/>
                  <a:pt x="308" y="677"/>
                </a:cubicBezTo>
                <a:cubicBezTo>
                  <a:pt x="304" y="681"/>
                  <a:pt x="304" y="681"/>
                  <a:pt x="304" y="681"/>
                </a:cubicBezTo>
                <a:cubicBezTo>
                  <a:pt x="304" y="681"/>
                  <a:pt x="304" y="681"/>
                  <a:pt x="304" y="681"/>
                </a:cubicBezTo>
                <a:cubicBezTo>
                  <a:pt x="304" y="685"/>
                  <a:pt x="304" y="685"/>
                  <a:pt x="304" y="685"/>
                </a:cubicBezTo>
                <a:cubicBezTo>
                  <a:pt x="304" y="685"/>
                  <a:pt x="304" y="685"/>
                  <a:pt x="304" y="685"/>
                </a:cubicBezTo>
                <a:cubicBezTo>
                  <a:pt x="304" y="688"/>
                  <a:pt x="304" y="688"/>
                  <a:pt x="304" y="688"/>
                </a:cubicBezTo>
                <a:cubicBezTo>
                  <a:pt x="304" y="688"/>
                  <a:pt x="304" y="688"/>
                  <a:pt x="304" y="688"/>
                </a:cubicBezTo>
                <a:cubicBezTo>
                  <a:pt x="304" y="692"/>
                  <a:pt x="304" y="692"/>
                  <a:pt x="304" y="692"/>
                </a:cubicBezTo>
                <a:cubicBezTo>
                  <a:pt x="304" y="692"/>
                  <a:pt x="304" y="692"/>
                  <a:pt x="304" y="692"/>
                </a:cubicBezTo>
                <a:cubicBezTo>
                  <a:pt x="305" y="696"/>
                  <a:pt x="305" y="696"/>
                  <a:pt x="305" y="696"/>
                </a:cubicBezTo>
                <a:cubicBezTo>
                  <a:pt x="305" y="696"/>
                  <a:pt x="305" y="696"/>
                  <a:pt x="305" y="696"/>
                </a:cubicBezTo>
                <a:cubicBezTo>
                  <a:pt x="305" y="701"/>
                  <a:pt x="305" y="701"/>
                  <a:pt x="305" y="701"/>
                </a:cubicBezTo>
                <a:cubicBezTo>
                  <a:pt x="305" y="701"/>
                  <a:pt x="305" y="701"/>
                  <a:pt x="305" y="701"/>
                </a:cubicBezTo>
                <a:cubicBezTo>
                  <a:pt x="306" y="704"/>
                  <a:pt x="306" y="704"/>
                  <a:pt x="306" y="704"/>
                </a:cubicBezTo>
                <a:cubicBezTo>
                  <a:pt x="306" y="704"/>
                  <a:pt x="306" y="704"/>
                  <a:pt x="306" y="704"/>
                </a:cubicBezTo>
                <a:cubicBezTo>
                  <a:pt x="306" y="708"/>
                  <a:pt x="306" y="708"/>
                  <a:pt x="306" y="708"/>
                </a:cubicBezTo>
                <a:cubicBezTo>
                  <a:pt x="306" y="708"/>
                  <a:pt x="306" y="708"/>
                  <a:pt x="306" y="708"/>
                </a:cubicBezTo>
                <a:cubicBezTo>
                  <a:pt x="306" y="712"/>
                  <a:pt x="306" y="712"/>
                  <a:pt x="306" y="712"/>
                </a:cubicBezTo>
                <a:cubicBezTo>
                  <a:pt x="306" y="712"/>
                  <a:pt x="306" y="712"/>
                  <a:pt x="306" y="712"/>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6" y="713"/>
                  <a:pt x="306" y="713"/>
                  <a:pt x="306"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5" y="713"/>
                  <a:pt x="305" y="713"/>
                  <a:pt x="305" y="713"/>
                </a:cubicBezTo>
                <a:cubicBezTo>
                  <a:pt x="304" y="713"/>
                  <a:pt x="304" y="713"/>
                  <a:pt x="304" y="713"/>
                </a:cubicBezTo>
                <a:cubicBezTo>
                  <a:pt x="304" y="713"/>
                  <a:pt x="304" y="713"/>
                  <a:pt x="304" y="713"/>
                </a:cubicBezTo>
                <a:cubicBezTo>
                  <a:pt x="304" y="713"/>
                  <a:pt x="304" y="713"/>
                  <a:pt x="304" y="713"/>
                </a:cubicBezTo>
                <a:close/>
                <a:moveTo>
                  <a:pt x="506" y="712"/>
                </a:moveTo>
                <a:cubicBezTo>
                  <a:pt x="506" y="710"/>
                  <a:pt x="506" y="710"/>
                  <a:pt x="506" y="710"/>
                </a:cubicBezTo>
                <a:cubicBezTo>
                  <a:pt x="506" y="710"/>
                  <a:pt x="506" y="710"/>
                  <a:pt x="506" y="710"/>
                </a:cubicBezTo>
                <a:cubicBezTo>
                  <a:pt x="507" y="710"/>
                  <a:pt x="507" y="710"/>
                  <a:pt x="507" y="710"/>
                </a:cubicBezTo>
                <a:cubicBezTo>
                  <a:pt x="507" y="710"/>
                  <a:pt x="507" y="710"/>
                  <a:pt x="507" y="710"/>
                </a:cubicBezTo>
                <a:cubicBezTo>
                  <a:pt x="509" y="709"/>
                  <a:pt x="509" y="709"/>
                  <a:pt x="509" y="709"/>
                </a:cubicBezTo>
                <a:cubicBezTo>
                  <a:pt x="509" y="709"/>
                  <a:pt x="509" y="709"/>
                  <a:pt x="509" y="709"/>
                </a:cubicBezTo>
                <a:cubicBezTo>
                  <a:pt x="511" y="708"/>
                  <a:pt x="511" y="708"/>
                  <a:pt x="511" y="708"/>
                </a:cubicBezTo>
                <a:cubicBezTo>
                  <a:pt x="511" y="708"/>
                  <a:pt x="511" y="708"/>
                  <a:pt x="511" y="708"/>
                </a:cubicBezTo>
                <a:cubicBezTo>
                  <a:pt x="512" y="708"/>
                  <a:pt x="512" y="708"/>
                  <a:pt x="512" y="708"/>
                </a:cubicBezTo>
                <a:cubicBezTo>
                  <a:pt x="512" y="708"/>
                  <a:pt x="512" y="708"/>
                  <a:pt x="512" y="708"/>
                </a:cubicBezTo>
                <a:cubicBezTo>
                  <a:pt x="514" y="707"/>
                  <a:pt x="514" y="707"/>
                  <a:pt x="514" y="707"/>
                </a:cubicBezTo>
                <a:cubicBezTo>
                  <a:pt x="514" y="707"/>
                  <a:pt x="514" y="707"/>
                  <a:pt x="514" y="707"/>
                </a:cubicBezTo>
                <a:cubicBezTo>
                  <a:pt x="516" y="706"/>
                  <a:pt x="516" y="706"/>
                  <a:pt x="516" y="706"/>
                </a:cubicBezTo>
                <a:cubicBezTo>
                  <a:pt x="516" y="706"/>
                  <a:pt x="516" y="706"/>
                  <a:pt x="516" y="706"/>
                </a:cubicBezTo>
                <a:cubicBezTo>
                  <a:pt x="517" y="705"/>
                  <a:pt x="517" y="705"/>
                  <a:pt x="517" y="705"/>
                </a:cubicBezTo>
                <a:cubicBezTo>
                  <a:pt x="517" y="705"/>
                  <a:pt x="517" y="705"/>
                  <a:pt x="517" y="705"/>
                </a:cubicBezTo>
                <a:cubicBezTo>
                  <a:pt x="520" y="703"/>
                  <a:pt x="520" y="703"/>
                  <a:pt x="520" y="703"/>
                </a:cubicBezTo>
                <a:cubicBezTo>
                  <a:pt x="520" y="703"/>
                  <a:pt x="520" y="703"/>
                  <a:pt x="520" y="703"/>
                </a:cubicBezTo>
                <a:cubicBezTo>
                  <a:pt x="522" y="701"/>
                  <a:pt x="522" y="701"/>
                  <a:pt x="522" y="701"/>
                </a:cubicBezTo>
                <a:cubicBezTo>
                  <a:pt x="522" y="701"/>
                  <a:pt x="522" y="701"/>
                  <a:pt x="522" y="701"/>
                </a:cubicBezTo>
                <a:cubicBezTo>
                  <a:pt x="525" y="699"/>
                  <a:pt x="525" y="699"/>
                  <a:pt x="525" y="699"/>
                </a:cubicBezTo>
                <a:cubicBezTo>
                  <a:pt x="525" y="699"/>
                  <a:pt x="525" y="699"/>
                  <a:pt x="525" y="699"/>
                </a:cubicBezTo>
                <a:cubicBezTo>
                  <a:pt x="527" y="696"/>
                  <a:pt x="527" y="696"/>
                  <a:pt x="527" y="696"/>
                </a:cubicBezTo>
                <a:cubicBezTo>
                  <a:pt x="527" y="696"/>
                  <a:pt x="527" y="696"/>
                  <a:pt x="527" y="696"/>
                </a:cubicBezTo>
                <a:cubicBezTo>
                  <a:pt x="528" y="693"/>
                  <a:pt x="528" y="693"/>
                  <a:pt x="528" y="693"/>
                </a:cubicBezTo>
                <a:cubicBezTo>
                  <a:pt x="528" y="693"/>
                  <a:pt x="528" y="693"/>
                  <a:pt x="528" y="693"/>
                </a:cubicBezTo>
                <a:cubicBezTo>
                  <a:pt x="530" y="690"/>
                  <a:pt x="530" y="690"/>
                  <a:pt x="530" y="690"/>
                </a:cubicBezTo>
                <a:cubicBezTo>
                  <a:pt x="530" y="690"/>
                  <a:pt x="530" y="690"/>
                  <a:pt x="530" y="690"/>
                </a:cubicBezTo>
                <a:cubicBezTo>
                  <a:pt x="531" y="687"/>
                  <a:pt x="531" y="687"/>
                  <a:pt x="531" y="687"/>
                </a:cubicBezTo>
                <a:cubicBezTo>
                  <a:pt x="531" y="687"/>
                  <a:pt x="531" y="687"/>
                  <a:pt x="531" y="687"/>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3" y="683"/>
                  <a:pt x="533" y="683"/>
                  <a:pt x="533" y="683"/>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2"/>
                  <a:pt x="532" y="682"/>
                  <a:pt x="532" y="682"/>
                </a:cubicBezTo>
                <a:cubicBezTo>
                  <a:pt x="532" y="681"/>
                  <a:pt x="532" y="681"/>
                  <a:pt x="532" y="681"/>
                </a:cubicBezTo>
                <a:cubicBezTo>
                  <a:pt x="532" y="681"/>
                  <a:pt x="532" y="681"/>
                  <a:pt x="532" y="681"/>
                </a:cubicBezTo>
                <a:cubicBezTo>
                  <a:pt x="529" y="682"/>
                  <a:pt x="529" y="682"/>
                  <a:pt x="529" y="682"/>
                </a:cubicBezTo>
                <a:cubicBezTo>
                  <a:pt x="529" y="682"/>
                  <a:pt x="529" y="682"/>
                  <a:pt x="529" y="682"/>
                </a:cubicBezTo>
                <a:cubicBezTo>
                  <a:pt x="526" y="682"/>
                  <a:pt x="526" y="682"/>
                  <a:pt x="526" y="682"/>
                </a:cubicBezTo>
                <a:cubicBezTo>
                  <a:pt x="526" y="682"/>
                  <a:pt x="526" y="682"/>
                  <a:pt x="526" y="682"/>
                </a:cubicBezTo>
                <a:cubicBezTo>
                  <a:pt x="523" y="684"/>
                  <a:pt x="523" y="684"/>
                  <a:pt x="523" y="684"/>
                </a:cubicBezTo>
                <a:cubicBezTo>
                  <a:pt x="523" y="684"/>
                  <a:pt x="523" y="684"/>
                  <a:pt x="523" y="684"/>
                </a:cubicBezTo>
                <a:cubicBezTo>
                  <a:pt x="520" y="685"/>
                  <a:pt x="520" y="685"/>
                  <a:pt x="520" y="685"/>
                </a:cubicBezTo>
                <a:cubicBezTo>
                  <a:pt x="520" y="685"/>
                  <a:pt x="520" y="685"/>
                  <a:pt x="520" y="685"/>
                </a:cubicBezTo>
                <a:cubicBezTo>
                  <a:pt x="517" y="686"/>
                  <a:pt x="517" y="686"/>
                  <a:pt x="517" y="686"/>
                </a:cubicBezTo>
                <a:cubicBezTo>
                  <a:pt x="517" y="686"/>
                  <a:pt x="517" y="686"/>
                  <a:pt x="517" y="686"/>
                </a:cubicBezTo>
                <a:cubicBezTo>
                  <a:pt x="514" y="688"/>
                  <a:pt x="514" y="688"/>
                  <a:pt x="514" y="688"/>
                </a:cubicBezTo>
                <a:cubicBezTo>
                  <a:pt x="514" y="688"/>
                  <a:pt x="514" y="688"/>
                  <a:pt x="514" y="688"/>
                </a:cubicBezTo>
                <a:cubicBezTo>
                  <a:pt x="511" y="689"/>
                  <a:pt x="511" y="689"/>
                  <a:pt x="511" y="689"/>
                </a:cubicBezTo>
                <a:cubicBezTo>
                  <a:pt x="511" y="689"/>
                  <a:pt x="511" y="689"/>
                  <a:pt x="511" y="689"/>
                </a:cubicBezTo>
                <a:cubicBezTo>
                  <a:pt x="508" y="690"/>
                  <a:pt x="508" y="690"/>
                  <a:pt x="508" y="690"/>
                </a:cubicBezTo>
                <a:cubicBezTo>
                  <a:pt x="508" y="690"/>
                  <a:pt x="508" y="690"/>
                  <a:pt x="508" y="690"/>
                </a:cubicBezTo>
                <a:cubicBezTo>
                  <a:pt x="501" y="694"/>
                  <a:pt x="501" y="694"/>
                  <a:pt x="501" y="694"/>
                </a:cubicBezTo>
                <a:cubicBezTo>
                  <a:pt x="501" y="694"/>
                  <a:pt x="501" y="694"/>
                  <a:pt x="501" y="694"/>
                </a:cubicBezTo>
                <a:cubicBezTo>
                  <a:pt x="500" y="694"/>
                  <a:pt x="500" y="694"/>
                  <a:pt x="500" y="694"/>
                </a:cubicBezTo>
                <a:cubicBezTo>
                  <a:pt x="500" y="694"/>
                  <a:pt x="500" y="694"/>
                  <a:pt x="500" y="694"/>
                </a:cubicBezTo>
                <a:cubicBezTo>
                  <a:pt x="499" y="695"/>
                  <a:pt x="499" y="695"/>
                  <a:pt x="499" y="695"/>
                </a:cubicBezTo>
                <a:cubicBezTo>
                  <a:pt x="499" y="695"/>
                  <a:pt x="499" y="695"/>
                  <a:pt x="499" y="695"/>
                </a:cubicBezTo>
                <a:cubicBezTo>
                  <a:pt x="498" y="695"/>
                  <a:pt x="498" y="695"/>
                  <a:pt x="498" y="695"/>
                </a:cubicBezTo>
                <a:cubicBezTo>
                  <a:pt x="498" y="695"/>
                  <a:pt x="498" y="695"/>
                  <a:pt x="498" y="695"/>
                </a:cubicBezTo>
                <a:cubicBezTo>
                  <a:pt x="498" y="695"/>
                  <a:pt x="498" y="695"/>
                  <a:pt x="498" y="695"/>
                </a:cubicBezTo>
                <a:cubicBezTo>
                  <a:pt x="498" y="695"/>
                  <a:pt x="498" y="695"/>
                  <a:pt x="498" y="695"/>
                </a:cubicBezTo>
                <a:cubicBezTo>
                  <a:pt x="497" y="696"/>
                  <a:pt x="497" y="696"/>
                  <a:pt x="497" y="696"/>
                </a:cubicBezTo>
                <a:cubicBezTo>
                  <a:pt x="497" y="696"/>
                  <a:pt x="497" y="696"/>
                  <a:pt x="497" y="696"/>
                </a:cubicBezTo>
                <a:cubicBezTo>
                  <a:pt x="496" y="696"/>
                  <a:pt x="496" y="696"/>
                  <a:pt x="496" y="696"/>
                </a:cubicBezTo>
                <a:cubicBezTo>
                  <a:pt x="496" y="696"/>
                  <a:pt x="496" y="696"/>
                  <a:pt x="496" y="696"/>
                </a:cubicBezTo>
                <a:cubicBezTo>
                  <a:pt x="495" y="696"/>
                  <a:pt x="495" y="696"/>
                  <a:pt x="495" y="696"/>
                </a:cubicBezTo>
                <a:cubicBezTo>
                  <a:pt x="495" y="696"/>
                  <a:pt x="495" y="696"/>
                  <a:pt x="495" y="696"/>
                </a:cubicBezTo>
                <a:cubicBezTo>
                  <a:pt x="494" y="695"/>
                  <a:pt x="494" y="695"/>
                  <a:pt x="494" y="695"/>
                </a:cubicBezTo>
                <a:cubicBezTo>
                  <a:pt x="494" y="695"/>
                  <a:pt x="494" y="695"/>
                  <a:pt x="494" y="695"/>
                </a:cubicBezTo>
                <a:cubicBezTo>
                  <a:pt x="487" y="690"/>
                  <a:pt x="487" y="690"/>
                  <a:pt x="487" y="690"/>
                </a:cubicBezTo>
                <a:cubicBezTo>
                  <a:pt x="487" y="690"/>
                  <a:pt x="487" y="690"/>
                  <a:pt x="487" y="690"/>
                </a:cubicBezTo>
                <a:cubicBezTo>
                  <a:pt x="490" y="690"/>
                  <a:pt x="490" y="690"/>
                  <a:pt x="490" y="690"/>
                </a:cubicBezTo>
                <a:cubicBezTo>
                  <a:pt x="490" y="690"/>
                  <a:pt x="490" y="690"/>
                  <a:pt x="490" y="690"/>
                </a:cubicBezTo>
                <a:cubicBezTo>
                  <a:pt x="493" y="689"/>
                  <a:pt x="493" y="689"/>
                  <a:pt x="493" y="689"/>
                </a:cubicBezTo>
                <a:cubicBezTo>
                  <a:pt x="493" y="689"/>
                  <a:pt x="493" y="689"/>
                  <a:pt x="493" y="689"/>
                </a:cubicBezTo>
                <a:cubicBezTo>
                  <a:pt x="496" y="688"/>
                  <a:pt x="496" y="688"/>
                  <a:pt x="496" y="688"/>
                </a:cubicBezTo>
                <a:cubicBezTo>
                  <a:pt x="496" y="688"/>
                  <a:pt x="496" y="688"/>
                  <a:pt x="496" y="688"/>
                </a:cubicBezTo>
                <a:cubicBezTo>
                  <a:pt x="499" y="686"/>
                  <a:pt x="499" y="686"/>
                  <a:pt x="499" y="686"/>
                </a:cubicBezTo>
                <a:cubicBezTo>
                  <a:pt x="499" y="686"/>
                  <a:pt x="499" y="686"/>
                  <a:pt x="499" y="686"/>
                </a:cubicBezTo>
                <a:cubicBezTo>
                  <a:pt x="502" y="685"/>
                  <a:pt x="502" y="685"/>
                  <a:pt x="502" y="685"/>
                </a:cubicBezTo>
                <a:cubicBezTo>
                  <a:pt x="502" y="685"/>
                  <a:pt x="502" y="685"/>
                  <a:pt x="502" y="685"/>
                </a:cubicBezTo>
                <a:cubicBezTo>
                  <a:pt x="506" y="684"/>
                  <a:pt x="506" y="684"/>
                  <a:pt x="506" y="684"/>
                </a:cubicBezTo>
                <a:cubicBezTo>
                  <a:pt x="506" y="684"/>
                  <a:pt x="506" y="684"/>
                  <a:pt x="506" y="684"/>
                </a:cubicBezTo>
                <a:cubicBezTo>
                  <a:pt x="509" y="683"/>
                  <a:pt x="509" y="683"/>
                  <a:pt x="509" y="683"/>
                </a:cubicBezTo>
                <a:cubicBezTo>
                  <a:pt x="509" y="683"/>
                  <a:pt x="509" y="683"/>
                  <a:pt x="509" y="683"/>
                </a:cubicBezTo>
                <a:cubicBezTo>
                  <a:pt x="512" y="683"/>
                  <a:pt x="512" y="683"/>
                  <a:pt x="512" y="683"/>
                </a:cubicBezTo>
                <a:cubicBezTo>
                  <a:pt x="512" y="683"/>
                  <a:pt x="512" y="683"/>
                  <a:pt x="512" y="683"/>
                </a:cubicBezTo>
                <a:cubicBezTo>
                  <a:pt x="522" y="679"/>
                  <a:pt x="522" y="679"/>
                  <a:pt x="522" y="679"/>
                </a:cubicBezTo>
                <a:cubicBezTo>
                  <a:pt x="522" y="679"/>
                  <a:pt x="522" y="679"/>
                  <a:pt x="522" y="679"/>
                </a:cubicBezTo>
                <a:cubicBezTo>
                  <a:pt x="533" y="677"/>
                  <a:pt x="533" y="677"/>
                  <a:pt x="533" y="677"/>
                </a:cubicBezTo>
                <a:cubicBezTo>
                  <a:pt x="533" y="677"/>
                  <a:pt x="533" y="677"/>
                  <a:pt x="533" y="677"/>
                </a:cubicBezTo>
                <a:cubicBezTo>
                  <a:pt x="534" y="674"/>
                  <a:pt x="534" y="674"/>
                  <a:pt x="534" y="674"/>
                </a:cubicBezTo>
                <a:cubicBezTo>
                  <a:pt x="534" y="674"/>
                  <a:pt x="534" y="674"/>
                  <a:pt x="534" y="674"/>
                </a:cubicBezTo>
                <a:cubicBezTo>
                  <a:pt x="536" y="671"/>
                  <a:pt x="536" y="671"/>
                  <a:pt x="536" y="671"/>
                </a:cubicBezTo>
                <a:cubicBezTo>
                  <a:pt x="536" y="671"/>
                  <a:pt x="536" y="671"/>
                  <a:pt x="536" y="671"/>
                </a:cubicBezTo>
                <a:cubicBezTo>
                  <a:pt x="536" y="668"/>
                  <a:pt x="536" y="668"/>
                  <a:pt x="536" y="668"/>
                </a:cubicBezTo>
                <a:cubicBezTo>
                  <a:pt x="536" y="668"/>
                  <a:pt x="536" y="668"/>
                  <a:pt x="536" y="668"/>
                </a:cubicBezTo>
                <a:cubicBezTo>
                  <a:pt x="536" y="664"/>
                  <a:pt x="536" y="664"/>
                  <a:pt x="536" y="664"/>
                </a:cubicBezTo>
                <a:cubicBezTo>
                  <a:pt x="536" y="664"/>
                  <a:pt x="536" y="664"/>
                  <a:pt x="536" y="664"/>
                </a:cubicBezTo>
                <a:cubicBezTo>
                  <a:pt x="536" y="661"/>
                  <a:pt x="536" y="661"/>
                  <a:pt x="536" y="661"/>
                </a:cubicBezTo>
                <a:cubicBezTo>
                  <a:pt x="536" y="661"/>
                  <a:pt x="536" y="661"/>
                  <a:pt x="536" y="661"/>
                </a:cubicBezTo>
                <a:cubicBezTo>
                  <a:pt x="536" y="657"/>
                  <a:pt x="536" y="657"/>
                  <a:pt x="536" y="657"/>
                </a:cubicBezTo>
                <a:cubicBezTo>
                  <a:pt x="536" y="657"/>
                  <a:pt x="536" y="657"/>
                  <a:pt x="536" y="657"/>
                </a:cubicBezTo>
                <a:cubicBezTo>
                  <a:pt x="536" y="654"/>
                  <a:pt x="536" y="654"/>
                  <a:pt x="536" y="654"/>
                </a:cubicBezTo>
                <a:cubicBezTo>
                  <a:pt x="536" y="654"/>
                  <a:pt x="536" y="654"/>
                  <a:pt x="536" y="654"/>
                </a:cubicBezTo>
                <a:cubicBezTo>
                  <a:pt x="536" y="650"/>
                  <a:pt x="536" y="650"/>
                  <a:pt x="535" y="647"/>
                </a:cubicBezTo>
                <a:cubicBezTo>
                  <a:pt x="535" y="647"/>
                  <a:pt x="535" y="647"/>
                  <a:pt x="535" y="647"/>
                </a:cubicBezTo>
                <a:cubicBezTo>
                  <a:pt x="535" y="645"/>
                  <a:pt x="534" y="644"/>
                  <a:pt x="534" y="643"/>
                </a:cubicBezTo>
                <a:cubicBezTo>
                  <a:pt x="534" y="643"/>
                  <a:pt x="534" y="643"/>
                  <a:pt x="534" y="643"/>
                </a:cubicBezTo>
                <a:cubicBezTo>
                  <a:pt x="534" y="641"/>
                  <a:pt x="534" y="641"/>
                  <a:pt x="534" y="641"/>
                </a:cubicBezTo>
                <a:cubicBezTo>
                  <a:pt x="534" y="641"/>
                  <a:pt x="534" y="641"/>
                  <a:pt x="534" y="641"/>
                </a:cubicBezTo>
                <a:cubicBezTo>
                  <a:pt x="533" y="639"/>
                  <a:pt x="533" y="639"/>
                  <a:pt x="533" y="639"/>
                </a:cubicBezTo>
                <a:cubicBezTo>
                  <a:pt x="533" y="639"/>
                  <a:pt x="533" y="639"/>
                  <a:pt x="533" y="639"/>
                </a:cubicBezTo>
                <a:cubicBezTo>
                  <a:pt x="532" y="637"/>
                  <a:pt x="532" y="637"/>
                  <a:pt x="532" y="637"/>
                </a:cubicBezTo>
                <a:cubicBezTo>
                  <a:pt x="532" y="637"/>
                  <a:pt x="532" y="637"/>
                  <a:pt x="532" y="637"/>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1" y="635"/>
                  <a:pt x="531" y="635"/>
                  <a:pt x="531" y="635"/>
                </a:cubicBezTo>
                <a:cubicBezTo>
                  <a:pt x="532" y="635"/>
                  <a:pt x="532" y="635"/>
                  <a:pt x="532" y="635"/>
                </a:cubicBezTo>
                <a:cubicBezTo>
                  <a:pt x="532" y="635"/>
                  <a:pt x="532" y="635"/>
                  <a:pt x="532" y="635"/>
                </a:cubicBezTo>
                <a:cubicBezTo>
                  <a:pt x="533" y="635"/>
                  <a:pt x="533" y="635"/>
                  <a:pt x="533" y="635"/>
                </a:cubicBezTo>
                <a:cubicBezTo>
                  <a:pt x="533" y="635"/>
                  <a:pt x="533" y="635"/>
                  <a:pt x="533" y="635"/>
                </a:cubicBezTo>
                <a:cubicBezTo>
                  <a:pt x="533" y="635"/>
                  <a:pt x="533" y="635"/>
                  <a:pt x="533" y="635"/>
                </a:cubicBezTo>
                <a:cubicBezTo>
                  <a:pt x="533" y="635"/>
                  <a:pt x="533" y="635"/>
                  <a:pt x="533" y="635"/>
                </a:cubicBezTo>
                <a:cubicBezTo>
                  <a:pt x="534" y="635"/>
                  <a:pt x="534" y="635"/>
                  <a:pt x="534" y="635"/>
                </a:cubicBezTo>
                <a:cubicBezTo>
                  <a:pt x="534" y="635"/>
                  <a:pt x="534" y="635"/>
                  <a:pt x="534" y="635"/>
                </a:cubicBezTo>
                <a:cubicBezTo>
                  <a:pt x="534" y="635"/>
                  <a:pt x="534" y="635"/>
                  <a:pt x="534" y="635"/>
                </a:cubicBezTo>
                <a:cubicBezTo>
                  <a:pt x="534" y="635"/>
                  <a:pt x="534" y="635"/>
                  <a:pt x="534" y="635"/>
                </a:cubicBezTo>
                <a:cubicBezTo>
                  <a:pt x="536" y="637"/>
                  <a:pt x="536" y="637"/>
                  <a:pt x="536" y="637"/>
                </a:cubicBezTo>
                <a:cubicBezTo>
                  <a:pt x="536" y="637"/>
                  <a:pt x="536" y="637"/>
                  <a:pt x="536" y="637"/>
                </a:cubicBezTo>
                <a:cubicBezTo>
                  <a:pt x="538" y="638"/>
                  <a:pt x="538" y="638"/>
                  <a:pt x="538" y="638"/>
                </a:cubicBezTo>
                <a:cubicBezTo>
                  <a:pt x="538" y="638"/>
                  <a:pt x="538" y="638"/>
                  <a:pt x="538" y="638"/>
                </a:cubicBezTo>
                <a:cubicBezTo>
                  <a:pt x="540" y="640"/>
                  <a:pt x="540" y="640"/>
                  <a:pt x="540" y="640"/>
                </a:cubicBezTo>
                <a:cubicBezTo>
                  <a:pt x="540" y="640"/>
                  <a:pt x="540" y="640"/>
                  <a:pt x="540" y="640"/>
                </a:cubicBezTo>
                <a:cubicBezTo>
                  <a:pt x="541" y="641"/>
                  <a:pt x="541" y="641"/>
                  <a:pt x="541" y="641"/>
                </a:cubicBezTo>
                <a:cubicBezTo>
                  <a:pt x="541" y="641"/>
                  <a:pt x="541" y="641"/>
                  <a:pt x="541" y="641"/>
                </a:cubicBezTo>
                <a:cubicBezTo>
                  <a:pt x="542" y="642"/>
                  <a:pt x="542" y="642"/>
                  <a:pt x="543" y="643"/>
                </a:cubicBezTo>
                <a:cubicBezTo>
                  <a:pt x="543" y="643"/>
                  <a:pt x="543" y="643"/>
                  <a:pt x="543" y="643"/>
                </a:cubicBezTo>
                <a:cubicBezTo>
                  <a:pt x="544" y="645"/>
                  <a:pt x="544" y="645"/>
                  <a:pt x="544" y="647"/>
                </a:cubicBezTo>
                <a:cubicBezTo>
                  <a:pt x="544" y="647"/>
                  <a:pt x="544" y="647"/>
                  <a:pt x="544" y="647"/>
                </a:cubicBezTo>
                <a:cubicBezTo>
                  <a:pt x="544" y="648"/>
                  <a:pt x="544" y="648"/>
                  <a:pt x="544" y="649"/>
                </a:cubicBezTo>
                <a:cubicBezTo>
                  <a:pt x="544" y="649"/>
                  <a:pt x="544" y="649"/>
                  <a:pt x="544" y="649"/>
                </a:cubicBezTo>
                <a:cubicBezTo>
                  <a:pt x="539" y="675"/>
                  <a:pt x="539" y="675"/>
                  <a:pt x="539" y="675"/>
                </a:cubicBezTo>
                <a:cubicBezTo>
                  <a:pt x="540" y="675"/>
                  <a:pt x="540" y="675"/>
                  <a:pt x="540" y="675"/>
                </a:cubicBezTo>
                <a:cubicBezTo>
                  <a:pt x="543" y="674"/>
                  <a:pt x="543" y="674"/>
                  <a:pt x="543" y="674"/>
                </a:cubicBezTo>
                <a:cubicBezTo>
                  <a:pt x="543" y="674"/>
                  <a:pt x="543" y="674"/>
                  <a:pt x="543" y="674"/>
                </a:cubicBezTo>
                <a:cubicBezTo>
                  <a:pt x="545" y="674"/>
                  <a:pt x="545" y="674"/>
                  <a:pt x="545" y="674"/>
                </a:cubicBezTo>
                <a:cubicBezTo>
                  <a:pt x="545" y="674"/>
                  <a:pt x="545" y="674"/>
                  <a:pt x="545" y="674"/>
                </a:cubicBezTo>
                <a:cubicBezTo>
                  <a:pt x="548" y="672"/>
                  <a:pt x="548" y="672"/>
                  <a:pt x="548" y="672"/>
                </a:cubicBezTo>
                <a:cubicBezTo>
                  <a:pt x="548" y="672"/>
                  <a:pt x="548" y="672"/>
                  <a:pt x="548" y="672"/>
                </a:cubicBezTo>
                <a:cubicBezTo>
                  <a:pt x="551" y="671"/>
                  <a:pt x="551" y="671"/>
                  <a:pt x="551" y="671"/>
                </a:cubicBezTo>
                <a:cubicBezTo>
                  <a:pt x="551" y="671"/>
                  <a:pt x="551" y="671"/>
                  <a:pt x="551" y="671"/>
                </a:cubicBezTo>
                <a:cubicBezTo>
                  <a:pt x="553" y="670"/>
                  <a:pt x="553" y="670"/>
                  <a:pt x="553" y="670"/>
                </a:cubicBezTo>
                <a:cubicBezTo>
                  <a:pt x="553" y="670"/>
                  <a:pt x="553" y="670"/>
                  <a:pt x="553" y="670"/>
                </a:cubicBezTo>
                <a:cubicBezTo>
                  <a:pt x="555" y="668"/>
                  <a:pt x="555" y="668"/>
                  <a:pt x="555" y="668"/>
                </a:cubicBezTo>
                <a:cubicBezTo>
                  <a:pt x="555" y="668"/>
                  <a:pt x="555" y="668"/>
                  <a:pt x="555" y="668"/>
                </a:cubicBezTo>
                <a:cubicBezTo>
                  <a:pt x="557" y="666"/>
                  <a:pt x="557" y="666"/>
                  <a:pt x="557" y="666"/>
                </a:cubicBezTo>
                <a:cubicBezTo>
                  <a:pt x="557" y="666"/>
                  <a:pt x="557" y="666"/>
                  <a:pt x="557" y="666"/>
                </a:cubicBezTo>
                <a:cubicBezTo>
                  <a:pt x="559" y="664"/>
                  <a:pt x="559" y="664"/>
                  <a:pt x="559" y="664"/>
                </a:cubicBezTo>
                <a:cubicBezTo>
                  <a:pt x="559" y="664"/>
                  <a:pt x="559" y="664"/>
                  <a:pt x="559" y="664"/>
                </a:cubicBezTo>
                <a:cubicBezTo>
                  <a:pt x="560" y="665"/>
                  <a:pt x="560" y="665"/>
                  <a:pt x="560" y="665"/>
                </a:cubicBezTo>
                <a:cubicBezTo>
                  <a:pt x="560" y="665"/>
                  <a:pt x="560" y="665"/>
                  <a:pt x="560" y="665"/>
                </a:cubicBezTo>
                <a:cubicBezTo>
                  <a:pt x="561" y="665"/>
                  <a:pt x="561" y="665"/>
                  <a:pt x="561" y="665"/>
                </a:cubicBezTo>
                <a:cubicBezTo>
                  <a:pt x="561" y="665"/>
                  <a:pt x="561" y="665"/>
                  <a:pt x="561" y="665"/>
                </a:cubicBezTo>
                <a:cubicBezTo>
                  <a:pt x="561" y="665"/>
                  <a:pt x="561" y="665"/>
                  <a:pt x="561" y="665"/>
                </a:cubicBezTo>
                <a:cubicBezTo>
                  <a:pt x="561" y="665"/>
                  <a:pt x="561" y="665"/>
                  <a:pt x="561" y="665"/>
                </a:cubicBezTo>
                <a:cubicBezTo>
                  <a:pt x="562" y="665"/>
                  <a:pt x="562" y="665"/>
                  <a:pt x="562" y="665"/>
                </a:cubicBezTo>
                <a:cubicBezTo>
                  <a:pt x="562" y="665"/>
                  <a:pt x="562" y="665"/>
                  <a:pt x="562" y="665"/>
                </a:cubicBezTo>
                <a:cubicBezTo>
                  <a:pt x="563" y="666"/>
                  <a:pt x="563" y="666"/>
                  <a:pt x="563" y="666"/>
                </a:cubicBezTo>
                <a:cubicBezTo>
                  <a:pt x="563" y="666"/>
                  <a:pt x="563" y="666"/>
                  <a:pt x="563" y="666"/>
                </a:cubicBezTo>
                <a:cubicBezTo>
                  <a:pt x="564" y="666"/>
                  <a:pt x="564" y="666"/>
                  <a:pt x="564" y="666"/>
                </a:cubicBezTo>
                <a:cubicBezTo>
                  <a:pt x="564" y="666"/>
                  <a:pt x="564" y="666"/>
                  <a:pt x="564" y="666"/>
                </a:cubicBezTo>
                <a:cubicBezTo>
                  <a:pt x="564" y="667"/>
                  <a:pt x="564" y="667"/>
                  <a:pt x="564" y="667"/>
                </a:cubicBezTo>
                <a:cubicBezTo>
                  <a:pt x="564" y="667"/>
                  <a:pt x="564" y="667"/>
                  <a:pt x="564" y="667"/>
                </a:cubicBezTo>
                <a:cubicBezTo>
                  <a:pt x="565" y="667"/>
                  <a:pt x="565" y="667"/>
                  <a:pt x="565" y="667"/>
                </a:cubicBezTo>
                <a:cubicBezTo>
                  <a:pt x="565" y="667"/>
                  <a:pt x="565" y="667"/>
                  <a:pt x="565" y="667"/>
                </a:cubicBezTo>
                <a:cubicBezTo>
                  <a:pt x="547" y="676"/>
                  <a:pt x="547" y="676"/>
                  <a:pt x="547" y="676"/>
                </a:cubicBezTo>
                <a:cubicBezTo>
                  <a:pt x="547" y="676"/>
                  <a:pt x="547" y="676"/>
                  <a:pt x="547" y="676"/>
                </a:cubicBezTo>
                <a:cubicBezTo>
                  <a:pt x="546" y="676"/>
                  <a:pt x="546" y="676"/>
                  <a:pt x="546" y="676"/>
                </a:cubicBezTo>
                <a:cubicBezTo>
                  <a:pt x="546" y="676"/>
                  <a:pt x="546" y="676"/>
                  <a:pt x="546" y="676"/>
                </a:cubicBezTo>
                <a:cubicBezTo>
                  <a:pt x="545" y="676"/>
                  <a:pt x="545" y="676"/>
                  <a:pt x="545" y="676"/>
                </a:cubicBezTo>
                <a:cubicBezTo>
                  <a:pt x="545" y="676"/>
                  <a:pt x="545" y="676"/>
                  <a:pt x="545" y="676"/>
                </a:cubicBezTo>
                <a:cubicBezTo>
                  <a:pt x="545" y="676"/>
                  <a:pt x="545" y="676"/>
                  <a:pt x="545" y="676"/>
                </a:cubicBezTo>
                <a:cubicBezTo>
                  <a:pt x="545" y="676"/>
                  <a:pt x="545" y="676"/>
                  <a:pt x="545" y="676"/>
                </a:cubicBezTo>
                <a:cubicBezTo>
                  <a:pt x="544" y="676"/>
                  <a:pt x="544" y="676"/>
                  <a:pt x="544" y="676"/>
                </a:cubicBezTo>
                <a:cubicBezTo>
                  <a:pt x="544" y="676"/>
                  <a:pt x="544" y="676"/>
                  <a:pt x="544" y="676"/>
                </a:cubicBezTo>
                <a:cubicBezTo>
                  <a:pt x="544" y="677"/>
                  <a:pt x="544" y="677"/>
                  <a:pt x="544" y="677"/>
                </a:cubicBezTo>
                <a:cubicBezTo>
                  <a:pt x="544" y="677"/>
                  <a:pt x="544" y="677"/>
                  <a:pt x="544"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3" y="677"/>
                  <a:pt x="543" y="677"/>
                  <a:pt x="543" y="677"/>
                </a:cubicBezTo>
                <a:cubicBezTo>
                  <a:pt x="542" y="678"/>
                  <a:pt x="542" y="678"/>
                  <a:pt x="542" y="678"/>
                </a:cubicBezTo>
                <a:cubicBezTo>
                  <a:pt x="542" y="678"/>
                  <a:pt x="542" y="678"/>
                  <a:pt x="542" y="678"/>
                </a:cubicBezTo>
                <a:cubicBezTo>
                  <a:pt x="542" y="678"/>
                  <a:pt x="542" y="678"/>
                  <a:pt x="542" y="678"/>
                </a:cubicBezTo>
                <a:cubicBezTo>
                  <a:pt x="542" y="678"/>
                  <a:pt x="542" y="678"/>
                  <a:pt x="542" y="678"/>
                </a:cubicBezTo>
                <a:cubicBezTo>
                  <a:pt x="541" y="678"/>
                  <a:pt x="541" y="678"/>
                  <a:pt x="541" y="678"/>
                </a:cubicBezTo>
                <a:cubicBezTo>
                  <a:pt x="541" y="678"/>
                  <a:pt x="541" y="678"/>
                  <a:pt x="541" y="678"/>
                </a:cubicBezTo>
                <a:cubicBezTo>
                  <a:pt x="540" y="678"/>
                  <a:pt x="540" y="678"/>
                  <a:pt x="540" y="678"/>
                </a:cubicBezTo>
                <a:cubicBezTo>
                  <a:pt x="540" y="678"/>
                  <a:pt x="540" y="678"/>
                  <a:pt x="540" y="678"/>
                </a:cubicBezTo>
                <a:cubicBezTo>
                  <a:pt x="540" y="679"/>
                  <a:pt x="540" y="679"/>
                  <a:pt x="540" y="679"/>
                </a:cubicBezTo>
                <a:cubicBezTo>
                  <a:pt x="540" y="679"/>
                  <a:pt x="540" y="679"/>
                  <a:pt x="540" y="679"/>
                </a:cubicBezTo>
                <a:cubicBezTo>
                  <a:pt x="539" y="679"/>
                  <a:pt x="539" y="679"/>
                  <a:pt x="539" y="679"/>
                </a:cubicBezTo>
                <a:cubicBezTo>
                  <a:pt x="539" y="679"/>
                  <a:pt x="539" y="679"/>
                  <a:pt x="539" y="679"/>
                </a:cubicBezTo>
                <a:cubicBezTo>
                  <a:pt x="539" y="679"/>
                  <a:pt x="539" y="679"/>
                  <a:pt x="539" y="679"/>
                </a:cubicBezTo>
                <a:cubicBezTo>
                  <a:pt x="539" y="679"/>
                  <a:pt x="539" y="679"/>
                  <a:pt x="539" y="679"/>
                </a:cubicBezTo>
                <a:cubicBezTo>
                  <a:pt x="538" y="679"/>
                  <a:pt x="538" y="679"/>
                  <a:pt x="538" y="679"/>
                </a:cubicBezTo>
                <a:cubicBezTo>
                  <a:pt x="538" y="679"/>
                  <a:pt x="538" y="679"/>
                  <a:pt x="538" y="679"/>
                </a:cubicBezTo>
                <a:cubicBezTo>
                  <a:pt x="535" y="690"/>
                  <a:pt x="535" y="690"/>
                  <a:pt x="535" y="690"/>
                </a:cubicBezTo>
                <a:cubicBezTo>
                  <a:pt x="535" y="690"/>
                  <a:pt x="535" y="690"/>
                  <a:pt x="535" y="690"/>
                </a:cubicBezTo>
                <a:cubicBezTo>
                  <a:pt x="531" y="698"/>
                  <a:pt x="531" y="698"/>
                  <a:pt x="531" y="698"/>
                </a:cubicBezTo>
                <a:cubicBezTo>
                  <a:pt x="531" y="698"/>
                  <a:pt x="531" y="698"/>
                  <a:pt x="531" y="698"/>
                </a:cubicBezTo>
                <a:cubicBezTo>
                  <a:pt x="530" y="699"/>
                  <a:pt x="530" y="699"/>
                  <a:pt x="530" y="699"/>
                </a:cubicBezTo>
                <a:cubicBezTo>
                  <a:pt x="530" y="699"/>
                  <a:pt x="530" y="699"/>
                  <a:pt x="530" y="699"/>
                </a:cubicBezTo>
                <a:cubicBezTo>
                  <a:pt x="529" y="700"/>
                  <a:pt x="529" y="700"/>
                  <a:pt x="529" y="700"/>
                </a:cubicBezTo>
                <a:cubicBezTo>
                  <a:pt x="529" y="700"/>
                  <a:pt x="529" y="700"/>
                  <a:pt x="529" y="700"/>
                </a:cubicBezTo>
                <a:cubicBezTo>
                  <a:pt x="528" y="701"/>
                  <a:pt x="528" y="701"/>
                  <a:pt x="528" y="701"/>
                </a:cubicBezTo>
                <a:cubicBezTo>
                  <a:pt x="528" y="701"/>
                  <a:pt x="528" y="701"/>
                  <a:pt x="528" y="701"/>
                </a:cubicBezTo>
                <a:cubicBezTo>
                  <a:pt x="527" y="702"/>
                  <a:pt x="527" y="702"/>
                  <a:pt x="527" y="702"/>
                </a:cubicBezTo>
                <a:cubicBezTo>
                  <a:pt x="527" y="702"/>
                  <a:pt x="527" y="702"/>
                  <a:pt x="527" y="702"/>
                </a:cubicBezTo>
                <a:cubicBezTo>
                  <a:pt x="526" y="703"/>
                  <a:pt x="526" y="703"/>
                  <a:pt x="526" y="703"/>
                </a:cubicBezTo>
                <a:cubicBezTo>
                  <a:pt x="526" y="703"/>
                  <a:pt x="526" y="703"/>
                  <a:pt x="526" y="703"/>
                </a:cubicBezTo>
                <a:cubicBezTo>
                  <a:pt x="525" y="704"/>
                  <a:pt x="525" y="704"/>
                  <a:pt x="525" y="704"/>
                </a:cubicBezTo>
                <a:cubicBezTo>
                  <a:pt x="525" y="704"/>
                  <a:pt x="525" y="704"/>
                  <a:pt x="525" y="704"/>
                </a:cubicBezTo>
                <a:cubicBezTo>
                  <a:pt x="523" y="705"/>
                  <a:pt x="523" y="705"/>
                  <a:pt x="523" y="705"/>
                </a:cubicBezTo>
                <a:cubicBezTo>
                  <a:pt x="523" y="705"/>
                  <a:pt x="523" y="705"/>
                  <a:pt x="523" y="705"/>
                </a:cubicBezTo>
                <a:cubicBezTo>
                  <a:pt x="521" y="705"/>
                  <a:pt x="521" y="705"/>
                  <a:pt x="521" y="705"/>
                </a:cubicBezTo>
                <a:cubicBezTo>
                  <a:pt x="521" y="705"/>
                  <a:pt x="521" y="705"/>
                  <a:pt x="521" y="705"/>
                </a:cubicBezTo>
                <a:cubicBezTo>
                  <a:pt x="515" y="708"/>
                  <a:pt x="515" y="708"/>
                  <a:pt x="515" y="708"/>
                </a:cubicBezTo>
                <a:cubicBezTo>
                  <a:pt x="515" y="708"/>
                  <a:pt x="515" y="708"/>
                  <a:pt x="515" y="708"/>
                </a:cubicBezTo>
                <a:cubicBezTo>
                  <a:pt x="515" y="709"/>
                  <a:pt x="515" y="709"/>
                  <a:pt x="515" y="709"/>
                </a:cubicBezTo>
                <a:cubicBezTo>
                  <a:pt x="515" y="709"/>
                  <a:pt x="515" y="709"/>
                  <a:pt x="515"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4" y="709"/>
                  <a:pt x="514" y="709"/>
                  <a:pt x="514" y="709"/>
                </a:cubicBezTo>
                <a:cubicBezTo>
                  <a:pt x="513" y="709"/>
                  <a:pt x="513" y="709"/>
                  <a:pt x="513" y="709"/>
                </a:cubicBezTo>
                <a:cubicBezTo>
                  <a:pt x="513" y="709"/>
                  <a:pt x="513" y="709"/>
                  <a:pt x="513" y="709"/>
                </a:cubicBezTo>
                <a:cubicBezTo>
                  <a:pt x="513" y="710"/>
                  <a:pt x="513" y="710"/>
                  <a:pt x="513" y="710"/>
                </a:cubicBezTo>
                <a:cubicBezTo>
                  <a:pt x="513" y="710"/>
                  <a:pt x="513" y="710"/>
                  <a:pt x="513" y="710"/>
                </a:cubicBezTo>
                <a:cubicBezTo>
                  <a:pt x="512" y="710"/>
                  <a:pt x="512" y="710"/>
                  <a:pt x="512" y="710"/>
                </a:cubicBezTo>
                <a:cubicBezTo>
                  <a:pt x="512" y="710"/>
                  <a:pt x="512" y="710"/>
                  <a:pt x="512" y="710"/>
                </a:cubicBezTo>
                <a:cubicBezTo>
                  <a:pt x="512" y="710"/>
                  <a:pt x="512" y="710"/>
                  <a:pt x="512" y="710"/>
                </a:cubicBezTo>
                <a:cubicBezTo>
                  <a:pt x="512" y="710"/>
                  <a:pt x="512" y="710"/>
                  <a:pt x="512" y="710"/>
                </a:cubicBezTo>
                <a:cubicBezTo>
                  <a:pt x="507" y="712"/>
                  <a:pt x="507" y="712"/>
                  <a:pt x="507" y="712"/>
                </a:cubicBezTo>
                <a:lnTo>
                  <a:pt x="506" y="712"/>
                </a:lnTo>
                <a:close/>
                <a:moveTo>
                  <a:pt x="242" y="710"/>
                </a:move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1" y="710"/>
                  <a:pt x="241" y="710"/>
                  <a:pt x="241" y="710"/>
                </a:cubicBezTo>
                <a:cubicBezTo>
                  <a:pt x="240" y="710"/>
                  <a:pt x="240" y="710"/>
                  <a:pt x="240" y="710"/>
                </a:cubicBezTo>
                <a:cubicBezTo>
                  <a:pt x="240" y="710"/>
                  <a:pt x="240" y="710"/>
                  <a:pt x="240" y="710"/>
                </a:cubicBezTo>
                <a:cubicBezTo>
                  <a:pt x="240" y="710"/>
                  <a:pt x="240" y="710"/>
                  <a:pt x="240" y="710"/>
                </a:cubicBezTo>
                <a:cubicBezTo>
                  <a:pt x="240" y="710"/>
                  <a:pt x="240" y="710"/>
                  <a:pt x="240" y="710"/>
                </a:cubicBezTo>
                <a:cubicBezTo>
                  <a:pt x="240" y="709"/>
                  <a:pt x="240" y="709"/>
                  <a:pt x="240" y="709"/>
                </a:cubicBezTo>
                <a:cubicBezTo>
                  <a:pt x="240" y="709"/>
                  <a:pt x="240" y="709"/>
                  <a:pt x="240" y="709"/>
                </a:cubicBezTo>
                <a:cubicBezTo>
                  <a:pt x="240" y="709"/>
                  <a:pt x="240" y="709"/>
                  <a:pt x="240" y="709"/>
                </a:cubicBezTo>
                <a:cubicBezTo>
                  <a:pt x="240" y="709"/>
                  <a:pt x="240" y="709"/>
                  <a:pt x="240" y="709"/>
                </a:cubicBezTo>
                <a:cubicBezTo>
                  <a:pt x="240" y="708"/>
                  <a:pt x="240" y="708"/>
                  <a:pt x="240" y="708"/>
                </a:cubicBezTo>
                <a:cubicBezTo>
                  <a:pt x="240" y="708"/>
                  <a:pt x="240" y="708"/>
                  <a:pt x="240" y="708"/>
                </a:cubicBezTo>
                <a:cubicBezTo>
                  <a:pt x="240" y="706"/>
                  <a:pt x="240" y="706"/>
                  <a:pt x="240" y="706"/>
                </a:cubicBezTo>
                <a:cubicBezTo>
                  <a:pt x="240" y="706"/>
                  <a:pt x="240" y="706"/>
                  <a:pt x="240" y="706"/>
                </a:cubicBezTo>
                <a:cubicBezTo>
                  <a:pt x="239" y="705"/>
                  <a:pt x="239" y="705"/>
                  <a:pt x="239" y="705"/>
                </a:cubicBezTo>
                <a:cubicBezTo>
                  <a:pt x="239" y="705"/>
                  <a:pt x="239" y="705"/>
                  <a:pt x="239" y="705"/>
                </a:cubicBezTo>
                <a:cubicBezTo>
                  <a:pt x="239" y="704"/>
                  <a:pt x="239" y="704"/>
                  <a:pt x="239" y="704"/>
                </a:cubicBezTo>
                <a:cubicBezTo>
                  <a:pt x="239" y="704"/>
                  <a:pt x="239" y="704"/>
                  <a:pt x="239" y="704"/>
                </a:cubicBezTo>
                <a:cubicBezTo>
                  <a:pt x="238" y="703"/>
                  <a:pt x="238" y="703"/>
                  <a:pt x="238" y="703"/>
                </a:cubicBezTo>
                <a:cubicBezTo>
                  <a:pt x="238" y="703"/>
                  <a:pt x="238" y="703"/>
                  <a:pt x="238" y="703"/>
                </a:cubicBezTo>
                <a:cubicBezTo>
                  <a:pt x="237" y="702"/>
                  <a:pt x="237" y="702"/>
                  <a:pt x="237" y="702"/>
                </a:cubicBezTo>
                <a:cubicBezTo>
                  <a:pt x="237" y="702"/>
                  <a:pt x="237" y="702"/>
                  <a:pt x="237" y="702"/>
                </a:cubicBezTo>
                <a:cubicBezTo>
                  <a:pt x="236" y="701"/>
                  <a:pt x="236" y="701"/>
                  <a:pt x="236" y="701"/>
                </a:cubicBezTo>
                <a:cubicBezTo>
                  <a:pt x="236" y="701"/>
                  <a:pt x="236" y="701"/>
                  <a:pt x="236" y="701"/>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700"/>
                  <a:pt x="235" y="700"/>
                  <a:pt x="235" y="700"/>
                </a:cubicBezTo>
                <a:cubicBezTo>
                  <a:pt x="235" y="699"/>
                  <a:pt x="235" y="699"/>
                  <a:pt x="235" y="699"/>
                </a:cubicBezTo>
                <a:cubicBezTo>
                  <a:pt x="235" y="699"/>
                  <a:pt x="235" y="699"/>
                  <a:pt x="235"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6" y="699"/>
                  <a:pt x="236" y="699"/>
                  <a:pt x="236" y="699"/>
                </a:cubicBezTo>
                <a:cubicBezTo>
                  <a:pt x="237" y="699"/>
                  <a:pt x="237" y="699"/>
                  <a:pt x="237" y="699"/>
                </a:cubicBezTo>
                <a:cubicBezTo>
                  <a:pt x="237" y="699"/>
                  <a:pt x="237" y="699"/>
                  <a:pt x="237" y="699"/>
                </a:cubicBezTo>
                <a:cubicBezTo>
                  <a:pt x="238" y="699"/>
                  <a:pt x="238" y="699"/>
                  <a:pt x="238" y="699"/>
                </a:cubicBezTo>
                <a:cubicBezTo>
                  <a:pt x="238" y="699"/>
                  <a:pt x="238" y="699"/>
                  <a:pt x="238" y="699"/>
                </a:cubicBezTo>
                <a:cubicBezTo>
                  <a:pt x="239" y="700"/>
                  <a:pt x="239" y="700"/>
                  <a:pt x="239" y="700"/>
                </a:cubicBezTo>
                <a:cubicBezTo>
                  <a:pt x="239" y="700"/>
                  <a:pt x="239" y="700"/>
                  <a:pt x="239" y="700"/>
                </a:cubicBezTo>
                <a:cubicBezTo>
                  <a:pt x="241" y="701"/>
                  <a:pt x="241" y="701"/>
                  <a:pt x="241" y="701"/>
                </a:cubicBezTo>
                <a:cubicBezTo>
                  <a:pt x="241" y="701"/>
                  <a:pt x="241" y="701"/>
                  <a:pt x="241" y="701"/>
                </a:cubicBezTo>
                <a:cubicBezTo>
                  <a:pt x="242" y="702"/>
                  <a:pt x="242" y="702"/>
                  <a:pt x="242" y="702"/>
                </a:cubicBezTo>
                <a:cubicBezTo>
                  <a:pt x="242" y="702"/>
                  <a:pt x="242" y="702"/>
                  <a:pt x="242" y="702"/>
                </a:cubicBezTo>
                <a:cubicBezTo>
                  <a:pt x="244" y="703"/>
                  <a:pt x="244" y="703"/>
                  <a:pt x="244" y="703"/>
                </a:cubicBezTo>
                <a:cubicBezTo>
                  <a:pt x="244" y="703"/>
                  <a:pt x="244" y="703"/>
                  <a:pt x="244" y="703"/>
                </a:cubicBezTo>
                <a:cubicBezTo>
                  <a:pt x="245" y="704"/>
                  <a:pt x="245" y="704"/>
                  <a:pt x="245" y="704"/>
                </a:cubicBezTo>
                <a:cubicBezTo>
                  <a:pt x="245" y="704"/>
                  <a:pt x="245" y="704"/>
                  <a:pt x="245" y="704"/>
                </a:cubicBezTo>
                <a:cubicBezTo>
                  <a:pt x="246" y="705"/>
                  <a:pt x="246" y="705"/>
                  <a:pt x="246" y="705"/>
                </a:cubicBezTo>
                <a:cubicBezTo>
                  <a:pt x="246" y="705"/>
                  <a:pt x="246" y="705"/>
                  <a:pt x="246" y="705"/>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6"/>
                  <a:pt x="247" y="706"/>
                  <a:pt x="247" y="706"/>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7"/>
                  <a:pt x="247" y="707"/>
                  <a:pt x="247" y="707"/>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7" y="708"/>
                  <a:pt x="247" y="708"/>
                  <a:pt x="247" y="708"/>
                </a:cubicBezTo>
                <a:cubicBezTo>
                  <a:pt x="246" y="709"/>
                  <a:pt x="246" y="709"/>
                  <a:pt x="246" y="709"/>
                </a:cubicBezTo>
                <a:cubicBezTo>
                  <a:pt x="246" y="709"/>
                  <a:pt x="246" y="709"/>
                  <a:pt x="246" y="709"/>
                </a:cubicBezTo>
                <a:cubicBezTo>
                  <a:pt x="246" y="709"/>
                  <a:pt x="246" y="709"/>
                  <a:pt x="246" y="709"/>
                </a:cubicBezTo>
                <a:cubicBezTo>
                  <a:pt x="246" y="709"/>
                  <a:pt x="246" y="709"/>
                  <a:pt x="246" y="709"/>
                </a:cubicBezTo>
                <a:cubicBezTo>
                  <a:pt x="245" y="709"/>
                  <a:pt x="245" y="709"/>
                  <a:pt x="245" y="709"/>
                </a:cubicBezTo>
                <a:cubicBezTo>
                  <a:pt x="245" y="709"/>
                  <a:pt x="245" y="709"/>
                  <a:pt x="245" y="709"/>
                </a:cubicBezTo>
                <a:cubicBezTo>
                  <a:pt x="245" y="710"/>
                  <a:pt x="245" y="710"/>
                  <a:pt x="245" y="710"/>
                </a:cubicBezTo>
                <a:cubicBezTo>
                  <a:pt x="245" y="710"/>
                  <a:pt x="245" y="710"/>
                  <a:pt x="245"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4" y="710"/>
                  <a:pt x="244" y="710"/>
                  <a:pt x="244" y="710"/>
                </a:cubicBezTo>
                <a:cubicBezTo>
                  <a:pt x="242" y="710"/>
                  <a:pt x="242" y="710"/>
                  <a:pt x="242" y="710"/>
                </a:cubicBezTo>
                <a:close/>
                <a:moveTo>
                  <a:pt x="468" y="708"/>
                </a:moveTo>
                <a:cubicBezTo>
                  <a:pt x="467" y="707"/>
                  <a:pt x="467" y="707"/>
                  <a:pt x="467" y="707"/>
                </a:cubicBezTo>
                <a:cubicBezTo>
                  <a:pt x="467" y="707"/>
                  <a:pt x="467" y="707"/>
                  <a:pt x="467" y="707"/>
                </a:cubicBezTo>
                <a:cubicBezTo>
                  <a:pt x="466" y="706"/>
                  <a:pt x="466" y="706"/>
                  <a:pt x="466" y="706"/>
                </a:cubicBezTo>
                <a:cubicBezTo>
                  <a:pt x="466" y="706"/>
                  <a:pt x="466" y="706"/>
                  <a:pt x="466" y="706"/>
                </a:cubicBezTo>
                <a:cubicBezTo>
                  <a:pt x="465" y="705"/>
                  <a:pt x="465" y="705"/>
                  <a:pt x="465" y="705"/>
                </a:cubicBezTo>
                <a:cubicBezTo>
                  <a:pt x="465" y="705"/>
                  <a:pt x="465" y="705"/>
                  <a:pt x="465" y="705"/>
                </a:cubicBezTo>
                <a:cubicBezTo>
                  <a:pt x="464" y="704"/>
                  <a:pt x="464" y="704"/>
                  <a:pt x="464" y="704"/>
                </a:cubicBezTo>
                <a:cubicBezTo>
                  <a:pt x="464" y="704"/>
                  <a:pt x="464" y="704"/>
                  <a:pt x="464" y="704"/>
                </a:cubicBezTo>
                <a:cubicBezTo>
                  <a:pt x="463" y="703"/>
                  <a:pt x="463" y="703"/>
                  <a:pt x="463" y="703"/>
                </a:cubicBezTo>
                <a:cubicBezTo>
                  <a:pt x="463" y="703"/>
                  <a:pt x="463" y="703"/>
                  <a:pt x="463" y="703"/>
                </a:cubicBezTo>
                <a:cubicBezTo>
                  <a:pt x="461" y="702"/>
                  <a:pt x="461" y="702"/>
                  <a:pt x="461" y="702"/>
                </a:cubicBezTo>
                <a:cubicBezTo>
                  <a:pt x="461" y="702"/>
                  <a:pt x="461" y="702"/>
                  <a:pt x="461" y="702"/>
                </a:cubicBezTo>
                <a:cubicBezTo>
                  <a:pt x="460" y="701"/>
                  <a:pt x="460" y="701"/>
                  <a:pt x="460" y="701"/>
                </a:cubicBezTo>
                <a:cubicBezTo>
                  <a:pt x="460" y="701"/>
                  <a:pt x="460" y="701"/>
                  <a:pt x="460" y="701"/>
                </a:cubicBezTo>
                <a:cubicBezTo>
                  <a:pt x="459" y="701"/>
                  <a:pt x="459" y="701"/>
                  <a:pt x="459" y="701"/>
                </a:cubicBezTo>
                <a:cubicBezTo>
                  <a:pt x="459" y="701"/>
                  <a:pt x="459" y="701"/>
                  <a:pt x="459" y="701"/>
                </a:cubicBezTo>
                <a:cubicBezTo>
                  <a:pt x="459" y="699"/>
                  <a:pt x="459" y="699"/>
                  <a:pt x="459" y="699"/>
                </a:cubicBezTo>
                <a:cubicBezTo>
                  <a:pt x="459" y="699"/>
                  <a:pt x="459" y="699"/>
                  <a:pt x="459" y="699"/>
                </a:cubicBezTo>
                <a:cubicBezTo>
                  <a:pt x="459" y="699"/>
                  <a:pt x="459" y="699"/>
                  <a:pt x="459" y="699"/>
                </a:cubicBezTo>
                <a:cubicBezTo>
                  <a:pt x="459" y="699"/>
                  <a:pt x="459" y="699"/>
                  <a:pt x="459" y="699"/>
                </a:cubicBezTo>
                <a:cubicBezTo>
                  <a:pt x="461" y="699"/>
                  <a:pt x="461" y="699"/>
                  <a:pt x="461" y="699"/>
                </a:cubicBezTo>
                <a:cubicBezTo>
                  <a:pt x="461" y="699"/>
                  <a:pt x="461" y="699"/>
                  <a:pt x="461" y="699"/>
                </a:cubicBezTo>
                <a:cubicBezTo>
                  <a:pt x="461" y="699"/>
                  <a:pt x="461" y="699"/>
                  <a:pt x="461" y="699"/>
                </a:cubicBezTo>
                <a:cubicBezTo>
                  <a:pt x="461" y="699"/>
                  <a:pt x="461" y="699"/>
                  <a:pt x="461" y="699"/>
                </a:cubicBezTo>
                <a:cubicBezTo>
                  <a:pt x="463" y="699"/>
                  <a:pt x="463" y="699"/>
                  <a:pt x="463" y="699"/>
                </a:cubicBezTo>
                <a:cubicBezTo>
                  <a:pt x="463" y="699"/>
                  <a:pt x="463" y="699"/>
                  <a:pt x="463" y="699"/>
                </a:cubicBezTo>
                <a:cubicBezTo>
                  <a:pt x="464" y="699"/>
                  <a:pt x="464" y="699"/>
                  <a:pt x="464" y="699"/>
                </a:cubicBezTo>
                <a:cubicBezTo>
                  <a:pt x="464" y="699"/>
                  <a:pt x="464" y="699"/>
                  <a:pt x="464" y="699"/>
                </a:cubicBezTo>
                <a:cubicBezTo>
                  <a:pt x="465" y="699"/>
                  <a:pt x="465" y="699"/>
                  <a:pt x="465" y="699"/>
                </a:cubicBezTo>
                <a:cubicBezTo>
                  <a:pt x="465" y="699"/>
                  <a:pt x="465" y="699"/>
                  <a:pt x="465" y="699"/>
                </a:cubicBezTo>
                <a:cubicBezTo>
                  <a:pt x="466" y="699"/>
                  <a:pt x="466" y="699"/>
                  <a:pt x="466" y="699"/>
                </a:cubicBezTo>
                <a:cubicBezTo>
                  <a:pt x="466" y="699"/>
                  <a:pt x="466" y="699"/>
                  <a:pt x="466" y="699"/>
                </a:cubicBezTo>
                <a:cubicBezTo>
                  <a:pt x="467" y="699"/>
                  <a:pt x="467" y="699"/>
                  <a:pt x="467" y="699"/>
                </a:cubicBezTo>
                <a:cubicBezTo>
                  <a:pt x="467" y="699"/>
                  <a:pt x="467" y="699"/>
                  <a:pt x="467" y="699"/>
                </a:cubicBezTo>
                <a:cubicBezTo>
                  <a:pt x="468" y="700"/>
                  <a:pt x="468" y="700"/>
                  <a:pt x="468" y="700"/>
                </a:cubicBezTo>
                <a:cubicBezTo>
                  <a:pt x="468" y="700"/>
                  <a:pt x="468" y="700"/>
                  <a:pt x="468" y="700"/>
                </a:cubicBezTo>
                <a:cubicBezTo>
                  <a:pt x="468" y="700"/>
                  <a:pt x="468" y="700"/>
                  <a:pt x="468" y="700"/>
                </a:cubicBezTo>
                <a:cubicBezTo>
                  <a:pt x="468" y="700"/>
                  <a:pt x="468" y="700"/>
                  <a:pt x="468" y="700"/>
                </a:cubicBezTo>
                <a:cubicBezTo>
                  <a:pt x="469" y="700"/>
                  <a:pt x="469" y="700"/>
                  <a:pt x="469" y="700"/>
                </a:cubicBezTo>
                <a:cubicBezTo>
                  <a:pt x="469" y="700"/>
                  <a:pt x="469" y="700"/>
                  <a:pt x="469" y="700"/>
                </a:cubicBezTo>
                <a:cubicBezTo>
                  <a:pt x="469" y="701"/>
                  <a:pt x="469" y="701"/>
                  <a:pt x="469" y="701"/>
                </a:cubicBezTo>
                <a:cubicBezTo>
                  <a:pt x="469" y="701"/>
                  <a:pt x="469" y="701"/>
                  <a:pt x="469" y="701"/>
                </a:cubicBezTo>
                <a:cubicBezTo>
                  <a:pt x="469" y="701"/>
                  <a:pt x="469" y="701"/>
                  <a:pt x="469" y="701"/>
                </a:cubicBezTo>
                <a:cubicBezTo>
                  <a:pt x="469" y="701"/>
                  <a:pt x="469" y="701"/>
                  <a:pt x="469" y="701"/>
                </a:cubicBezTo>
                <a:cubicBezTo>
                  <a:pt x="470" y="702"/>
                  <a:pt x="470" y="702"/>
                  <a:pt x="470" y="702"/>
                </a:cubicBezTo>
                <a:cubicBezTo>
                  <a:pt x="470" y="702"/>
                  <a:pt x="470" y="702"/>
                  <a:pt x="470" y="702"/>
                </a:cubicBezTo>
                <a:cubicBezTo>
                  <a:pt x="470" y="702"/>
                  <a:pt x="470" y="702"/>
                  <a:pt x="470" y="702"/>
                </a:cubicBezTo>
                <a:cubicBezTo>
                  <a:pt x="470" y="702"/>
                  <a:pt x="470" y="702"/>
                  <a:pt x="470" y="702"/>
                </a:cubicBezTo>
                <a:cubicBezTo>
                  <a:pt x="471" y="703"/>
                  <a:pt x="471" y="703"/>
                  <a:pt x="471" y="703"/>
                </a:cubicBezTo>
                <a:cubicBezTo>
                  <a:pt x="471" y="703"/>
                  <a:pt x="471" y="703"/>
                  <a:pt x="471" y="703"/>
                </a:cubicBezTo>
                <a:cubicBezTo>
                  <a:pt x="471" y="703"/>
                  <a:pt x="471" y="703"/>
                  <a:pt x="471" y="703"/>
                </a:cubicBezTo>
                <a:cubicBezTo>
                  <a:pt x="471" y="703"/>
                  <a:pt x="471" y="703"/>
                  <a:pt x="471" y="703"/>
                </a:cubicBezTo>
                <a:cubicBezTo>
                  <a:pt x="471" y="704"/>
                  <a:pt x="471" y="704"/>
                  <a:pt x="471" y="704"/>
                </a:cubicBezTo>
                <a:cubicBezTo>
                  <a:pt x="471" y="704"/>
                  <a:pt x="471" y="704"/>
                  <a:pt x="471" y="704"/>
                </a:cubicBezTo>
                <a:cubicBezTo>
                  <a:pt x="471" y="705"/>
                  <a:pt x="471" y="705"/>
                  <a:pt x="471" y="705"/>
                </a:cubicBezTo>
                <a:cubicBezTo>
                  <a:pt x="471" y="705"/>
                  <a:pt x="471" y="705"/>
                  <a:pt x="471" y="705"/>
                </a:cubicBezTo>
                <a:cubicBezTo>
                  <a:pt x="471" y="705"/>
                  <a:pt x="471" y="705"/>
                  <a:pt x="471" y="705"/>
                </a:cubicBezTo>
                <a:cubicBezTo>
                  <a:pt x="471" y="705"/>
                  <a:pt x="471" y="705"/>
                  <a:pt x="471" y="705"/>
                </a:cubicBezTo>
                <a:cubicBezTo>
                  <a:pt x="470" y="706"/>
                  <a:pt x="470" y="706"/>
                  <a:pt x="470" y="706"/>
                </a:cubicBezTo>
                <a:cubicBezTo>
                  <a:pt x="470" y="706"/>
                  <a:pt x="470" y="706"/>
                  <a:pt x="470" y="706"/>
                </a:cubicBezTo>
                <a:cubicBezTo>
                  <a:pt x="470" y="706"/>
                  <a:pt x="470" y="706"/>
                  <a:pt x="470" y="706"/>
                </a:cubicBezTo>
                <a:cubicBezTo>
                  <a:pt x="470" y="706"/>
                  <a:pt x="470" y="706"/>
                  <a:pt x="470" y="706"/>
                </a:cubicBezTo>
                <a:cubicBezTo>
                  <a:pt x="470" y="707"/>
                  <a:pt x="470" y="707"/>
                  <a:pt x="470" y="707"/>
                </a:cubicBezTo>
                <a:cubicBezTo>
                  <a:pt x="470" y="707"/>
                  <a:pt x="470" y="707"/>
                  <a:pt x="470" y="707"/>
                </a:cubicBezTo>
                <a:cubicBezTo>
                  <a:pt x="469" y="707"/>
                  <a:pt x="469" y="707"/>
                  <a:pt x="469" y="707"/>
                </a:cubicBezTo>
                <a:cubicBezTo>
                  <a:pt x="469" y="707"/>
                  <a:pt x="469" y="707"/>
                  <a:pt x="469" y="707"/>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9" y="708"/>
                  <a:pt x="469" y="708"/>
                  <a:pt x="469"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ubicBezTo>
                  <a:pt x="468" y="708"/>
                  <a:pt x="468" y="708"/>
                  <a:pt x="468" y="708"/>
                </a:cubicBezTo>
                <a:close/>
                <a:moveTo>
                  <a:pt x="445" y="707"/>
                </a:move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4" y="707"/>
                  <a:pt x="444" y="707"/>
                  <a:pt x="444" y="707"/>
                </a:cubicBezTo>
                <a:cubicBezTo>
                  <a:pt x="443" y="707"/>
                  <a:pt x="443" y="707"/>
                  <a:pt x="443" y="707"/>
                </a:cubicBezTo>
                <a:cubicBezTo>
                  <a:pt x="443" y="707"/>
                  <a:pt x="443" y="707"/>
                  <a:pt x="443" y="707"/>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6"/>
                  <a:pt x="443" y="706"/>
                  <a:pt x="443" y="706"/>
                </a:cubicBezTo>
                <a:cubicBezTo>
                  <a:pt x="443" y="705"/>
                  <a:pt x="443" y="705"/>
                  <a:pt x="443" y="705"/>
                </a:cubicBezTo>
                <a:cubicBezTo>
                  <a:pt x="443" y="705"/>
                  <a:pt x="443" y="705"/>
                  <a:pt x="443" y="705"/>
                </a:cubicBezTo>
                <a:cubicBezTo>
                  <a:pt x="443" y="705"/>
                  <a:pt x="443" y="705"/>
                  <a:pt x="443" y="705"/>
                </a:cubicBezTo>
                <a:cubicBezTo>
                  <a:pt x="443" y="705"/>
                  <a:pt x="443" y="705"/>
                  <a:pt x="443" y="705"/>
                </a:cubicBezTo>
                <a:cubicBezTo>
                  <a:pt x="444" y="704"/>
                  <a:pt x="444" y="704"/>
                  <a:pt x="444" y="704"/>
                </a:cubicBezTo>
                <a:cubicBezTo>
                  <a:pt x="444" y="704"/>
                  <a:pt x="444" y="704"/>
                  <a:pt x="444" y="704"/>
                </a:cubicBezTo>
                <a:cubicBezTo>
                  <a:pt x="444" y="704"/>
                  <a:pt x="444" y="704"/>
                  <a:pt x="444" y="704"/>
                </a:cubicBezTo>
                <a:cubicBezTo>
                  <a:pt x="444" y="704"/>
                  <a:pt x="444" y="704"/>
                  <a:pt x="444" y="704"/>
                </a:cubicBezTo>
                <a:cubicBezTo>
                  <a:pt x="445" y="704"/>
                  <a:pt x="445" y="704"/>
                  <a:pt x="445" y="704"/>
                </a:cubicBezTo>
                <a:cubicBezTo>
                  <a:pt x="445" y="704"/>
                  <a:pt x="445" y="704"/>
                  <a:pt x="445" y="704"/>
                </a:cubicBezTo>
                <a:cubicBezTo>
                  <a:pt x="445" y="703"/>
                  <a:pt x="445" y="703"/>
                  <a:pt x="445" y="703"/>
                </a:cubicBezTo>
                <a:cubicBezTo>
                  <a:pt x="445" y="703"/>
                  <a:pt x="445" y="703"/>
                  <a:pt x="445" y="703"/>
                </a:cubicBezTo>
                <a:cubicBezTo>
                  <a:pt x="446" y="702"/>
                  <a:pt x="446" y="702"/>
                  <a:pt x="446" y="702"/>
                </a:cubicBezTo>
                <a:cubicBezTo>
                  <a:pt x="446" y="702"/>
                  <a:pt x="446" y="702"/>
                  <a:pt x="446" y="702"/>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3"/>
                  <a:pt x="447" y="703"/>
                  <a:pt x="447" y="703"/>
                </a:cubicBezTo>
                <a:cubicBezTo>
                  <a:pt x="447" y="704"/>
                  <a:pt x="447" y="704"/>
                  <a:pt x="447" y="704"/>
                </a:cubicBezTo>
                <a:cubicBezTo>
                  <a:pt x="447" y="704"/>
                  <a:pt x="447" y="704"/>
                  <a:pt x="447" y="704"/>
                </a:cubicBezTo>
                <a:cubicBezTo>
                  <a:pt x="447" y="704"/>
                  <a:pt x="447" y="704"/>
                  <a:pt x="447" y="704"/>
                </a:cubicBezTo>
                <a:cubicBezTo>
                  <a:pt x="447" y="704"/>
                  <a:pt x="447" y="704"/>
                  <a:pt x="447" y="704"/>
                </a:cubicBezTo>
                <a:cubicBezTo>
                  <a:pt x="447" y="705"/>
                  <a:pt x="447" y="705"/>
                  <a:pt x="447" y="705"/>
                </a:cubicBezTo>
                <a:cubicBezTo>
                  <a:pt x="447" y="705"/>
                  <a:pt x="447" y="705"/>
                  <a:pt x="447" y="705"/>
                </a:cubicBezTo>
                <a:cubicBezTo>
                  <a:pt x="447" y="705"/>
                  <a:pt x="447" y="705"/>
                  <a:pt x="447" y="705"/>
                </a:cubicBezTo>
                <a:cubicBezTo>
                  <a:pt x="447" y="705"/>
                  <a:pt x="447" y="705"/>
                  <a:pt x="447" y="705"/>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7" y="706"/>
                  <a:pt x="447" y="706"/>
                  <a:pt x="447" y="706"/>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6" y="707"/>
                  <a:pt x="446" y="707"/>
                  <a:pt x="446"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ubicBezTo>
                  <a:pt x="445" y="707"/>
                  <a:pt x="445" y="707"/>
                  <a:pt x="445" y="707"/>
                </a:cubicBezTo>
                <a:close/>
                <a:moveTo>
                  <a:pt x="352" y="706"/>
                </a:move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700"/>
                  <a:pt x="340" y="700"/>
                  <a:pt x="340" y="700"/>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9"/>
                  <a:pt x="340" y="699"/>
                  <a:pt x="340" y="699"/>
                </a:cubicBezTo>
                <a:cubicBezTo>
                  <a:pt x="340" y="698"/>
                  <a:pt x="340" y="698"/>
                  <a:pt x="340" y="698"/>
                </a:cubicBezTo>
                <a:cubicBezTo>
                  <a:pt x="340" y="698"/>
                  <a:pt x="340" y="698"/>
                  <a:pt x="340"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1" y="698"/>
                  <a:pt x="341" y="698"/>
                  <a:pt x="341" y="698"/>
                </a:cubicBezTo>
                <a:cubicBezTo>
                  <a:pt x="342" y="697"/>
                  <a:pt x="342" y="697"/>
                  <a:pt x="342" y="697"/>
                </a:cubicBezTo>
                <a:cubicBezTo>
                  <a:pt x="342" y="697"/>
                  <a:pt x="342" y="697"/>
                  <a:pt x="342" y="697"/>
                </a:cubicBezTo>
                <a:cubicBezTo>
                  <a:pt x="343" y="697"/>
                  <a:pt x="343" y="697"/>
                  <a:pt x="343" y="697"/>
                </a:cubicBezTo>
                <a:cubicBezTo>
                  <a:pt x="343" y="697"/>
                  <a:pt x="343" y="697"/>
                  <a:pt x="343" y="697"/>
                </a:cubicBezTo>
                <a:cubicBezTo>
                  <a:pt x="343" y="697"/>
                  <a:pt x="343" y="697"/>
                  <a:pt x="343" y="697"/>
                </a:cubicBezTo>
                <a:cubicBezTo>
                  <a:pt x="343" y="697"/>
                  <a:pt x="343" y="697"/>
                  <a:pt x="343" y="697"/>
                </a:cubicBezTo>
                <a:cubicBezTo>
                  <a:pt x="344" y="697"/>
                  <a:pt x="344" y="697"/>
                  <a:pt x="344" y="697"/>
                </a:cubicBezTo>
                <a:cubicBezTo>
                  <a:pt x="344" y="697"/>
                  <a:pt x="344" y="697"/>
                  <a:pt x="344" y="697"/>
                </a:cubicBezTo>
                <a:cubicBezTo>
                  <a:pt x="344" y="697"/>
                  <a:pt x="344" y="697"/>
                  <a:pt x="344" y="697"/>
                </a:cubicBezTo>
                <a:cubicBezTo>
                  <a:pt x="344" y="697"/>
                  <a:pt x="344" y="697"/>
                  <a:pt x="344" y="697"/>
                </a:cubicBezTo>
                <a:cubicBezTo>
                  <a:pt x="345" y="697"/>
                  <a:pt x="345" y="697"/>
                  <a:pt x="345" y="697"/>
                </a:cubicBezTo>
                <a:cubicBezTo>
                  <a:pt x="345" y="697"/>
                  <a:pt x="345" y="697"/>
                  <a:pt x="345" y="697"/>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5" y="698"/>
                  <a:pt x="345" y="698"/>
                  <a:pt x="345" y="698"/>
                </a:cubicBezTo>
                <a:cubicBezTo>
                  <a:pt x="346" y="698"/>
                  <a:pt x="346" y="698"/>
                  <a:pt x="346" y="698"/>
                </a:cubicBezTo>
                <a:cubicBezTo>
                  <a:pt x="346" y="698"/>
                  <a:pt x="346" y="698"/>
                  <a:pt x="346" y="698"/>
                </a:cubicBezTo>
                <a:cubicBezTo>
                  <a:pt x="346" y="698"/>
                  <a:pt x="346" y="698"/>
                  <a:pt x="346" y="698"/>
                </a:cubicBezTo>
                <a:cubicBezTo>
                  <a:pt x="346" y="698"/>
                  <a:pt x="346" y="698"/>
                  <a:pt x="346" y="698"/>
                </a:cubicBezTo>
                <a:cubicBezTo>
                  <a:pt x="346" y="697"/>
                  <a:pt x="346" y="697"/>
                  <a:pt x="346" y="697"/>
                </a:cubicBezTo>
                <a:cubicBezTo>
                  <a:pt x="346" y="697"/>
                  <a:pt x="346" y="697"/>
                  <a:pt x="346"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7" y="697"/>
                  <a:pt x="347" y="697"/>
                  <a:pt x="347"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8" y="697"/>
                  <a:pt x="348" y="697"/>
                  <a:pt x="348"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49" y="697"/>
                  <a:pt x="349" y="697"/>
                  <a:pt x="349" y="697"/>
                </a:cubicBezTo>
                <a:cubicBezTo>
                  <a:pt x="352" y="697"/>
                  <a:pt x="352" y="697"/>
                  <a:pt x="352" y="697"/>
                </a:cubicBezTo>
                <a:cubicBezTo>
                  <a:pt x="352" y="697"/>
                  <a:pt x="352" y="697"/>
                  <a:pt x="352" y="697"/>
                </a:cubicBezTo>
                <a:cubicBezTo>
                  <a:pt x="355" y="697"/>
                  <a:pt x="355" y="697"/>
                  <a:pt x="355" y="697"/>
                </a:cubicBezTo>
                <a:cubicBezTo>
                  <a:pt x="355" y="697"/>
                  <a:pt x="355" y="697"/>
                  <a:pt x="355" y="697"/>
                </a:cubicBezTo>
                <a:cubicBezTo>
                  <a:pt x="358" y="696"/>
                  <a:pt x="358" y="696"/>
                  <a:pt x="358" y="696"/>
                </a:cubicBezTo>
                <a:cubicBezTo>
                  <a:pt x="358" y="696"/>
                  <a:pt x="358" y="696"/>
                  <a:pt x="358" y="696"/>
                </a:cubicBezTo>
                <a:cubicBezTo>
                  <a:pt x="361" y="695"/>
                  <a:pt x="361" y="695"/>
                  <a:pt x="361" y="695"/>
                </a:cubicBezTo>
                <a:cubicBezTo>
                  <a:pt x="361" y="695"/>
                  <a:pt x="361" y="695"/>
                  <a:pt x="361" y="695"/>
                </a:cubicBezTo>
                <a:cubicBezTo>
                  <a:pt x="364" y="694"/>
                  <a:pt x="364" y="694"/>
                  <a:pt x="364" y="694"/>
                </a:cubicBezTo>
                <a:cubicBezTo>
                  <a:pt x="364" y="694"/>
                  <a:pt x="364" y="694"/>
                  <a:pt x="364" y="694"/>
                </a:cubicBezTo>
                <a:cubicBezTo>
                  <a:pt x="367" y="693"/>
                  <a:pt x="367" y="693"/>
                  <a:pt x="367" y="693"/>
                </a:cubicBezTo>
                <a:cubicBezTo>
                  <a:pt x="367" y="693"/>
                  <a:pt x="367" y="693"/>
                  <a:pt x="367" y="693"/>
                </a:cubicBezTo>
                <a:cubicBezTo>
                  <a:pt x="370" y="691"/>
                  <a:pt x="370" y="691"/>
                  <a:pt x="370" y="691"/>
                </a:cubicBezTo>
                <a:cubicBezTo>
                  <a:pt x="370" y="691"/>
                  <a:pt x="370" y="691"/>
                  <a:pt x="370" y="691"/>
                </a:cubicBezTo>
                <a:cubicBezTo>
                  <a:pt x="372" y="688"/>
                  <a:pt x="372" y="688"/>
                  <a:pt x="372" y="688"/>
                </a:cubicBezTo>
                <a:cubicBezTo>
                  <a:pt x="372" y="688"/>
                  <a:pt x="372" y="688"/>
                  <a:pt x="372" y="688"/>
                </a:cubicBezTo>
                <a:cubicBezTo>
                  <a:pt x="380" y="679"/>
                  <a:pt x="380" y="679"/>
                  <a:pt x="380" y="679"/>
                </a:cubicBezTo>
                <a:cubicBezTo>
                  <a:pt x="380" y="679"/>
                  <a:pt x="380" y="679"/>
                  <a:pt x="380" y="679"/>
                </a:cubicBezTo>
                <a:cubicBezTo>
                  <a:pt x="380" y="679"/>
                  <a:pt x="380" y="679"/>
                  <a:pt x="380" y="679"/>
                </a:cubicBezTo>
                <a:cubicBezTo>
                  <a:pt x="380" y="679"/>
                  <a:pt x="380" y="679"/>
                  <a:pt x="380" y="679"/>
                </a:cubicBez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2" y="677"/>
                  <a:pt x="382" y="677"/>
                  <a:pt x="382" y="677"/>
                </a:cubicBezTo>
                <a:cubicBezTo>
                  <a:pt x="382" y="677"/>
                  <a:pt x="382" y="677"/>
                  <a:pt x="382" y="677"/>
                </a:cubicBezTo>
                <a:cubicBezTo>
                  <a:pt x="383" y="677"/>
                  <a:pt x="383" y="677"/>
                  <a:pt x="383" y="677"/>
                </a:cubicBezTo>
                <a:cubicBezTo>
                  <a:pt x="383" y="677"/>
                  <a:pt x="383" y="677"/>
                  <a:pt x="383" y="677"/>
                </a:cubicBezTo>
                <a:cubicBezTo>
                  <a:pt x="383" y="676"/>
                  <a:pt x="383" y="676"/>
                  <a:pt x="383" y="676"/>
                </a:cubicBezTo>
                <a:cubicBezTo>
                  <a:pt x="383" y="676"/>
                  <a:pt x="383" y="676"/>
                  <a:pt x="383" y="676"/>
                </a:cubicBezTo>
                <a:cubicBezTo>
                  <a:pt x="384" y="676"/>
                  <a:pt x="384" y="676"/>
                  <a:pt x="384" y="676"/>
                </a:cubicBezTo>
                <a:cubicBezTo>
                  <a:pt x="384" y="676"/>
                  <a:pt x="384" y="676"/>
                  <a:pt x="384" y="676"/>
                </a:cubicBezTo>
                <a:cubicBezTo>
                  <a:pt x="385" y="674"/>
                  <a:pt x="385" y="674"/>
                  <a:pt x="385" y="674"/>
                </a:cubicBezTo>
                <a:cubicBezTo>
                  <a:pt x="385" y="674"/>
                  <a:pt x="385" y="674"/>
                  <a:pt x="385" y="674"/>
                </a:cubicBezTo>
                <a:cubicBezTo>
                  <a:pt x="387" y="673"/>
                  <a:pt x="387" y="673"/>
                  <a:pt x="387" y="673"/>
                </a:cubicBezTo>
                <a:cubicBezTo>
                  <a:pt x="387" y="673"/>
                  <a:pt x="387" y="673"/>
                  <a:pt x="387" y="673"/>
                </a:cubicBezTo>
                <a:cubicBezTo>
                  <a:pt x="388" y="671"/>
                  <a:pt x="388" y="671"/>
                  <a:pt x="388" y="671"/>
                </a:cubicBezTo>
                <a:cubicBezTo>
                  <a:pt x="388" y="671"/>
                  <a:pt x="388" y="671"/>
                  <a:pt x="388" y="671"/>
                </a:cubicBezTo>
                <a:cubicBezTo>
                  <a:pt x="390" y="670"/>
                  <a:pt x="390" y="670"/>
                  <a:pt x="390" y="670"/>
                </a:cubicBezTo>
                <a:cubicBezTo>
                  <a:pt x="390" y="670"/>
                  <a:pt x="390" y="670"/>
                  <a:pt x="390" y="670"/>
                </a:cubicBezTo>
                <a:cubicBezTo>
                  <a:pt x="391" y="668"/>
                  <a:pt x="391" y="668"/>
                  <a:pt x="391" y="668"/>
                </a:cubicBezTo>
                <a:cubicBezTo>
                  <a:pt x="391" y="668"/>
                  <a:pt x="391" y="668"/>
                  <a:pt x="391" y="668"/>
                </a:cubicBezTo>
                <a:cubicBezTo>
                  <a:pt x="392" y="667"/>
                  <a:pt x="392" y="667"/>
                  <a:pt x="392" y="667"/>
                </a:cubicBezTo>
                <a:cubicBezTo>
                  <a:pt x="392" y="667"/>
                  <a:pt x="392" y="667"/>
                  <a:pt x="392" y="667"/>
                </a:cubicBezTo>
                <a:cubicBezTo>
                  <a:pt x="393" y="665"/>
                  <a:pt x="393" y="665"/>
                  <a:pt x="393" y="665"/>
                </a:cubicBezTo>
                <a:cubicBezTo>
                  <a:pt x="393" y="665"/>
                  <a:pt x="393" y="665"/>
                  <a:pt x="393" y="665"/>
                </a:cubicBezTo>
                <a:cubicBezTo>
                  <a:pt x="394" y="663"/>
                  <a:pt x="394" y="663"/>
                  <a:pt x="394" y="663"/>
                </a:cubicBezTo>
                <a:cubicBezTo>
                  <a:pt x="394" y="663"/>
                  <a:pt x="394" y="663"/>
                  <a:pt x="394" y="663"/>
                </a:cubicBezTo>
                <a:cubicBezTo>
                  <a:pt x="394" y="663"/>
                  <a:pt x="394" y="663"/>
                  <a:pt x="394" y="663"/>
                </a:cubicBezTo>
                <a:cubicBezTo>
                  <a:pt x="394" y="663"/>
                  <a:pt x="394" y="663"/>
                  <a:pt x="394" y="663"/>
                </a:cubicBezTo>
                <a:cubicBezTo>
                  <a:pt x="393" y="662"/>
                  <a:pt x="393" y="662"/>
                  <a:pt x="393" y="662"/>
                </a:cubicBezTo>
                <a:cubicBezTo>
                  <a:pt x="393" y="662"/>
                  <a:pt x="393" y="662"/>
                  <a:pt x="393" y="662"/>
                </a:cubicBezTo>
                <a:cubicBezTo>
                  <a:pt x="392" y="662"/>
                  <a:pt x="392" y="662"/>
                  <a:pt x="392" y="662"/>
                </a:cubicBezTo>
                <a:cubicBezTo>
                  <a:pt x="392" y="662"/>
                  <a:pt x="392" y="662"/>
                  <a:pt x="392" y="662"/>
                </a:cubicBezTo>
                <a:cubicBezTo>
                  <a:pt x="392" y="662"/>
                  <a:pt x="392" y="662"/>
                  <a:pt x="392" y="662"/>
                </a:cubicBezTo>
                <a:cubicBezTo>
                  <a:pt x="392" y="662"/>
                  <a:pt x="392" y="662"/>
                  <a:pt x="392" y="662"/>
                </a:cubicBezTo>
                <a:cubicBezTo>
                  <a:pt x="391" y="662"/>
                  <a:pt x="391" y="662"/>
                  <a:pt x="391" y="662"/>
                </a:cubicBezTo>
                <a:cubicBezTo>
                  <a:pt x="391" y="662"/>
                  <a:pt x="391" y="662"/>
                  <a:pt x="391" y="662"/>
                </a:cubicBezTo>
                <a:cubicBezTo>
                  <a:pt x="390" y="662"/>
                  <a:pt x="390" y="662"/>
                  <a:pt x="390" y="662"/>
                </a:cubicBezTo>
                <a:cubicBezTo>
                  <a:pt x="390" y="662"/>
                  <a:pt x="390" y="662"/>
                  <a:pt x="390" y="662"/>
                </a:cubicBezTo>
                <a:cubicBezTo>
                  <a:pt x="389" y="662"/>
                  <a:pt x="389" y="662"/>
                  <a:pt x="389" y="662"/>
                </a:cubicBezTo>
                <a:cubicBezTo>
                  <a:pt x="389" y="662"/>
                  <a:pt x="389" y="662"/>
                  <a:pt x="389" y="662"/>
                </a:cubicBezTo>
                <a:cubicBezTo>
                  <a:pt x="389" y="662"/>
                  <a:pt x="389" y="662"/>
                  <a:pt x="389" y="662"/>
                </a:cubicBezTo>
                <a:cubicBezTo>
                  <a:pt x="389" y="662"/>
                  <a:pt x="389" y="662"/>
                  <a:pt x="389" y="662"/>
                </a:cubicBezTo>
                <a:cubicBezTo>
                  <a:pt x="386" y="663"/>
                  <a:pt x="386" y="663"/>
                  <a:pt x="386" y="663"/>
                </a:cubicBezTo>
                <a:cubicBezTo>
                  <a:pt x="386" y="663"/>
                  <a:pt x="386" y="663"/>
                  <a:pt x="386" y="663"/>
                </a:cubicBezTo>
                <a:cubicBezTo>
                  <a:pt x="384" y="663"/>
                  <a:pt x="384" y="663"/>
                  <a:pt x="384" y="663"/>
                </a:cubicBezTo>
                <a:cubicBezTo>
                  <a:pt x="384" y="663"/>
                  <a:pt x="384" y="663"/>
                  <a:pt x="384" y="663"/>
                </a:cubicBezTo>
                <a:cubicBezTo>
                  <a:pt x="382" y="664"/>
                  <a:pt x="382" y="664"/>
                  <a:pt x="382" y="664"/>
                </a:cubicBezTo>
                <a:cubicBezTo>
                  <a:pt x="382" y="664"/>
                  <a:pt x="382" y="664"/>
                  <a:pt x="382" y="664"/>
                </a:cubicBezTo>
                <a:cubicBezTo>
                  <a:pt x="380" y="664"/>
                  <a:pt x="380" y="664"/>
                  <a:pt x="380" y="664"/>
                </a:cubicBezTo>
                <a:cubicBezTo>
                  <a:pt x="380" y="664"/>
                  <a:pt x="380" y="664"/>
                  <a:pt x="380" y="664"/>
                </a:cubicBezTo>
                <a:cubicBezTo>
                  <a:pt x="378" y="664"/>
                  <a:pt x="378" y="664"/>
                  <a:pt x="378" y="664"/>
                </a:cubicBezTo>
                <a:cubicBezTo>
                  <a:pt x="378" y="664"/>
                  <a:pt x="378" y="664"/>
                  <a:pt x="378" y="664"/>
                </a:cubicBezTo>
                <a:cubicBezTo>
                  <a:pt x="376" y="665"/>
                  <a:pt x="376" y="665"/>
                  <a:pt x="376" y="665"/>
                </a:cubicBezTo>
                <a:cubicBezTo>
                  <a:pt x="376" y="665"/>
                  <a:pt x="376" y="665"/>
                  <a:pt x="376" y="665"/>
                </a:cubicBezTo>
                <a:cubicBezTo>
                  <a:pt x="374" y="665"/>
                  <a:pt x="374" y="665"/>
                  <a:pt x="374" y="665"/>
                </a:cubicBezTo>
                <a:cubicBezTo>
                  <a:pt x="374" y="665"/>
                  <a:pt x="374" y="665"/>
                  <a:pt x="374" y="665"/>
                </a:cubicBezTo>
                <a:cubicBezTo>
                  <a:pt x="372" y="665"/>
                  <a:pt x="372" y="665"/>
                  <a:pt x="372" y="665"/>
                </a:cubicBezTo>
                <a:cubicBezTo>
                  <a:pt x="372" y="665"/>
                  <a:pt x="372" y="665"/>
                  <a:pt x="372" y="665"/>
                </a:cubicBezTo>
                <a:cubicBezTo>
                  <a:pt x="372" y="665"/>
                  <a:pt x="372" y="665"/>
                  <a:pt x="372" y="665"/>
                </a:cubicBezTo>
                <a:cubicBezTo>
                  <a:pt x="372" y="665"/>
                  <a:pt x="372" y="665"/>
                  <a:pt x="372"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0" y="665"/>
                  <a:pt x="370" y="665"/>
                  <a:pt x="370" y="665"/>
                </a:cubicBezTo>
                <a:cubicBezTo>
                  <a:pt x="370" y="665"/>
                  <a:pt x="370" y="665"/>
                  <a:pt x="370" y="665"/>
                </a:cubicBezTo>
                <a:cubicBezTo>
                  <a:pt x="370" y="665"/>
                  <a:pt x="370" y="665"/>
                  <a:pt x="370" y="665"/>
                </a:cubicBezTo>
                <a:cubicBezTo>
                  <a:pt x="370" y="665"/>
                  <a:pt x="370" y="665"/>
                  <a:pt x="370" y="665"/>
                </a:cubicBezTo>
                <a:cubicBezTo>
                  <a:pt x="369" y="665"/>
                  <a:pt x="369" y="665"/>
                  <a:pt x="369" y="665"/>
                </a:cubicBezTo>
                <a:cubicBezTo>
                  <a:pt x="369" y="665"/>
                  <a:pt x="369" y="665"/>
                  <a:pt x="369" y="665"/>
                </a:cubicBezTo>
                <a:cubicBezTo>
                  <a:pt x="369" y="664"/>
                  <a:pt x="369" y="664"/>
                  <a:pt x="369" y="664"/>
                </a:cubicBezTo>
                <a:cubicBezTo>
                  <a:pt x="369" y="664"/>
                  <a:pt x="369" y="664"/>
                  <a:pt x="369" y="664"/>
                </a:cubicBezTo>
                <a:cubicBezTo>
                  <a:pt x="368" y="664"/>
                  <a:pt x="368" y="664"/>
                  <a:pt x="368" y="664"/>
                </a:cubicBezTo>
                <a:cubicBezTo>
                  <a:pt x="368" y="664"/>
                  <a:pt x="368" y="664"/>
                  <a:pt x="368" y="664"/>
                </a:cubicBezTo>
                <a:cubicBezTo>
                  <a:pt x="368" y="663"/>
                  <a:pt x="368" y="663"/>
                  <a:pt x="368" y="663"/>
                </a:cubicBezTo>
                <a:cubicBezTo>
                  <a:pt x="368" y="663"/>
                  <a:pt x="368" y="663"/>
                  <a:pt x="368" y="663"/>
                </a:cubicBezTo>
                <a:cubicBezTo>
                  <a:pt x="367" y="663"/>
                  <a:pt x="367" y="663"/>
                  <a:pt x="367" y="663"/>
                </a:cubicBezTo>
                <a:cubicBezTo>
                  <a:pt x="367" y="663"/>
                  <a:pt x="367" y="663"/>
                  <a:pt x="367" y="663"/>
                </a:cubicBezTo>
                <a:cubicBezTo>
                  <a:pt x="367" y="662"/>
                  <a:pt x="367" y="662"/>
                  <a:pt x="367" y="662"/>
                </a:cubicBezTo>
                <a:cubicBezTo>
                  <a:pt x="367" y="662"/>
                  <a:pt x="367" y="662"/>
                  <a:pt x="367" y="662"/>
                </a:cubicBezTo>
                <a:cubicBezTo>
                  <a:pt x="366" y="662"/>
                  <a:pt x="366" y="662"/>
                  <a:pt x="366" y="662"/>
                </a:cubicBezTo>
                <a:cubicBezTo>
                  <a:pt x="366" y="662"/>
                  <a:pt x="366" y="662"/>
                  <a:pt x="366" y="662"/>
                </a:cubicBezTo>
                <a:cubicBezTo>
                  <a:pt x="366" y="661"/>
                  <a:pt x="366" y="661"/>
                  <a:pt x="366" y="661"/>
                </a:cubicBezTo>
                <a:cubicBezTo>
                  <a:pt x="366" y="661"/>
                  <a:pt x="366" y="661"/>
                  <a:pt x="366" y="661"/>
                </a:cubicBezTo>
                <a:cubicBezTo>
                  <a:pt x="365" y="660"/>
                  <a:pt x="365" y="660"/>
                  <a:pt x="365" y="660"/>
                </a:cubicBezTo>
                <a:cubicBezTo>
                  <a:pt x="365" y="660"/>
                  <a:pt x="365" y="660"/>
                  <a:pt x="365" y="660"/>
                </a:cubicBezTo>
                <a:cubicBezTo>
                  <a:pt x="365" y="659"/>
                  <a:pt x="365" y="659"/>
                  <a:pt x="365" y="659"/>
                </a:cubicBezTo>
                <a:cubicBezTo>
                  <a:pt x="365" y="659"/>
                  <a:pt x="365" y="659"/>
                  <a:pt x="365" y="659"/>
                </a:cubicBezTo>
                <a:cubicBezTo>
                  <a:pt x="365" y="659"/>
                  <a:pt x="365" y="659"/>
                  <a:pt x="365" y="659"/>
                </a:cubicBezTo>
                <a:cubicBezTo>
                  <a:pt x="365" y="659"/>
                  <a:pt x="365" y="659"/>
                  <a:pt x="365" y="659"/>
                </a:cubicBezTo>
                <a:cubicBezTo>
                  <a:pt x="366" y="659"/>
                  <a:pt x="366" y="659"/>
                  <a:pt x="366" y="659"/>
                </a:cubicBezTo>
                <a:cubicBezTo>
                  <a:pt x="366" y="659"/>
                  <a:pt x="366" y="659"/>
                  <a:pt x="366" y="659"/>
                </a:cubicBezTo>
                <a:cubicBezTo>
                  <a:pt x="366" y="659"/>
                  <a:pt x="366" y="659"/>
                  <a:pt x="366" y="659"/>
                </a:cubicBezTo>
                <a:cubicBezTo>
                  <a:pt x="366" y="659"/>
                  <a:pt x="366" y="659"/>
                  <a:pt x="366" y="659"/>
                </a:cubicBezTo>
                <a:cubicBezTo>
                  <a:pt x="366" y="658"/>
                  <a:pt x="366" y="658"/>
                  <a:pt x="366" y="658"/>
                </a:cubicBezTo>
                <a:cubicBezTo>
                  <a:pt x="366" y="658"/>
                  <a:pt x="366" y="658"/>
                  <a:pt x="366" y="658"/>
                </a:cubicBezTo>
                <a:cubicBezTo>
                  <a:pt x="366" y="658"/>
                  <a:pt x="366" y="658"/>
                  <a:pt x="366" y="658"/>
                </a:cubicBezTo>
                <a:cubicBezTo>
                  <a:pt x="366" y="658"/>
                  <a:pt x="366" y="658"/>
                  <a:pt x="366" y="658"/>
                </a:cubicBezTo>
                <a:cubicBezTo>
                  <a:pt x="367" y="658"/>
                  <a:pt x="367" y="658"/>
                  <a:pt x="367" y="658"/>
                </a:cubicBezTo>
                <a:cubicBezTo>
                  <a:pt x="367" y="658"/>
                  <a:pt x="367" y="658"/>
                  <a:pt x="367" y="658"/>
                </a:cubicBezTo>
                <a:cubicBezTo>
                  <a:pt x="367" y="658"/>
                  <a:pt x="367" y="658"/>
                  <a:pt x="367" y="658"/>
                </a:cubicBezTo>
                <a:cubicBezTo>
                  <a:pt x="367" y="658"/>
                  <a:pt x="367" y="658"/>
                  <a:pt x="367" y="658"/>
                </a:cubicBezTo>
                <a:cubicBezTo>
                  <a:pt x="367" y="657"/>
                  <a:pt x="367" y="657"/>
                  <a:pt x="367" y="657"/>
                </a:cubicBezTo>
                <a:cubicBezTo>
                  <a:pt x="367" y="657"/>
                  <a:pt x="367" y="657"/>
                  <a:pt x="367" y="657"/>
                </a:cubicBezTo>
                <a:cubicBezTo>
                  <a:pt x="368" y="658"/>
                  <a:pt x="368" y="658"/>
                  <a:pt x="368" y="658"/>
                </a:cubicBezTo>
                <a:cubicBezTo>
                  <a:pt x="368" y="658"/>
                  <a:pt x="368" y="658"/>
                  <a:pt x="368" y="658"/>
                </a:cubicBezTo>
                <a:cubicBezTo>
                  <a:pt x="369" y="658"/>
                  <a:pt x="369" y="658"/>
                  <a:pt x="369" y="658"/>
                </a:cubicBezTo>
                <a:cubicBezTo>
                  <a:pt x="369" y="658"/>
                  <a:pt x="369" y="658"/>
                  <a:pt x="369" y="658"/>
                </a:cubicBezTo>
                <a:cubicBezTo>
                  <a:pt x="370" y="658"/>
                  <a:pt x="370" y="658"/>
                  <a:pt x="370" y="658"/>
                </a:cubicBezTo>
                <a:cubicBezTo>
                  <a:pt x="370" y="658"/>
                  <a:pt x="370" y="658"/>
                  <a:pt x="370" y="658"/>
                </a:cubicBezTo>
                <a:cubicBezTo>
                  <a:pt x="370" y="658"/>
                  <a:pt x="370" y="658"/>
                  <a:pt x="370" y="658"/>
                </a:cubicBezTo>
                <a:cubicBezTo>
                  <a:pt x="370" y="658"/>
                  <a:pt x="370" y="658"/>
                  <a:pt x="370" y="658"/>
                </a:cubicBezTo>
                <a:cubicBezTo>
                  <a:pt x="371" y="658"/>
                  <a:pt x="371" y="658"/>
                  <a:pt x="371" y="658"/>
                </a:cubicBezTo>
                <a:cubicBezTo>
                  <a:pt x="371" y="658"/>
                  <a:pt x="371" y="658"/>
                  <a:pt x="371" y="658"/>
                </a:cubicBezTo>
                <a:cubicBezTo>
                  <a:pt x="372" y="658"/>
                  <a:pt x="372" y="658"/>
                  <a:pt x="372" y="658"/>
                </a:cubicBezTo>
                <a:cubicBezTo>
                  <a:pt x="372" y="658"/>
                  <a:pt x="372" y="658"/>
                  <a:pt x="372" y="658"/>
                </a:cubicBezTo>
                <a:cubicBezTo>
                  <a:pt x="373" y="659"/>
                  <a:pt x="373" y="659"/>
                  <a:pt x="373" y="659"/>
                </a:cubicBezTo>
                <a:cubicBezTo>
                  <a:pt x="373" y="659"/>
                  <a:pt x="373" y="659"/>
                  <a:pt x="373" y="659"/>
                </a:cubicBezTo>
                <a:cubicBezTo>
                  <a:pt x="374" y="659"/>
                  <a:pt x="374" y="659"/>
                  <a:pt x="374" y="659"/>
                </a:cubicBezTo>
                <a:cubicBezTo>
                  <a:pt x="374" y="659"/>
                  <a:pt x="374" y="659"/>
                  <a:pt x="374" y="659"/>
                </a:cubicBezTo>
                <a:cubicBezTo>
                  <a:pt x="390" y="658"/>
                  <a:pt x="390" y="658"/>
                  <a:pt x="390" y="658"/>
                </a:cubicBezTo>
                <a:cubicBezTo>
                  <a:pt x="390" y="658"/>
                  <a:pt x="390" y="658"/>
                  <a:pt x="390" y="658"/>
                </a:cubicBezTo>
                <a:cubicBezTo>
                  <a:pt x="398" y="658"/>
                  <a:pt x="398" y="658"/>
                  <a:pt x="398" y="658"/>
                </a:cubicBezTo>
                <a:cubicBezTo>
                  <a:pt x="398" y="658"/>
                  <a:pt x="398" y="658"/>
                  <a:pt x="398" y="658"/>
                </a:cubicBezTo>
                <a:cubicBezTo>
                  <a:pt x="399" y="658"/>
                  <a:pt x="399" y="658"/>
                  <a:pt x="399" y="658"/>
                </a:cubicBezTo>
                <a:cubicBezTo>
                  <a:pt x="399" y="658"/>
                  <a:pt x="399" y="658"/>
                  <a:pt x="399" y="658"/>
                </a:cubicBezTo>
                <a:cubicBezTo>
                  <a:pt x="399" y="659"/>
                  <a:pt x="399" y="659"/>
                  <a:pt x="399" y="659"/>
                </a:cubicBezTo>
                <a:cubicBezTo>
                  <a:pt x="399" y="659"/>
                  <a:pt x="399" y="659"/>
                  <a:pt x="399" y="659"/>
                </a:cubicBezTo>
                <a:cubicBezTo>
                  <a:pt x="400" y="660"/>
                  <a:pt x="400" y="660"/>
                  <a:pt x="400" y="660"/>
                </a:cubicBezTo>
                <a:cubicBezTo>
                  <a:pt x="400" y="660"/>
                  <a:pt x="400" y="660"/>
                  <a:pt x="400" y="660"/>
                </a:cubicBezTo>
                <a:cubicBezTo>
                  <a:pt x="401" y="661"/>
                  <a:pt x="401" y="661"/>
                  <a:pt x="401" y="661"/>
                </a:cubicBezTo>
                <a:cubicBezTo>
                  <a:pt x="401" y="661"/>
                  <a:pt x="401" y="661"/>
                  <a:pt x="401" y="661"/>
                </a:cubicBezTo>
                <a:cubicBezTo>
                  <a:pt x="401" y="662"/>
                  <a:pt x="401" y="662"/>
                  <a:pt x="401" y="662"/>
                </a:cubicBezTo>
                <a:cubicBezTo>
                  <a:pt x="401" y="662"/>
                  <a:pt x="401" y="662"/>
                  <a:pt x="401" y="662"/>
                </a:cubicBezTo>
                <a:cubicBezTo>
                  <a:pt x="401" y="663"/>
                  <a:pt x="401" y="663"/>
                  <a:pt x="401" y="663"/>
                </a:cubicBezTo>
                <a:cubicBezTo>
                  <a:pt x="401" y="663"/>
                  <a:pt x="401" y="663"/>
                  <a:pt x="401" y="663"/>
                </a:cubicBezTo>
                <a:cubicBezTo>
                  <a:pt x="401" y="664"/>
                  <a:pt x="401" y="664"/>
                  <a:pt x="401" y="664"/>
                </a:cubicBezTo>
                <a:cubicBezTo>
                  <a:pt x="401" y="664"/>
                  <a:pt x="401" y="664"/>
                  <a:pt x="401" y="664"/>
                </a:cubicBezTo>
                <a:cubicBezTo>
                  <a:pt x="401" y="665"/>
                  <a:pt x="401" y="665"/>
                  <a:pt x="401" y="665"/>
                </a:cubicBezTo>
                <a:cubicBezTo>
                  <a:pt x="401" y="665"/>
                  <a:pt x="401" y="665"/>
                  <a:pt x="401" y="665"/>
                </a:cubicBezTo>
                <a:cubicBezTo>
                  <a:pt x="400" y="666"/>
                  <a:pt x="400" y="666"/>
                  <a:pt x="400" y="666"/>
                </a:cubicBezTo>
                <a:cubicBezTo>
                  <a:pt x="400" y="666"/>
                  <a:pt x="400" y="666"/>
                  <a:pt x="400" y="666"/>
                </a:cubicBezTo>
                <a:cubicBezTo>
                  <a:pt x="400" y="666"/>
                  <a:pt x="400" y="666"/>
                  <a:pt x="400" y="666"/>
                </a:cubicBezTo>
                <a:cubicBezTo>
                  <a:pt x="400" y="666"/>
                  <a:pt x="400" y="666"/>
                  <a:pt x="400" y="666"/>
                </a:cubicBezTo>
                <a:cubicBezTo>
                  <a:pt x="400" y="667"/>
                  <a:pt x="400" y="667"/>
                  <a:pt x="400" y="667"/>
                </a:cubicBezTo>
                <a:cubicBezTo>
                  <a:pt x="400" y="667"/>
                  <a:pt x="400" y="667"/>
                  <a:pt x="400" y="667"/>
                </a:cubicBezTo>
                <a:cubicBezTo>
                  <a:pt x="399" y="667"/>
                  <a:pt x="399" y="667"/>
                  <a:pt x="399" y="667"/>
                </a:cubicBezTo>
                <a:cubicBezTo>
                  <a:pt x="399" y="667"/>
                  <a:pt x="399" y="667"/>
                  <a:pt x="399" y="667"/>
                </a:cubicBezTo>
                <a:cubicBezTo>
                  <a:pt x="399" y="668"/>
                  <a:pt x="399" y="668"/>
                  <a:pt x="399" y="668"/>
                </a:cubicBezTo>
                <a:cubicBezTo>
                  <a:pt x="399" y="668"/>
                  <a:pt x="399" y="668"/>
                  <a:pt x="399" y="668"/>
                </a:cubicBezTo>
                <a:cubicBezTo>
                  <a:pt x="398" y="668"/>
                  <a:pt x="398" y="668"/>
                  <a:pt x="398" y="668"/>
                </a:cubicBezTo>
                <a:cubicBezTo>
                  <a:pt x="398" y="668"/>
                  <a:pt x="398" y="668"/>
                  <a:pt x="398" y="668"/>
                </a:cubicBezTo>
                <a:cubicBezTo>
                  <a:pt x="398" y="668"/>
                  <a:pt x="398" y="668"/>
                  <a:pt x="398" y="668"/>
                </a:cubicBezTo>
                <a:cubicBezTo>
                  <a:pt x="398" y="668"/>
                  <a:pt x="398" y="668"/>
                  <a:pt x="398" y="668"/>
                </a:cubicBezTo>
                <a:cubicBezTo>
                  <a:pt x="398" y="669"/>
                  <a:pt x="398" y="669"/>
                  <a:pt x="398" y="669"/>
                </a:cubicBezTo>
                <a:cubicBezTo>
                  <a:pt x="398" y="669"/>
                  <a:pt x="398" y="669"/>
                  <a:pt x="398" y="669"/>
                </a:cubicBezTo>
                <a:cubicBezTo>
                  <a:pt x="396" y="670"/>
                  <a:pt x="396" y="670"/>
                  <a:pt x="396" y="670"/>
                </a:cubicBezTo>
                <a:cubicBezTo>
                  <a:pt x="396" y="670"/>
                  <a:pt x="396" y="670"/>
                  <a:pt x="396" y="670"/>
                </a:cubicBezTo>
                <a:cubicBezTo>
                  <a:pt x="395" y="672"/>
                  <a:pt x="395" y="672"/>
                  <a:pt x="395" y="672"/>
                </a:cubicBezTo>
                <a:cubicBezTo>
                  <a:pt x="395" y="672"/>
                  <a:pt x="395" y="672"/>
                  <a:pt x="395" y="672"/>
                </a:cubicBezTo>
                <a:cubicBezTo>
                  <a:pt x="393" y="673"/>
                  <a:pt x="393" y="673"/>
                  <a:pt x="393" y="673"/>
                </a:cubicBezTo>
                <a:cubicBezTo>
                  <a:pt x="393" y="673"/>
                  <a:pt x="393" y="673"/>
                  <a:pt x="393" y="673"/>
                </a:cubicBezTo>
                <a:cubicBezTo>
                  <a:pt x="392" y="675"/>
                  <a:pt x="392" y="675"/>
                  <a:pt x="392" y="675"/>
                </a:cubicBezTo>
                <a:cubicBezTo>
                  <a:pt x="392" y="675"/>
                  <a:pt x="392" y="675"/>
                  <a:pt x="392" y="675"/>
                </a:cubicBezTo>
                <a:cubicBezTo>
                  <a:pt x="391" y="676"/>
                  <a:pt x="391" y="676"/>
                  <a:pt x="391" y="676"/>
                </a:cubicBezTo>
                <a:cubicBezTo>
                  <a:pt x="391" y="676"/>
                  <a:pt x="391" y="676"/>
                  <a:pt x="391" y="676"/>
                </a:cubicBezTo>
                <a:cubicBezTo>
                  <a:pt x="390" y="677"/>
                  <a:pt x="390" y="677"/>
                  <a:pt x="390" y="677"/>
                </a:cubicBezTo>
                <a:cubicBezTo>
                  <a:pt x="390" y="677"/>
                  <a:pt x="390" y="677"/>
                  <a:pt x="390" y="677"/>
                </a:cubicBezTo>
                <a:cubicBezTo>
                  <a:pt x="388" y="679"/>
                  <a:pt x="388" y="679"/>
                  <a:pt x="388" y="679"/>
                </a:cubicBezTo>
                <a:cubicBezTo>
                  <a:pt x="388" y="679"/>
                  <a:pt x="388" y="679"/>
                  <a:pt x="388" y="679"/>
                </a:cubicBezTo>
                <a:cubicBezTo>
                  <a:pt x="387" y="679"/>
                  <a:pt x="387" y="679"/>
                  <a:pt x="387" y="679"/>
                </a:cubicBezTo>
                <a:cubicBezTo>
                  <a:pt x="387" y="679"/>
                  <a:pt x="387" y="679"/>
                  <a:pt x="387" y="679"/>
                </a:cubicBezTo>
                <a:cubicBezTo>
                  <a:pt x="381" y="688"/>
                  <a:pt x="381" y="688"/>
                  <a:pt x="381" y="688"/>
                </a:cubicBezTo>
                <a:cubicBezTo>
                  <a:pt x="381" y="688"/>
                  <a:pt x="381" y="688"/>
                  <a:pt x="381" y="688"/>
                </a:cubicBezTo>
                <a:cubicBezTo>
                  <a:pt x="382" y="690"/>
                  <a:pt x="382" y="690"/>
                  <a:pt x="382" y="690"/>
                </a:cubicBezTo>
                <a:cubicBezTo>
                  <a:pt x="382" y="690"/>
                  <a:pt x="382" y="690"/>
                  <a:pt x="382" y="690"/>
                </a:cubicBezTo>
                <a:cubicBezTo>
                  <a:pt x="383" y="690"/>
                  <a:pt x="383" y="690"/>
                  <a:pt x="383" y="690"/>
                </a:cubicBezTo>
                <a:cubicBezTo>
                  <a:pt x="383" y="690"/>
                  <a:pt x="383" y="690"/>
                  <a:pt x="383" y="690"/>
                </a:cubicBezTo>
                <a:cubicBezTo>
                  <a:pt x="385" y="690"/>
                  <a:pt x="385" y="690"/>
                  <a:pt x="385" y="690"/>
                </a:cubicBezTo>
                <a:cubicBezTo>
                  <a:pt x="385" y="690"/>
                  <a:pt x="385" y="690"/>
                  <a:pt x="385" y="690"/>
                </a:cubicBezTo>
                <a:cubicBezTo>
                  <a:pt x="386" y="690"/>
                  <a:pt x="386" y="690"/>
                  <a:pt x="386" y="690"/>
                </a:cubicBezTo>
                <a:cubicBezTo>
                  <a:pt x="386" y="690"/>
                  <a:pt x="386" y="690"/>
                  <a:pt x="386" y="690"/>
                </a:cubicBezTo>
                <a:cubicBezTo>
                  <a:pt x="388" y="689"/>
                  <a:pt x="388" y="689"/>
                  <a:pt x="388" y="689"/>
                </a:cubicBezTo>
                <a:cubicBezTo>
                  <a:pt x="388" y="689"/>
                  <a:pt x="388" y="689"/>
                  <a:pt x="388" y="689"/>
                </a:cubicBezTo>
                <a:cubicBezTo>
                  <a:pt x="390" y="688"/>
                  <a:pt x="390" y="688"/>
                  <a:pt x="390" y="688"/>
                </a:cubicBezTo>
                <a:cubicBezTo>
                  <a:pt x="390" y="688"/>
                  <a:pt x="390" y="688"/>
                  <a:pt x="390" y="688"/>
                </a:cubicBezTo>
                <a:cubicBezTo>
                  <a:pt x="391" y="688"/>
                  <a:pt x="391" y="688"/>
                  <a:pt x="391" y="688"/>
                </a:cubicBezTo>
                <a:cubicBezTo>
                  <a:pt x="391" y="688"/>
                  <a:pt x="391" y="688"/>
                  <a:pt x="391" y="688"/>
                </a:cubicBezTo>
                <a:cubicBezTo>
                  <a:pt x="392" y="687"/>
                  <a:pt x="392" y="687"/>
                  <a:pt x="392" y="687"/>
                </a:cubicBezTo>
                <a:cubicBezTo>
                  <a:pt x="392" y="687"/>
                  <a:pt x="392" y="687"/>
                  <a:pt x="392" y="687"/>
                </a:cubicBezTo>
                <a:cubicBezTo>
                  <a:pt x="394" y="686"/>
                  <a:pt x="394" y="686"/>
                  <a:pt x="394" y="686"/>
                </a:cubicBezTo>
                <a:cubicBezTo>
                  <a:pt x="394" y="686"/>
                  <a:pt x="394" y="686"/>
                  <a:pt x="394" y="686"/>
                </a:cubicBezTo>
                <a:cubicBezTo>
                  <a:pt x="394" y="687"/>
                  <a:pt x="394" y="687"/>
                  <a:pt x="394" y="687"/>
                </a:cubicBezTo>
                <a:cubicBezTo>
                  <a:pt x="394" y="687"/>
                  <a:pt x="394" y="687"/>
                  <a:pt x="394" y="687"/>
                </a:cubicBezTo>
                <a:cubicBezTo>
                  <a:pt x="395" y="687"/>
                  <a:pt x="395" y="687"/>
                  <a:pt x="395" y="687"/>
                </a:cubicBezTo>
                <a:cubicBezTo>
                  <a:pt x="395" y="687"/>
                  <a:pt x="395" y="687"/>
                  <a:pt x="395" y="687"/>
                </a:cubicBezTo>
                <a:cubicBezTo>
                  <a:pt x="395" y="688"/>
                  <a:pt x="395" y="688"/>
                  <a:pt x="395" y="688"/>
                </a:cubicBezTo>
                <a:cubicBezTo>
                  <a:pt x="395" y="688"/>
                  <a:pt x="395" y="688"/>
                  <a:pt x="395" y="688"/>
                </a:cubicBezTo>
                <a:cubicBezTo>
                  <a:pt x="395" y="688"/>
                  <a:pt x="395" y="688"/>
                  <a:pt x="395" y="688"/>
                </a:cubicBezTo>
                <a:cubicBezTo>
                  <a:pt x="395" y="688"/>
                  <a:pt x="395" y="688"/>
                  <a:pt x="395" y="688"/>
                </a:cubicBezTo>
                <a:cubicBezTo>
                  <a:pt x="395" y="689"/>
                  <a:pt x="395" y="689"/>
                  <a:pt x="395" y="689"/>
                </a:cubicBezTo>
                <a:cubicBezTo>
                  <a:pt x="395" y="689"/>
                  <a:pt x="395" y="689"/>
                  <a:pt x="395" y="689"/>
                </a:cubicBezTo>
                <a:cubicBezTo>
                  <a:pt x="395" y="689"/>
                  <a:pt x="395" y="689"/>
                  <a:pt x="395" y="689"/>
                </a:cubicBezTo>
                <a:cubicBezTo>
                  <a:pt x="395" y="689"/>
                  <a:pt x="395" y="689"/>
                  <a:pt x="395" y="689"/>
                </a:cubicBezTo>
                <a:cubicBezTo>
                  <a:pt x="395" y="690"/>
                  <a:pt x="395" y="690"/>
                  <a:pt x="395" y="690"/>
                </a:cubicBezTo>
                <a:cubicBezTo>
                  <a:pt x="395" y="690"/>
                  <a:pt x="395" y="690"/>
                  <a:pt x="395" y="690"/>
                </a:cubicBezTo>
                <a:cubicBezTo>
                  <a:pt x="395" y="690"/>
                  <a:pt x="395" y="690"/>
                  <a:pt x="395" y="690"/>
                </a:cubicBezTo>
                <a:cubicBezTo>
                  <a:pt x="395" y="690"/>
                  <a:pt x="395" y="690"/>
                  <a:pt x="395" y="690"/>
                </a:cubicBezTo>
                <a:cubicBezTo>
                  <a:pt x="395" y="691"/>
                  <a:pt x="395" y="691"/>
                  <a:pt x="395" y="691"/>
                </a:cubicBezTo>
                <a:cubicBezTo>
                  <a:pt x="395" y="691"/>
                  <a:pt x="395" y="691"/>
                  <a:pt x="395"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4" y="691"/>
                  <a:pt x="394" y="691"/>
                  <a:pt x="394" y="691"/>
                </a:cubicBezTo>
                <a:cubicBezTo>
                  <a:pt x="393" y="691"/>
                  <a:pt x="393" y="691"/>
                  <a:pt x="393" y="691"/>
                </a:cubicBezTo>
                <a:cubicBezTo>
                  <a:pt x="393" y="691"/>
                  <a:pt x="393" y="691"/>
                  <a:pt x="393" y="691"/>
                </a:cubicBezTo>
                <a:cubicBezTo>
                  <a:pt x="393" y="691"/>
                  <a:pt x="393" y="691"/>
                  <a:pt x="393" y="691"/>
                </a:cubicBezTo>
                <a:cubicBezTo>
                  <a:pt x="393" y="691"/>
                  <a:pt x="393" y="691"/>
                  <a:pt x="393" y="691"/>
                </a:cubicBezTo>
                <a:cubicBezTo>
                  <a:pt x="392" y="691"/>
                  <a:pt x="392" y="691"/>
                  <a:pt x="392" y="691"/>
                </a:cubicBezTo>
                <a:cubicBezTo>
                  <a:pt x="392" y="691"/>
                  <a:pt x="392" y="691"/>
                  <a:pt x="392" y="691"/>
                </a:cubicBezTo>
                <a:cubicBezTo>
                  <a:pt x="392" y="692"/>
                  <a:pt x="392" y="692"/>
                  <a:pt x="392" y="692"/>
                </a:cubicBezTo>
                <a:cubicBezTo>
                  <a:pt x="392" y="692"/>
                  <a:pt x="392" y="692"/>
                  <a:pt x="392" y="692"/>
                </a:cubicBezTo>
                <a:cubicBezTo>
                  <a:pt x="376" y="696"/>
                  <a:pt x="376" y="696"/>
                  <a:pt x="376" y="696"/>
                </a:cubicBezTo>
                <a:cubicBezTo>
                  <a:pt x="376" y="696"/>
                  <a:pt x="376" y="696"/>
                  <a:pt x="376" y="696"/>
                </a:cubicBezTo>
                <a:cubicBezTo>
                  <a:pt x="376" y="697"/>
                  <a:pt x="376" y="697"/>
                  <a:pt x="376" y="697"/>
                </a:cubicBezTo>
                <a:cubicBezTo>
                  <a:pt x="376" y="697"/>
                  <a:pt x="376" y="697"/>
                  <a:pt x="376"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5" y="697"/>
                  <a:pt x="375" y="697"/>
                  <a:pt x="375" y="697"/>
                </a:cubicBezTo>
                <a:cubicBezTo>
                  <a:pt x="374" y="698"/>
                  <a:pt x="374" y="698"/>
                  <a:pt x="374" y="698"/>
                </a:cubicBezTo>
                <a:cubicBezTo>
                  <a:pt x="374" y="698"/>
                  <a:pt x="374" y="698"/>
                  <a:pt x="374" y="698"/>
                </a:cubicBezTo>
                <a:cubicBezTo>
                  <a:pt x="374" y="698"/>
                  <a:pt x="374" y="698"/>
                  <a:pt x="374" y="698"/>
                </a:cubicBezTo>
                <a:cubicBezTo>
                  <a:pt x="374" y="698"/>
                  <a:pt x="374" y="698"/>
                  <a:pt x="374" y="698"/>
                </a:cubicBezTo>
                <a:cubicBezTo>
                  <a:pt x="373" y="698"/>
                  <a:pt x="373" y="698"/>
                  <a:pt x="373" y="698"/>
                </a:cubicBezTo>
                <a:cubicBezTo>
                  <a:pt x="373" y="698"/>
                  <a:pt x="373" y="698"/>
                  <a:pt x="373" y="698"/>
                </a:cubicBezTo>
                <a:cubicBezTo>
                  <a:pt x="373" y="698"/>
                  <a:pt x="373" y="698"/>
                  <a:pt x="373" y="698"/>
                </a:cubicBezTo>
                <a:cubicBezTo>
                  <a:pt x="373" y="698"/>
                  <a:pt x="373" y="698"/>
                  <a:pt x="373" y="698"/>
                </a:cubicBezTo>
                <a:cubicBezTo>
                  <a:pt x="372" y="698"/>
                  <a:pt x="372" y="698"/>
                  <a:pt x="372" y="698"/>
                </a:cubicBezTo>
                <a:cubicBezTo>
                  <a:pt x="372" y="698"/>
                  <a:pt x="372" y="698"/>
                  <a:pt x="372" y="698"/>
                </a:cubicBezTo>
                <a:cubicBezTo>
                  <a:pt x="372" y="698"/>
                  <a:pt x="372" y="698"/>
                  <a:pt x="372" y="698"/>
                </a:cubicBezTo>
                <a:cubicBezTo>
                  <a:pt x="372" y="698"/>
                  <a:pt x="372" y="698"/>
                  <a:pt x="372" y="698"/>
                </a:cubicBezTo>
                <a:cubicBezTo>
                  <a:pt x="371" y="699"/>
                  <a:pt x="371" y="699"/>
                  <a:pt x="370" y="699"/>
                </a:cubicBezTo>
                <a:cubicBezTo>
                  <a:pt x="370" y="699"/>
                  <a:pt x="370" y="699"/>
                  <a:pt x="370" y="699"/>
                </a:cubicBezTo>
                <a:cubicBezTo>
                  <a:pt x="370" y="699"/>
                  <a:pt x="369" y="699"/>
                  <a:pt x="369" y="699"/>
                </a:cubicBezTo>
                <a:cubicBezTo>
                  <a:pt x="369" y="699"/>
                  <a:pt x="369" y="700"/>
                  <a:pt x="369" y="700"/>
                </a:cubicBezTo>
                <a:cubicBezTo>
                  <a:pt x="369" y="700"/>
                  <a:pt x="368" y="700"/>
                  <a:pt x="368" y="700"/>
                </a:cubicBezTo>
                <a:cubicBezTo>
                  <a:pt x="368" y="700"/>
                  <a:pt x="368" y="700"/>
                  <a:pt x="368" y="700"/>
                </a:cubicBezTo>
                <a:cubicBezTo>
                  <a:pt x="368" y="700"/>
                  <a:pt x="368" y="700"/>
                  <a:pt x="368" y="700"/>
                </a:cubicBezTo>
                <a:cubicBezTo>
                  <a:pt x="368" y="700"/>
                  <a:pt x="368" y="700"/>
                  <a:pt x="368" y="700"/>
                </a:cubicBezTo>
                <a:cubicBezTo>
                  <a:pt x="367" y="701"/>
                  <a:pt x="367" y="701"/>
                  <a:pt x="366" y="701"/>
                </a:cubicBezTo>
                <a:cubicBezTo>
                  <a:pt x="366" y="701"/>
                  <a:pt x="366" y="701"/>
                  <a:pt x="366" y="701"/>
                </a:cubicBezTo>
                <a:cubicBezTo>
                  <a:pt x="366" y="701"/>
                  <a:pt x="365" y="701"/>
                  <a:pt x="365" y="701"/>
                </a:cubicBezTo>
                <a:cubicBezTo>
                  <a:pt x="365" y="701"/>
                  <a:pt x="365" y="701"/>
                  <a:pt x="365" y="701"/>
                </a:cubicBezTo>
                <a:cubicBezTo>
                  <a:pt x="365" y="701"/>
                  <a:pt x="365" y="701"/>
                  <a:pt x="365" y="701"/>
                </a:cubicBezTo>
                <a:cubicBezTo>
                  <a:pt x="365" y="701"/>
                  <a:pt x="365" y="701"/>
                  <a:pt x="365" y="701"/>
                </a:cubicBezTo>
                <a:cubicBezTo>
                  <a:pt x="365" y="701"/>
                  <a:pt x="364" y="701"/>
                  <a:pt x="364" y="701"/>
                </a:cubicBezTo>
                <a:cubicBezTo>
                  <a:pt x="364" y="701"/>
                  <a:pt x="364" y="701"/>
                  <a:pt x="364" y="701"/>
                </a:cubicBezTo>
                <a:cubicBezTo>
                  <a:pt x="364" y="701"/>
                  <a:pt x="364" y="701"/>
                  <a:pt x="364" y="702"/>
                </a:cubicBezTo>
                <a:cubicBezTo>
                  <a:pt x="364" y="702"/>
                  <a:pt x="364" y="702"/>
                  <a:pt x="364" y="702"/>
                </a:cubicBezTo>
                <a:cubicBezTo>
                  <a:pt x="364" y="702"/>
                  <a:pt x="363" y="702"/>
                  <a:pt x="363" y="702"/>
                </a:cubicBezTo>
                <a:cubicBezTo>
                  <a:pt x="363" y="702"/>
                  <a:pt x="363" y="702"/>
                  <a:pt x="363" y="702"/>
                </a:cubicBezTo>
                <a:cubicBezTo>
                  <a:pt x="363" y="702"/>
                  <a:pt x="362" y="702"/>
                  <a:pt x="361" y="702"/>
                </a:cubicBezTo>
                <a:cubicBezTo>
                  <a:pt x="361" y="702"/>
                  <a:pt x="361" y="702"/>
                  <a:pt x="361" y="702"/>
                </a:cubicBezTo>
                <a:cubicBezTo>
                  <a:pt x="361" y="702"/>
                  <a:pt x="361" y="702"/>
                  <a:pt x="361" y="702"/>
                </a:cubicBezTo>
                <a:cubicBezTo>
                  <a:pt x="361" y="702"/>
                  <a:pt x="361" y="702"/>
                  <a:pt x="361" y="702"/>
                </a:cubicBezTo>
                <a:cubicBezTo>
                  <a:pt x="360" y="702"/>
                  <a:pt x="360" y="702"/>
                  <a:pt x="360" y="702"/>
                </a:cubicBezTo>
                <a:cubicBezTo>
                  <a:pt x="360" y="702"/>
                  <a:pt x="360" y="702"/>
                  <a:pt x="360" y="702"/>
                </a:cubicBezTo>
                <a:cubicBezTo>
                  <a:pt x="360" y="703"/>
                  <a:pt x="360" y="703"/>
                  <a:pt x="360" y="703"/>
                </a:cubicBezTo>
                <a:cubicBezTo>
                  <a:pt x="360" y="703"/>
                  <a:pt x="360" y="703"/>
                  <a:pt x="360" y="703"/>
                </a:cubicBezTo>
                <a:cubicBezTo>
                  <a:pt x="359" y="704"/>
                  <a:pt x="359" y="704"/>
                  <a:pt x="359" y="704"/>
                </a:cubicBezTo>
                <a:cubicBezTo>
                  <a:pt x="359" y="704"/>
                  <a:pt x="359" y="704"/>
                  <a:pt x="359" y="704"/>
                </a:cubicBezTo>
                <a:cubicBezTo>
                  <a:pt x="358" y="704"/>
                  <a:pt x="358" y="704"/>
                  <a:pt x="358" y="704"/>
                </a:cubicBezTo>
                <a:cubicBezTo>
                  <a:pt x="358" y="704"/>
                  <a:pt x="358" y="704"/>
                  <a:pt x="358" y="704"/>
                </a:cubicBezTo>
                <a:cubicBezTo>
                  <a:pt x="357" y="705"/>
                  <a:pt x="357" y="705"/>
                  <a:pt x="357" y="705"/>
                </a:cubicBezTo>
                <a:cubicBezTo>
                  <a:pt x="357" y="705"/>
                  <a:pt x="357" y="705"/>
                  <a:pt x="357" y="705"/>
                </a:cubicBezTo>
                <a:cubicBezTo>
                  <a:pt x="356" y="705"/>
                  <a:pt x="356" y="705"/>
                  <a:pt x="356" y="705"/>
                </a:cubicBezTo>
                <a:cubicBezTo>
                  <a:pt x="356" y="705"/>
                  <a:pt x="356" y="705"/>
                  <a:pt x="356" y="705"/>
                </a:cubicBezTo>
                <a:cubicBezTo>
                  <a:pt x="355" y="706"/>
                  <a:pt x="355" y="706"/>
                  <a:pt x="355" y="706"/>
                </a:cubicBezTo>
                <a:cubicBezTo>
                  <a:pt x="355" y="706"/>
                  <a:pt x="355" y="706"/>
                  <a:pt x="355" y="706"/>
                </a:cubicBezTo>
                <a:cubicBezTo>
                  <a:pt x="353" y="706"/>
                  <a:pt x="353" y="706"/>
                  <a:pt x="353" y="706"/>
                </a:cubicBezTo>
                <a:cubicBezTo>
                  <a:pt x="353" y="706"/>
                  <a:pt x="353" y="706"/>
                  <a:pt x="353" y="706"/>
                </a:cubicBezTo>
                <a:cubicBezTo>
                  <a:pt x="352" y="706"/>
                  <a:pt x="352" y="706"/>
                  <a:pt x="352" y="706"/>
                </a:cubicBezTo>
                <a:close/>
                <a:moveTo>
                  <a:pt x="218" y="701"/>
                </a:moveTo>
                <a:cubicBezTo>
                  <a:pt x="217" y="699"/>
                  <a:pt x="217" y="699"/>
                  <a:pt x="217" y="699"/>
                </a:cubicBezTo>
                <a:cubicBezTo>
                  <a:pt x="217" y="699"/>
                  <a:pt x="217" y="699"/>
                  <a:pt x="217" y="699"/>
                </a:cubicBezTo>
                <a:cubicBezTo>
                  <a:pt x="217" y="699"/>
                  <a:pt x="216" y="698"/>
                  <a:pt x="216" y="697"/>
                </a:cubicBezTo>
                <a:cubicBezTo>
                  <a:pt x="216" y="697"/>
                  <a:pt x="216" y="697"/>
                  <a:pt x="216" y="697"/>
                </a:cubicBezTo>
                <a:cubicBezTo>
                  <a:pt x="216" y="697"/>
                  <a:pt x="216" y="696"/>
                  <a:pt x="215" y="696"/>
                </a:cubicBezTo>
                <a:cubicBezTo>
                  <a:pt x="215" y="696"/>
                  <a:pt x="215" y="696"/>
                  <a:pt x="215" y="696"/>
                </a:cubicBezTo>
                <a:cubicBezTo>
                  <a:pt x="215" y="695"/>
                  <a:pt x="215" y="695"/>
                  <a:pt x="215" y="694"/>
                </a:cubicBezTo>
                <a:cubicBezTo>
                  <a:pt x="215" y="694"/>
                  <a:pt x="215" y="694"/>
                  <a:pt x="215" y="694"/>
                </a:cubicBezTo>
                <a:cubicBezTo>
                  <a:pt x="215" y="694"/>
                  <a:pt x="215" y="693"/>
                  <a:pt x="215" y="692"/>
                </a:cubicBezTo>
                <a:cubicBezTo>
                  <a:pt x="215" y="692"/>
                  <a:pt x="215" y="692"/>
                  <a:pt x="215" y="692"/>
                </a:cubicBezTo>
                <a:cubicBezTo>
                  <a:pt x="215" y="692"/>
                  <a:pt x="215" y="691"/>
                  <a:pt x="215" y="691"/>
                </a:cubicBezTo>
                <a:cubicBezTo>
                  <a:pt x="215" y="691"/>
                  <a:pt x="215" y="691"/>
                  <a:pt x="215" y="691"/>
                </a:cubicBezTo>
                <a:cubicBezTo>
                  <a:pt x="216" y="690"/>
                  <a:pt x="216" y="689"/>
                  <a:pt x="216" y="689"/>
                </a:cubicBezTo>
                <a:cubicBezTo>
                  <a:pt x="216" y="689"/>
                  <a:pt x="216" y="689"/>
                  <a:pt x="216" y="689"/>
                </a:cubicBezTo>
                <a:cubicBezTo>
                  <a:pt x="216" y="688"/>
                  <a:pt x="216" y="688"/>
                  <a:pt x="216" y="687"/>
                </a:cubicBezTo>
                <a:cubicBezTo>
                  <a:pt x="216" y="687"/>
                  <a:pt x="216" y="687"/>
                  <a:pt x="216" y="687"/>
                </a:cubicBezTo>
                <a:cubicBezTo>
                  <a:pt x="216" y="687"/>
                  <a:pt x="217" y="686"/>
                  <a:pt x="217" y="686"/>
                </a:cubicBezTo>
                <a:cubicBezTo>
                  <a:pt x="217" y="686"/>
                  <a:pt x="217" y="686"/>
                  <a:pt x="217" y="686"/>
                </a:cubicBezTo>
                <a:cubicBezTo>
                  <a:pt x="217" y="686"/>
                  <a:pt x="217" y="685"/>
                  <a:pt x="218" y="685"/>
                </a:cubicBezTo>
                <a:cubicBezTo>
                  <a:pt x="218" y="685"/>
                  <a:pt x="218" y="685"/>
                  <a:pt x="218" y="685"/>
                </a:cubicBezTo>
                <a:cubicBezTo>
                  <a:pt x="218" y="685"/>
                  <a:pt x="218" y="685"/>
                  <a:pt x="218" y="685"/>
                </a:cubicBezTo>
                <a:cubicBezTo>
                  <a:pt x="218" y="685"/>
                  <a:pt x="218" y="685"/>
                  <a:pt x="218" y="685"/>
                </a:cubicBezTo>
                <a:cubicBezTo>
                  <a:pt x="219" y="683"/>
                  <a:pt x="219" y="683"/>
                  <a:pt x="219" y="683"/>
                </a:cubicBezTo>
                <a:cubicBezTo>
                  <a:pt x="219" y="683"/>
                  <a:pt x="219" y="683"/>
                  <a:pt x="219" y="683"/>
                </a:cubicBezTo>
                <a:cubicBezTo>
                  <a:pt x="220" y="683"/>
                  <a:pt x="220" y="683"/>
                  <a:pt x="220" y="683"/>
                </a:cubicBezTo>
                <a:cubicBezTo>
                  <a:pt x="220" y="683"/>
                  <a:pt x="220" y="683"/>
                  <a:pt x="220" y="683"/>
                </a:cubicBezTo>
                <a:cubicBezTo>
                  <a:pt x="221" y="682"/>
                  <a:pt x="221" y="682"/>
                  <a:pt x="221" y="682"/>
                </a:cubicBezTo>
                <a:cubicBezTo>
                  <a:pt x="221" y="682"/>
                  <a:pt x="221" y="682"/>
                  <a:pt x="221" y="682"/>
                </a:cubicBezTo>
                <a:cubicBezTo>
                  <a:pt x="221" y="681"/>
                  <a:pt x="221" y="681"/>
                  <a:pt x="221" y="681"/>
                </a:cubicBezTo>
                <a:cubicBezTo>
                  <a:pt x="221" y="681"/>
                  <a:pt x="221" y="681"/>
                  <a:pt x="221" y="681"/>
                </a:cubicBezTo>
                <a:cubicBezTo>
                  <a:pt x="221" y="679"/>
                  <a:pt x="221" y="679"/>
                  <a:pt x="221" y="679"/>
                </a:cubicBezTo>
                <a:cubicBezTo>
                  <a:pt x="221" y="679"/>
                  <a:pt x="221" y="679"/>
                  <a:pt x="221" y="679"/>
                </a:cubicBezTo>
                <a:cubicBezTo>
                  <a:pt x="226" y="674"/>
                  <a:pt x="226" y="674"/>
                  <a:pt x="226" y="674"/>
                </a:cubicBezTo>
                <a:cubicBezTo>
                  <a:pt x="226" y="674"/>
                  <a:pt x="226" y="674"/>
                  <a:pt x="226" y="674"/>
                </a:cubicBezTo>
                <a:cubicBezTo>
                  <a:pt x="228" y="674"/>
                  <a:pt x="228" y="674"/>
                  <a:pt x="228" y="674"/>
                </a:cubicBezTo>
                <a:cubicBezTo>
                  <a:pt x="228" y="674"/>
                  <a:pt x="228" y="674"/>
                  <a:pt x="228" y="674"/>
                </a:cubicBezTo>
                <a:cubicBezTo>
                  <a:pt x="228" y="674"/>
                  <a:pt x="228" y="674"/>
                  <a:pt x="228" y="674"/>
                </a:cubicBezTo>
                <a:cubicBezTo>
                  <a:pt x="228" y="674"/>
                  <a:pt x="228" y="674"/>
                  <a:pt x="228" y="674"/>
                </a:cubicBezTo>
                <a:cubicBezTo>
                  <a:pt x="228" y="675"/>
                  <a:pt x="228" y="675"/>
                  <a:pt x="228" y="675"/>
                </a:cubicBezTo>
                <a:cubicBezTo>
                  <a:pt x="228" y="675"/>
                  <a:pt x="228" y="675"/>
                  <a:pt x="228" y="675"/>
                </a:cubicBezTo>
                <a:cubicBezTo>
                  <a:pt x="229" y="676"/>
                  <a:pt x="229" y="676"/>
                  <a:pt x="229" y="676"/>
                </a:cubicBezTo>
                <a:cubicBezTo>
                  <a:pt x="229" y="676"/>
                  <a:pt x="229" y="676"/>
                  <a:pt x="229" y="676"/>
                </a:cubicBezTo>
                <a:cubicBezTo>
                  <a:pt x="229" y="676"/>
                  <a:pt x="229" y="676"/>
                  <a:pt x="229" y="676"/>
                </a:cubicBezTo>
                <a:cubicBezTo>
                  <a:pt x="229" y="676"/>
                  <a:pt x="229" y="676"/>
                  <a:pt x="229" y="676"/>
                </a:cubicBezTo>
                <a:cubicBezTo>
                  <a:pt x="229" y="677"/>
                  <a:pt x="229" y="677"/>
                  <a:pt x="229" y="677"/>
                </a:cubicBezTo>
                <a:cubicBezTo>
                  <a:pt x="229" y="677"/>
                  <a:pt x="229" y="677"/>
                  <a:pt x="229" y="677"/>
                </a:cubicBezTo>
                <a:cubicBezTo>
                  <a:pt x="229" y="678"/>
                  <a:pt x="229" y="678"/>
                  <a:pt x="229" y="678"/>
                </a:cubicBezTo>
                <a:cubicBezTo>
                  <a:pt x="229" y="678"/>
                  <a:pt x="229" y="678"/>
                  <a:pt x="229" y="678"/>
                </a:cubicBezTo>
                <a:cubicBezTo>
                  <a:pt x="229" y="679"/>
                  <a:pt x="229" y="679"/>
                  <a:pt x="229" y="679"/>
                </a:cubicBezTo>
                <a:cubicBezTo>
                  <a:pt x="229" y="679"/>
                  <a:pt x="229" y="679"/>
                  <a:pt x="229" y="679"/>
                </a:cubicBezTo>
                <a:cubicBezTo>
                  <a:pt x="230" y="679"/>
                  <a:pt x="230" y="679"/>
                  <a:pt x="230" y="679"/>
                </a:cubicBezTo>
                <a:cubicBezTo>
                  <a:pt x="230" y="679"/>
                  <a:pt x="230" y="679"/>
                  <a:pt x="230" y="679"/>
                </a:cubicBezTo>
                <a:cubicBezTo>
                  <a:pt x="229" y="681"/>
                  <a:pt x="229" y="681"/>
                  <a:pt x="229" y="681"/>
                </a:cubicBezTo>
                <a:cubicBezTo>
                  <a:pt x="229" y="681"/>
                  <a:pt x="229" y="681"/>
                  <a:pt x="229" y="681"/>
                </a:cubicBezTo>
                <a:cubicBezTo>
                  <a:pt x="228" y="681"/>
                  <a:pt x="228" y="681"/>
                  <a:pt x="228" y="681"/>
                </a:cubicBezTo>
                <a:cubicBezTo>
                  <a:pt x="228" y="681"/>
                  <a:pt x="228" y="681"/>
                  <a:pt x="228" y="681"/>
                </a:cubicBezTo>
                <a:cubicBezTo>
                  <a:pt x="226" y="682"/>
                  <a:pt x="226" y="682"/>
                  <a:pt x="226" y="682"/>
                </a:cubicBezTo>
                <a:cubicBezTo>
                  <a:pt x="226" y="682"/>
                  <a:pt x="226" y="682"/>
                  <a:pt x="226" y="682"/>
                </a:cubicBezTo>
                <a:cubicBezTo>
                  <a:pt x="225" y="683"/>
                  <a:pt x="225" y="683"/>
                  <a:pt x="225" y="683"/>
                </a:cubicBezTo>
                <a:cubicBezTo>
                  <a:pt x="225" y="683"/>
                  <a:pt x="225" y="683"/>
                  <a:pt x="225" y="683"/>
                </a:cubicBezTo>
                <a:cubicBezTo>
                  <a:pt x="224" y="683"/>
                  <a:pt x="224" y="683"/>
                  <a:pt x="224" y="683"/>
                </a:cubicBezTo>
                <a:cubicBezTo>
                  <a:pt x="224" y="683"/>
                  <a:pt x="224" y="683"/>
                  <a:pt x="224" y="683"/>
                </a:cubicBezTo>
                <a:cubicBezTo>
                  <a:pt x="223" y="684"/>
                  <a:pt x="223" y="684"/>
                  <a:pt x="223" y="684"/>
                </a:cubicBezTo>
                <a:cubicBezTo>
                  <a:pt x="223" y="684"/>
                  <a:pt x="223" y="684"/>
                  <a:pt x="223" y="684"/>
                </a:cubicBezTo>
                <a:cubicBezTo>
                  <a:pt x="221" y="684"/>
                  <a:pt x="221" y="684"/>
                  <a:pt x="221" y="684"/>
                </a:cubicBezTo>
                <a:cubicBezTo>
                  <a:pt x="221" y="684"/>
                  <a:pt x="221" y="684"/>
                  <a:pt x="221" y="684"/>
                </a:cubicBezTo>
                <a:cubicBezTo>
                  <a:pt x="220" y="685"/>
                  <a:pt x="220" y="685"/>
                  <a:pt x="220" y="685"/>
                </a:cubicBezTo>
                <a:cubicBezTo>
                  <a:pt x="220" y="685"/>
                  <a:pt x="220" y="685"/>
                  <a:pt x="220" y="685"/>
                </a:cubicBezTo>
                <a:cubicBezTo>
                  <a:pt x="220" y="685"/>
                  <a:pt x="219" y="685"/>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6"/>
                  <a:pt x="219" y="686"/>
                  <a:pt x="219" y="686"/>
                </a:cubicBezTo>
                <a:cubicBezTo>
                  <a:pt x="219" y="687"/>
                  <a:pt x="219" y="687"/>
                  <a:pt x="219" y="687"/>
                </a:cubicBezTo>
                <a:cubicBezTo>
                  <a:pt x="219" y="687"/>
                  <a:pt x="219" y="687"/>
                  <a:pt x="219" y="687"/>
                </a:cubicBezTo>
                <a:cubicBezTo>
                  <a:pt x="219" y="687"/>
                  <a:pt x="219" y="687"/>
                  <a:pt x="219" y="687"/>
                </a:cubicBezTo>
                <a:cubicBezTo>
                  <a:pt x="219" y="687"/>
                  <a:pt x="219" y="687"/>
                  <a:pt x="219" y="687"/>
                </a:cubicBezTo>
                <a:cubicBezTo>
                  <a:pt x="219" y="687"/>
                  <a:pt x="220" y="687"/>
                  <a:pt x="220" y="687"/>
                </a:cubicBezTo>
                <a:cubicBezTo>
                  <a:pt x="220" y="687"/>
                  <a:pt x="220" y="687"/>
                  <a:pt x="220" y="687"/>
                </a:cubicBezTo>
                <a:cubicBezTo>
                  <a:pt x="220" y="687"/>
                  <a:pt x="220" y="687"/>
                  <a:pt x="220" y="687"/>
                </a:cubicBezTo>
                <a:cubicBezTo>
                  <a:pt x="220" y="687"/>
                  <a:pt x="220" y="687"/>
                  <a:pt x="220" y="687"/>
                </a:cubicBezTo>
                <a:cubicBezTo>
                  <a:pt x="226" y="685"/>
                  <a:pt x="226" y="685"/>
                  <a:pt x="226" y="685"/>
                </a:cubicBezTo>
                <a:cubicBezTo>
                  <a:pt x="226" y="685"/>
                  <a:pt x="226" y="685"/>
                  <a:pt x="226" y="685"/>
                </a:cubicBezTo>
                <a:cubicBezTo>
                  <a:pt x="226" y="686"/>
                  <a:pt x="226" y="686"/>
                  <a:pt x="226" y="686"/>
                </a:cubicBezTo>
                <a:cubicBezTo>
                  <a:pt x="226" y="686"/>
                  <a:pt x="226" y="686"/>
                  <a:pt x="226" y="686"/>
                </a:cubicBezTo>
                <a:cubicBezTo>
                  <a:pt x="226" y="686"/>
                  <a:pt x="226" y="686"/>
                  <a:pt x="226" y="686"/>
                </a:cubicBezTo>
                <a:cubicBezTo>
                  <a:pt x="226" y="686"/>
                  <a:pt x="226" y="686"/>
                  <a:pt x="226" y="686"/>
                </a:cubicBezTo>
                <a:cubicBezTo>
                  <a:pt x="225" y="686"/>
                  <a:pt x="225" y="686"/>
                  <a:pt x="225" y="686"/>
                </a:cubicBezTo>
                <a:cubicBezTo>
                  <a:pt x="225" y="686"/>
                  <a:pt x="225" y="686"/>
                  <a:pt x="225" y="686"/>
                </a:cubicBezTo>
                <a:cubicBezTo>
                  <a:pt x="225" y="687"/>
                  <a:pt x="225" y="687"/>
                  <a:pt x="225" y="687"/>
                </a:cubicBezTo>
                <a:cubicBezTo>
                  <a:pt x="225" y="687"/>
                  <a:pt x="225" y="687"/>
                  <a:pt x="225" y="687"/>
                </a:cubicBezTo>
                <a:cubicBezTo>
                  <a:pt x="225" y="687"/>
                  <a:pt x="225" y="687"/>
                  <a:pt x="225" y="687"/>
                </a:cubicBezTo>
                <a:cubicBezTo>
                  <a:pt x="225" y="687"/>
                  <a:pt x="225" y="687"/>
                  <a:pt x="225" y="687"/>
                </a:cubicBezTo>
                <a:cubicBezTo>
                  <a:pt x="225" y="688"/>
                  <a:pt x="225" y="688"/>
                  <a:pt x="225" y="688"/>
                </a:cubicBezTo>
                <a:cubicBezTo>
                  <a:pt x="225" y="688"/>
                  <a:pt x="225" y="688"/>
                  <a:pt x="225" y="688"/>
                </a:cubicBezTo>
                <a:cubicBezTo>
                  <a:pt x="225" y="688"/>
                  <a:pt x="225" y="688"/>
                  <a:pt x="224" y="688"/>
                </a:cubicBezTo>
                <a:cubicBezTo>
                  <a:pt x="224" y="688"/>
                  <a:pt x="224" y="688"/>
                  <a:pt x="224" y="688"/>
                </a:cubicBezTo>
                <a:cubicBezTo>
                  <a:pt x="224" y="688"/>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4" y="689"/>
                  <a:pt x="224" y="689"/>
                  <a:pt x="224" y="689"/>
                </a:cubicBezTo>
                <a:cubicBezTo>
                  <a:pt x="223" y="689"/>
                  <a:pt x="223" y="689"/>
                  <a:pt x="223" y="690"/>
                </a:cubicBezTo>
                <a:cubicBezTo>
                  <a:pt x="223" y="690"/>
                  <a:pt x="223" y="690"/>
                  <a:pt x="223" y="690"/>
                </a:cubicBezTo>
                <a:cubicBezTo>
                  <a:pt x="223" y="690"/>
                  <a:pt x="223" y="690"/>
                  <a:pt x="223" y="690"/>
                </a:cubicBezTo>
                <a:cubicBezTo>
                  <a:pt x="223" y="690"/>
                  <a:pt x="223" y="690"/>
                  <a:pt x="223" y="690"/>
                </a:cubicBezTo>
                <a:cubicBezTo>
                  <a:pt x="222" y="690"/>
                  <a:pt x="222" y="690"/>
                  <a:pt x="222" y="690"/>
                </a:cubicBezTo>
                <a:cubicBezTo>
                  <a:pt x="222" y="690"/>
                  <a:pt x="222" y="690"/>
                  <a:pt x="222" y="690"/>
                </a:cubicBezTo>
                <a:cubicBezTo>
                  <a:pt x="222" y="690"/>
                  <a:pt x="222" y="690"/>
                  <a:pt x="222" y="690"/>
                </a:cubicBezTo>
                <a:cubicBezTo>
                  <a:pt x="222" y="690"/>
                  <a:pt x="222" y="690"/>
                  <a:pt x="222" y="690"/>
                </a:cubicBezTo>
                <a:cubicBezTo>
                  <a:pt x="221" y="690"/>
                  <a:pt x="221" y="690"/>
                  <a:pt x="221" y="690"/>
                </a:cubicBezTo>
                <a:cubicBezTo>
                  <a:pt x="221" y="690"/>
                  <a:pt x="221" y="690"/>
                  <a:pt x="221" y="690"/>
                </a:cubicBezTo>
                <a:cubicBezTo>
                  <a:pt x="221" y="690"/>
                  <a:pt x="221" y="690"/>
                  <a:pt x="221" y="690"/>
                </a:cubicBezTo>
                <a:cubicBezTo>
                  <a:pt x="221" y="690"/>
                  <a:pt x="221" y="690"/>
                  <a:pt x="221" y="690"/>
                </a:cubicBezTo>
                <a:cubicBezTo>
                  <a:pt x="221" y="691"/>
                  <a:pt x="221" y="691"/>
                  <a:pt x="221" y="691"/>
                </a:cubicBezTo>
                <a:cubicBezTo>
                  <a:pt x="221" y="691"/>
                  <a:pt x="221" y="691"/>
                  <a:pt x="221" y="691"/>
                </a:cubicBezTo>
                <a:cubicBezTo>
                  <a:pt x="221" y="691"/>
                  <a:pt x="221" y="691"/>
                  <a:pt x="221" y="691"/>
                </a:cubicBezTo>
                <a:cubicBezTo>
                  <a:pt x="221" y="691"/>
                  <a:pt x="221" y="691"/>
                  <a:pt x="221" y="691"/>
                </a:cubicBezTo>
                <a:cubicBezTo>
                  <a:pt x="221"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1"/>
                  <a:pt x="220" y="691"/>
                </a:cubicBezTo>
                <a:cubicBezTo>
                  <a:pt x="220" y="691"/>
                  <a:pt x="220" y="692"/>
                  <a:pt x="220" y="692"/>
                </a:cubicBezTo>
                <a:cubicBezTo>
                  <a:pt x="220" y="692"/>
                  <a:pt x="220" y="692"/>
                  <a:pt x="220" y="692"/>
                </a:cubicBezTo>
                <a:cubicBezTo>
                  <a:pt x="220" y="692"/>
                  <a:pt x="220" y="692"/>
                  <a:pt x="220" y="692"/>
                </a:cubicBezTo>
                <a:cubicBezTo>
                  <a:pt x="220" y="692"/>
                  <a:pt x="220" y="692"/>
                  <a:pt x="220" y="692"/>
                </a:cubicBezTo>
                <a:cubicBezTo>
                  <a:pt x="220" y="692"/>
                  <a:pt x="220" y="692"/>
                  <a:pt x="220" y="693"/>
                </a:cubicBezTo>
                <a:cubicBezTo>
                  <a:pt x="220" y="693"/>
                  <a:pt x="220" y="693"/>
                  <a:pt x="220" y="693"/>
                </a:cubicBezTo>
                <a:cubicBezTo>
                  <a:pt x="220" y="693"/>
                  <a:pt x="220" y="693"/>
                  <a:pt x="220" y="693"/>
                </a:cubicBezTo>
                <a:cubicBezTo>
                  <a:pt x="220" y="693"/>
                  <a:pt x="220" y="693"/>
                  <a:pt x="220" y="693"/>
                </a:cubicBezTo>
                <a:cubicBezTo>
                  <a:pt x="221" y="693"/>
                  <a:pt x="221" y="693"/>
                  <a:pt x="221" y="693"/>
                </a:cubicBezTo>
                <a:cubicBezTo>
                  <a:pt x="221" y="693"/>
                  <a:pt x="221" y="693"/>
                  <a:pt x="221" y="693"/>
                </a:cubicBezTo>
                <a:cubicBezTo>
                  <a:pt x="221" y="693"/>
                  <a:pt x="221" y="693"/>
                  <a:pt x="221" y="693"/>
                </a:cubicBezTo>
                <a:cubicBezTo>
                  <a:pt x="221" y="693"/>
                  <a:pt x="221" y="693"/>
                  <a:pt x="221" y="693"/>
                </a:cubicBezTo>
                <a:cubicBezTo>
                  <a:pt x="222" y="693"/>
                  <a:pt x="222" y="692"/>
                  <a:pt x="222" y="692"/>
                </a:cubicBezTo>
                <a:cubicBezTo>
                  <a:pt x="222" y="692"/>
                  <a:pt x="222" y="692"/>
                  <a:pt x="222" y="692"/>
                </a:cubicBezTo>
                <a:cubicBezTo>
                  <a:pt x="222" y="692"/>
                  <a:pt x="222" y="692"/>
                  <a:pt x="223" y="692"/>
                </a:cubicBezTo>
                <a:cubicBezTo>
                  <a:pt x="223" y="692"/>
                  <a:pt x="223" y="692"/>
                  <a:pt x="223" y="692"/>
                </a:cubicBezTo>
                <a:cubicBezTo>
                  <a:pt x="223" y="692"/>
                  <a:pt x="223" y="692"/>
                  <a:pt x="223" y="692"/>
                </a:cubicBezTo>
                <a:cubicBezTo>
                  <a:pt x="223" y="692"/>
                  <a:pt x="223" y="692"/>
                  <a:pt x="223" y="692"/>
                </a:cubicBezTo>
                <a:cubicBezTo>
                  <a:pt x="223" y="692"/>
                  <a:pt x="224" y="692"/>
                  <a:pt x="224" y="692"/>
                </a:cubicBezTo>
                <a:cubicBezTo>
                  <a:pt x="224" y="692"/>
                  <a:pt x="224" y="692"/>
                  <a:pt x="224" y="692"/>
                </a:cubicBezTo>
                <a:cubicBezTo>
                  <a:pt x="224" y="692"/>
                  <a:pt x="224" y="692"/>
                  <a:pt x="224" y="692"/>
                </a:cubicBezTo>
                <a:cubicBezTo>
                  <a:pt x="224" y="692"/>
                  <a:pt x="224" y="692"/>
                  <a:pt x="224" y="692"/>
                </a:cubicBezTo>
                <a:cubicBezTo>
                  <a:pt x="224" y="692"/>
                  <a:pt x="224" y="692"/>
                  <a:pt x="224" y="693"/>
                </a:cubicBezTo>
                <a:cubicBezTo>
                  <a:pt x="224" y="693"/>
                  <a:pt x="224" y="693"/>
                  <a:pt x="224" y="693"/>
                </a:cubicBezTo>
                <a:cubicBezTo>
                  <a:pt x="225" y="693"/>
                  <a:pt x="225" y="693"/>
                  <a:pt x="225" y="693"/>
                </a:cubicBezTo>
                <a:cubicBezTo>
                  <a:pt x="225" y="693"/>
                  <a:pt x="225" y="693"/>
                  <a:pt x="225" y="693"/>
                </a:cubicBezTo>
                <a:cubicBezTo>
                  <a:pt x="225" y="694"/>
                  <a:pt x="225" y="694"/>
                  <a:pt x="224" y="694"/>
                </a:cubicBezTo>
                <a:cubicBezTo>
                  <a:pt x="224" y="694"/>
                  <a:pt x="224" y="694"/>
                  <a:pt x="224" y="694"/>
                </a:cubicBezTo>
                <a:cubicBezTo>
                  <a:pt x="224" y="694"/>
                  <a:pt x="224" y="694"/>
                  <a:pt x="224" y="695"/>
                </a:cubicBezTo>
                <a:cubicBezTo>
                  <a:pt x="224" y="695"/>
                  <a:pt x="224" y="695"/>
                  <a:pt x="224" y="695"/>
                </a:cubicBezTo>
                <a:cubicBezTo>
                  <a:pt x="224" y="695"/>
                  <a:pt x="224" y="695"/>
                  <a:pt x="224" y="695"/>
                </a:cubicBezTo>
                <a:cubicBezTo>
                  <a:pt x="224" y="695"/>
                  <a:pt x="224" y="695"/>
                  <a:pt x="224" y="695"/>
                </a:cubicBezTo>
                <a:cubicBezTo>
                  <a:pt x="224" y="695"/>
                  <a:pt x="224" y="696"/>
                  <a:pt x="224" y="696"/>
                </a:cubicBezTo>
                <a:cubicBezTo>
                  <a:pt x="224" y="696"/>
                  <a:pt x="224" y="696"/>
                  <a:pt x="224" y="696"/>
                </a:cubicBezTo>
                <a:cubicBezTo>
                  <a:pt x="224" y="696"/>
                  <a:pt x="224" y="696"/>
                  <a:pt x="224" y="697"/>
                </a:cubicBezTo>
                <a:cubicBezTo>
                  <a:pt x="224" y="697"/>
                  <a:pt x="224" y="697"/>
                  <a:pt x="224" y="697"/>
                </a:cubicBezTo>
                <a:cubicBezTo>
                  <a:pt x="224" y="697"/>
                  <a:pt x="224" y="697"/>
                  <a:pt x="224" y="697"/>
                </a:cubicBezTo>
                <a:cubicBezTo>
                  <a:pt x="224" y="697"/>
                  <a:pt x="224" y="697"/>
                  <a:pt x="224" y="697"/>
                </a:cubicBezTo>
                <a:cubicBezTo>
                  <a:pt x="224" y="697"/>
                  <a:pt x="224" y="698"/>
                  <a:pt x="223" y="698"/>
                </a:cubicBezTo>
                <a:cubicBezTo>
                  <a:pt x="223" y="698"/>
                  <a:pt x="223" y="698"/>
                  <a:pt x="223" y="698"/>
                </a:cubicBezTo>
                <a:cubicBezTo>
                  <a:pt x="223" y="699"/>
                  <a:pt x="223" y="699"/>
                  <a:pt x="223" y="699"/>
                </a:cubicBezTo>
                <a:cubicBezTo>
                  <a:pt x="223" y="699"/>
                  <a:pt x="223" y="699"/>
                  <a:pt x="223" y="699"/>
                </a:cubicBezTo>
                <a:cubicBezTo>
                  <a:pt x="222" y="699"/>
                  <a:pt x="222" y="699"/>
                  <a:pt x="222" y="699"/>
                </a:cubicBezTo>
                <a:cubicBezTo>
                  <a:pt x="222" y="699"/>
                  <a:pt x="222" y="699"/>
                  <a:pt x="222" y="699"/>
                </a:cubicBezTo>
                <a:cubicBezTo>
                  <a:pt x="221" y="700"/>
                  <a:pt x="221" y="700"/>
                  <a:pt x="221" y="700"/>
                </a:cubicBezTo>
                <a:cubicBezTo>
                  <a:pt x="221" y="700"/>
                  <a:pt x="221" y="700"/>
                  <a:pt x="221" y="700"/>
                </a:cubicBezTo>
                <a:cubicBezTo>
                  <a:pt x="220" y="700"/>
                  <a:pt x="220" y="700"/>
                  <a:pt x="220" y="700"/>
                </a:cubicBezTo>
                <a:cubicBezTo>
                  <a:pt x="220" y="700"/>
                  <a:pt x="220" y="700"/>
                  <a:pt x="220" y="700"/>
                </a:cubicBezTo>
                <a:cubicBezTo>
                  <a:pt x="220" y="701"/>
                  <a:pt x="220" y="701"/>
                  <a:pt x="220" y="701"/>
                </a:cubicBezTo>
                <a:cubicBezTo>
                  <a:pt x="220" y="701"/>
                  <a:pt x="220" y="701"/>
                  <a:pt x="220" y="701"/>
                </a:cubicBezTo>
                <a:cubicBezTo>
                  <a:pt x="219" y="701"/>
                  <a:pt x="219" y="701"/>
                  <a:pt x="219" y="701"/>
                </a:cubicBezTo>
                <a:cubicBezTo>
                  <a:pt x="219" y="701"/>
                  <a:pt x="219" y="701"/>
                  <a:pt x="219" y="701"/>
                </a:cubicBezTo>
                <a:cubicBezTo>
                  <a:pt x="218" y="701"/>
                  <a:pt x="218" y="701"/>
                  <a:pt x="218" y="701"/>
                </a:cubicBezTo>
                <a:close/>
                <a:moveTo>
                  <a:pt x="318" y="698"/>
                </a:moveTo>
                <a:cubicBezTo>
                  <a:pt x="318" y="698"/>
                  <a:pt x="318" y="698"/>
                  <a:pt x="318" y="698"/>
                </a:cubicBezTo>
                <a:cubicBezTo>
                  <a:pt x="318" y="698"/>
                  <a:pt x="318" y="698"/>
                  <a:pt x="318" y="698"/>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8" y="697"/>
                  <a:pt x="318" y="697"/>
                  <a:pt x="318" y="697"/>
                </a:cubicBezTo>
                <a:cubicBezTo>
                  <a:pt x="317" y="697"/>
                  <a:pt x="317" y="697"/>
                  <a:pt x="317" y="697"/>
                </a:cubicBezTo>
                <a:cubicBezTo>
                  <a:pt x="317" y="697"/>
                  <a:pt x="317" y="697"/>
                  <a:pt x="317" y="697"/>
                </a:cubicBezTo>
                <a:cubicBezTo>
                  <a:pt x="317" y="696"/>
                  <a:pt x="317" y="696"/>
                  <a:pt x="317" y="696"/>
                </a:cubicBezTo>
                <a:cubicBezTo>
                  <a:pt x="317" y="696"/>
                  <a:pt x="317" y="696"/>
                  <a:pt x="317" y="696"/>
                </a:cubicBezTo>
                <a:cubicBezTo>
                  <a:pt x="317" y="695"/>
                  <a:pt x="317" y="695"/>
                  <a:pt x="317" y="695"/>
                </a:cubicBezTo>
                <a:cubicBezTo>
                  <a:pt x="317" y="695"/>
                  <a:pt x="317" y="695"/>
                  <a:pt x="317" y="695"/>
                </a:cubicBezTo>
                <a:cubicBezTo>
                  <a:pt x="318" y="694"/>
                  <a:pt x="318" y="694"/>
                  <a:pt x="318" y="694"/>
                </a:cubicBezTo>
                <a:cubicBezTo>
                  <a:pt x="318" y="694"/>
                  <a:pt x="318" y="694"/>
                  <a:pt x="318" y="694"/>
                </a:cubicBezTo>
                <a:cubicBezTo>
                  <a:pt x="317" y="694"/>
                  <a:pt x="317" y="694"/>
                  <a:pt x="317" y="694"/>
                </a:cubicBezTo>
                <a:cubicBezTo>
                  <a:pt x="317" y="694"/>
                  <a:pt x="317" y="694"/>
                  <a:pt x="317" y="694"/>
                </a:cubicBezTo>
                <a:cubicBezTo>
                  <a:pt x="317" y="693"/>
                  <a:pt x="317" y="693"/>
                  <a:pt x="317" y="693"/>
                </a:cubicBezTo>
                <a:cubicBezTo>
                  <a:pt x="317" y="693"/>
                  <a:pt x="317" y="693"/>
                  <a:pt x="317" y="693"/>
                </a:cubicBezTo>
                <a:cubicBezTo>
                  <a:pt x="316" y="692"/>
                  <a:pt x="316" y="692"/>
                  <a:pt x="316" y="692"/>
                </a:cubicBezTo>
                <a:cubicBezTo>
                  <a:pt x="316" y="692"/>
                  <a:pt x="316" y="692"/>
                  <a:pt x="316" y="692"/>
                </a:cubicBezTo>
                <a:cubicBezTo>
                  <a:pt x="316" y="691"/>
                  <a:pt x="316" y="691"/>
                  <a:pt x="316" y="691"/>
                </a:cubicBezTo>
                <a:cubicBezTo>
                  <a:pt x="316" y="691"/>
                  <a:pt x="316" y="691"/>
                  <a:pt x="316" y="691"/>
                </a:cubicBezTo>
                <a:cubicBezTo>
                  <a:pt x="315" y="690"/>
                  <a:pt x="315" y="690"/>
                  <a:pt x="315" y="690"/>
                </a:cubicBezTo>
                <a:cubicBezTo>
                  <a:pt x="315" y="690"/>
                  <a:pt x="315" y="690"/>
                  <a:pt x="315" y="690"/>
                </a:cubicBezTo>
                <a:cubicBezTo>
                  <a:pt x="315" y="689"/>
                  <a:pt x="315" y="689"/>
                  <a:pt x="315" y="689"/>
                </a:cubicBezTo>
                <a:cubicBezTo>
                  <a:pt x="315" y="689"/>
                  <a:pt x="315" y="689"/>
                  <a:pt x="315" y="689"/>
                </a:cubicBezTo>
                <a:cubicBezTo>
                  <a:pt x="314" y="689"/>
                  <a:pt x="314" y="689"/>
                  <a:pt x="314" y="689"/>
                </a:cubicBezTo>
                <a:cubicBezTo>
                  <a:pt x="314" y="689"/>
                  <a:pt x="314" y="689"/>
                  <a:pt x="314" y="689"/>
                </a:cubicBezTo>
                <a:cubicBezTo>
                  <a:pt x="314" y="689"/>
                  <a:pt x="314" y="689"/>
                  <a:pt x="314" y="689"/>
                </a:cubicBezTo>
                <a:cubicBezTo>
                  <a:pt x="314" y="689"/>
                  <a:pt x="314" y="689"/>
                  <a:pt x="314"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3" y="689"/>
                  <a:pt x="313" y="689"/>
                  <a:pt x="313" y="689"/>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2" y="688"/>
                  <a:pt x="312" y="688"/>
                  <a:pt x="312" y="688"/>
                </a:cubicBezTo>
                <a:cubicBezTo>
                  <a:pt x="314" y="688"/>
                  <a:pt x="314" y="688"/>
                  <a:pt x="314" y="688"/>
                </a:cubicBezTo>
                <a:cubicBezTo>
                  <a:pt x="314" y="688"/>
                  <a:pt x="314" y="688"/>
                  <a:pt x="314" y="688"/>
                </a:cubicBezTo>
                <a:cubicBezTo>
                  <a:pt x="315" y="688"/>
                  <a:pt x="315" y="688"/>
                  <a:pt x="315" y="688"/>
                </a:cubicBezTo>
                <a:cubicBezTo>
                  <a:pt x="315" y="688"/>
                  <a:pt x="315" y="688"/>
                  <a:pt x="315" y="688"/>
                </a:cubicBezTo>
                <a:cubicBezTo>
                  <a:pt x="317" y="689"/>
                  <a:pt x="317" y="689"/>
                  <a:pt x="317" y="689"/>
                </a:cubicBezTo>
                <a:cubicBezTo>
                  <a:pt x="317" y="689"/>
                  <a:pt x="317" y="689"/>
                  <a:pt x="317" y="689"/>
                </a:cubicBezTo>
                <a:cubicBezTo>
                  <a:pt x="319" y="689"/>
                  <a:pt x="319" y="689"/>
                  <a:pt x="319" y="689"/>
                </a:cubicBezTo>
                <a:cubicBezTo>
                  <a:pt x="319" y="689"/>
                  <a:pt x="319" y="689"/>
                  <a:pt x="319" y="689"/>
                </a:cubicBezTo>
                <a:cubicBezTo>
                  <a:pt x="320" y="690"/>
                  <a:pt x="320" y="690"/>
                  <a:pt x="320" y="690"/>
                </a:cubicBezTo>
                <a:cubicBezTo>
                  <a:pt x="320" y="690"/>
                  <a:pt x="320" y="690"/>
                  <a:pt x="320" y="690"/>
                </a:cubicBezTo>
                <a:cubicBezTo>
                  <a:pt x="322" y="691"/>
                  <a:pt x="322" y="691"/>
                  <a:pt x="322" y="691"/>
                </a:cubicBezTo>
                <a:cubicBezTo>
                  <a:pt x="322" y="691"/>
                  <a:pt x="322" y="691"/>
                  <a:pt x="322" y="691"/>
                </a:cubicBezTo>
                <a:cubicBezTo>
                  <a:pt x="323" y="692"/>
                  <a:pt x="323" y="692"/>
                  <a:pt x="323" y="692"/>
                </a:cubicBezTo>
                <a:cubicBezTo>
                  <a:pt x="323" y="692"/>
                  <a:pt x="323" y="692"/>
                  <a:pt x="323" y="692"/>
                </a:cubicBezTo>
                <a:cubicBezTo>
                  <a:pt x="324" y="693"/>
                  <a:pt x="324" y="693"/>
                  <a:pt x="324" y="693"/>
                </a:cubicBezTo>
                <a:cubicBezTo>
                  <a:pt x="324" y="693"/>
                  <a:pt x="324" y="693"/>
                  <a:pt x="324" y="693"/>
                </a:cubicBezTo>
                <a:cubicBezTo>
                  <a:pt x="324" y="695"/>
                  <a:pt x="324" y="695"/>
                  <a:pt x="324" y="695"/>
                </a:cubicBezTo>
                <a:cubicBezTo>
                  <a:pt x="324" y="695"/>
                  <a:pt x="324" y="695"/>
                  <a:pt x="324" y="695"/>
                </a:cubicBezTo>
                <a:cubicBezTo>
                  <a:pt x="324" y="695"/>
                  <a:pt x="324" y="695"/>
                  <a:pt x="324" y="695"/>
                </a:cubicBezTo>
                <a:cubicBezTo>
                  <a:pt x="324" y="695"/>
                  <a:pt x="324" y="695"/>
                  <a:pt x="324" y="695"/>
                </a:cubicBezTo>
                <a:cubicBezTo>
                  <a:pt x="323" y="695"/>
                  <a:pt x="323" y="695"/>
                  <a:pt x="323" y="695"/>
                </a:cubicBezTo>
                <a:cubicBezTo>
                  <a:pt x="323" y="695"/>
                  <a:pt x="323" y="695"/>
                  <a:pt x="323" y="695"/>
                </a:cubicBezTo>
                <a:cubicBezTo>
                  <a:pt x="322" y="696"/>
                  <a:pt x="322" y="696"/>
                  <a:pt x="322" y="696"/>
                </a:cubicBezTo>
                <a:cubicBezTo>
                  <a:pt x="322" y="696"/>
                  <a:pt x="322" y="696"/>
                  <a:pt x="322" y="696"/>
                </a:cubicBezTo>
                <a:cubicBezTo>
                  <a:pt x="322" y="696"/>
                  <a:pt x="322" y="696"/>
                  <a:pt x="322" y="696"/>
                </a:cubicBezTo>
                <a:cubicBezTo>
                  <a:pt x="322" y="696"/>
                  <a:pt x="322" y="696"/>
                  <a:pt x="322" y="696"/>
                </a:cubicBezTo>
                <a:cubicBezTo>
                  <a:pt x="321" y="696"/>
                  <a:pt x="321" y="696"/>
                  <a:pt x="321" y="696"/>
                </a:cubicBezTo>
                <a:cubicBezTo>
                  <a:pt x="321" y="696"/>
                  <a:pt x="321" y="696"/>
                  <a:pt x="321" y="696"/>
                </a:cubicBezTo>
                <a:cubicBezTo>
                  <a:pt x="321" y="696"/>
                  <a:pt x="321" y="696"/>
                  <a:pt x="321" y="696"/>
                </a:cubicBezTo>
                <a:cubicBezTo>
                  <a:pt x="321" y="696"/>
                  <a:pt x="321" y="696"/>
                  <a:pt x="321" y="696"/>
                </a:cubicBezTo>
                <a:cubicBezTo>
                  <a:pt x="320" y="697"/>
                  <a:pt x="320" y="697"/>
                  <a:pt x="320" y="697"/>
                </a:cubicBezTo>
                <a:cubicBezTo>
                  <a:pt x="320" y="697"/>
                  <a:pt x="320" y="697"/>
                  <a:pt x="320" y="697"/>
                </a:cubicBezTo>
                <a:cubicBezTo>
                  <a:pt x="319" y="697"/>
                  <a:pt x="319" y="697"/>
                  <a:pt x="319" y="697"/>
                </a:cubicBezTo>
                <a:cubicBezTo>
                  <a:pt x="319" y="697"/>
                  <a:pt x="319" y="697"/>
                  <a:pt x="319" y="697"/>
                </a:cubicBezTo>
                <a:cubicBezTo>
                  <a:pt x="319" y="698"/>
                  <a:pt x="319" y="698"/>
                  <a:pt x="319" y="698"/>
                </a:cubicBezTo>
                <a:lnTo>
                  <a:pt x="318" y="698"/>
                </a:lnTo>
                <a:close/>
                <a:moveTo>
                  <a:pt x="203" y="679"/>
                </a:moveTo>
                <a:cubicBezTo>
                  <a:pt x="203" y="679"/>
                  <a:pt x="202" y="679"/>
                  <a:pt x="202" y="678"/>
                </a:cubicBezTo>
                <a:cubicBezTo>
                  <a:pt x="202" y="678"/>
                  <a:pt x="202" y="678"/>
                  <a:pt x="202" y="678"/>
                </a:cubicBezTo>
                <a:cubicBezTo>
                  <a:pt x="202" y="678"/>
                  <a:pt x="202" y="678"/>
                  <a:pt x="202" y="677"/>
                </a:cubicBezTo>
                <a:cubicBezTo>
                  <a:pt x="202" y="677"/>
                  <a:pt x="202" y="677"/>
                  <a:pt x="202" y="677"/>
                </a:cubicBezTo>
                <a:cubicBezTo>
                  <a:pt x="202" y="677"/>
                  <a:pt x="203" y="676"/>
                  <a:pt x="203" y="676"/>
                </a:cubicBezTo>
                <a:cubicBezTo>
                  <a:pt x="203" y="676"/>
                  <a:pt x="203" y="676"/>
                  <a:pt x="203" y="676"/>
                </a:cubicBezTo>
                <a:cubicBezTo>
                  <a:pt x="204" y="675"/>
                  <a:pt x="204" y="675"/>
                  <a:pt x="204" y="675"/>
                </a:cubicBezTo>
                <a:cubicBezTo>
                  <a:pt x="204" y="675"/>
                  <a:pt x="204" y="675"/>
                  <a:pt x="204" y="675"/>
                </a:cubicBezTo>
                <a:cubicBezTo>
                  <a:pt x="205" y="674"/>
                  <a:pt x="205" y="674"/>
                  <a:pt x="205" y="674"/>
                </a:cubicBezTo>
                <a:cubicBezTo>
                  <a:pt x="205" y="674"/>
                  <a:pt x="205" y="674"/>
                  <a:pt x="205" y="674"/>
                </a:cubicBezTo>
                <a:cubicBezTo>
                  <a:pt x="206" y="674"/>
                  <a:pt x="206" y="674"/>
                  <a:pt x="206" y="674"/>
                </a:cubicBezTo>
                <a:cubicBezTo>
                  <a:pt x="206" y="674"/>
                  <a:pt x="206" y="674"/>
                  <a:pt x="206" y="674"/>
                </a:cubicBezTo>
                <a:cubicBezTo>
                  <a:pt x="207" y="673"/>
                  <a:pt x="207" y="673"/>
                  <a:pt x="207" y="673"/>
                </a:cubicBezTo>
                <a:cubicBezTo>
                  <a:pt x="207" y="673"/>
                  <a:pt x="207" y="673"/>
                  <a:pt x="207" y="673"/>
                </a:cubicBezTo>
                <a:cubicBezTo>
                  <a:pt x="209" y="672"/>
                  <a:pt x="209" y="672"/>
                  <a:pt x="209" y="672"/>
                </a:cubicBezTo>
                <a:cubicBezTo>
                  <a:pt x="209" y="672"/>
                  <a:pt x="209" y="672"/>
                  <a:pt x="209" y="672"/>
                </a:cubicBezTo>
                <a:cubicBezTo>
                  <a:pt x="210" y="671"/>
                  <a:pt x="210" y="671"/>
                  <a:pt x="210" y="671"/>
                </a:cubicBezTo>
                <a:cubicBezTo>
                  <a:pt x="210" y="671"/>
                  <a:pt x="210" y="671"/>
                  <a:pt x="210" y="671"/>
                </a:cubicBezTo>
                <a:cubicBezTo>
                  <a:pt x="220" y="665"/>
                  <a:pt x="220" y="665"/>
                  <a:pt x="220" y="665"/>
                </a:cubicBezTo>
                <a:cubicBezTo>
                  <a:pt x="220" y="665"/>
                  <a:pt x="220" y="665"/>
                  <a:pt x="220" y="665"/>
                </a:cubicBezTo>
                <a:cubicBezTo>
                  <a:pt x="221" y="665"/>
                  <a:pt x="221" y="665"/>
                  <a:pt x="221" y="665"/>
                </a:cubicBezTo>
                <a:cubicBezTo>
                  <a:pt x="221" y="665"/>
                  <a:pt x="221" y="665"/>
                  <a:pt x="221" y="665"/>
                </a:cubicBezTo>
                <a:cubicBezTo>
                  <a:pt x="221" y="665"/>
                  <a:pt x="221" y="665"/>
                  <a:pt x="221" y="665"/>
                </a:cubicBezTo>
                <a:cubicBezTo>
                  <a:pt x="221" y="665"/>
                  <a:pt x="221" y="665"/>
                  <a:pt x="221"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2" y="665"/>
                  <a:pt x="222" y="665"/>
                  <a:pt x="222" y="665"/>
                </a:cubicBezTo>
                <a:cubicBezTo>
                  <a:pt x="223" y="665"/>
                  <a:pt x="223" y="665"/>
                  <a:pt x="223" y="665"/>
                </a:cubicBezTo>
                <a:cubicBezTo>
                  <a:pt x="223" y="665"/>
                  <a:pt x="223" y="665"/>
                  <a:pt x="223" y="665"/>
                </a:cubicBezTo>
                <a:cubicBezTo>
                  <a:pt x="223" y="666"/>
                  <a:pt x="223" y="666"/>
                  <a:pt x="223" y="666"/>
                </a:cubicBezTo>
                <a:cubicBezTo>
                  <a:pt x="223" y="666"/>
                  <a:pt x="223" y="666"/>
                  <a:pt x="223" y="666"/>
                </a:cubicBezTo>
                <a:cubicBezTo>
                  <a:pt x="223" y="666"/>
                  <a:pt x="223" y="666"/>
                  <a:pt x="223" y="666"/>
                </a:cubicBezTo>
                <a:cubicBezTo>
                  <a:pt x="223" y="666"/>
                  <a:pt x="223" y="666"/>
                  <a:pt x="223" y="666"/>
                </a:cubicBezTo>
                <a:cubicBezTo>
                  <a:pt x="224" y="666"/>
                  <a:pt x="224" y="666"/>
                  <a:pt x="224" y="666"/>
                </a:cubicBezTo>
                <a:cubicBezTo>
                  <a:pt x="224" y="666"/>
                  <a:pt x="224" y="666"/>
                  <a:pt x="224" y="666"/>
                </a:cubicBezTo>
                <a:cubicBezTo>
                  <a:pt x="225" y="666"/>
                  <a:pt x="225" y="666"/>
                  <a:pt x="225" y="666"/>
                </a:cubicBezTo>
                <a:cubicBezTo>
                  <a:pt x="225" y="666"/>
                  <a:pt x="225" y="666"/>
                  <a:pt x="225" y="666"/>
                </a:cubicBezTo>
                <a:cubicBezTo>
                  <a:pt x="225" y="666"/>
                  <a:pt x="225" y="666"/>
                  <a:pt x="225" y="666"/>
                </a:cubicBezTo>
                <a:cubicBezTo>
                  <a:pt x="225" y="666"/>
                  <a:pt x="225" y="666"/>
                  <a:pt x="225" y="666"/>
                </a:cubicBezTo>
                <a:cubicBezTo>
                  <a:pt x="225" y="665"/>
                  <a:pt x="225" y="665"/>
                  <a:pt x="225" y="665"/>
                </a:cubicBezTo>
                <a:cubicBezTo>
                  <a:pt x="225" y="665"/>
                  <a:pt x="225" y="665"/>
                  <a:pt x="225" y="665"/>
                </a:cubicBezTo>
                <a:cubicBezTo>
                  <a:pt x="225" y="665"/>
                  <a:pt x="225" y="665"/>
                  <a:pt x="225" y="665"/>
                </a:cubicBezTo>
                <a:cubicBezTo>
                  <a:pt x="225" y="665"/>
                  <a:pt x="225" y="665"/>
                  <a:pt x="225" y="665"/>
                </a:cubicBezTo>
                <a:cubicBezTo>
                  <a:pt x="225" y="664"/>
                  <a:pt x="225" y="664"/>
                  <a:pt x="225" y="664"/>
                </a:cubicBezTo>
                <a:cubicBezTo>
                  <a:pt x="225" y="664"/>
                  <a:pt x="225" y="664"/>
                  <a:pt x="225" y="664"/>
                </a:cubicBezTo>
                <a:cubicBezTo>
                  <a:pt x="225" y="664"/>
                  <a:pt x="225" y="664"/>
                  <a:pt x="225" y="664"/>
                </a:cubicBezTo>
                <a:cubicBezTo>
                  <a:pt x="225" y="664"/>
                  <a:pt x="225" y="664"/>
                  <a:pt x="225" y="664"/>
                </a:cubicBezTo>
                <a:cubicBezTo>
                  <a:pt x="225" y="663"/>
                  <a:pt x="225" y="663"/>
                  <a:pt x="225" y="663"/>
                </a:cubicBezTo>
                <a:cubicBezTo>
                  <a:pt x="225" y="663"/>
                  <a:pt x="225" y="663"/>
                  <a:pt x="225" y="663"/>
                </a:cubicBezTo>
                <a:cubicBezTo>
                  <a:pt x="225" y="663"/>
                  <a:pt x="225" y="663"/>
                  <a:pt x="225" y="663"/>
                </a:cubicBezTo>
                <a:cubicBezTo>
                  <a:pt x="225" y="663"/>
                  <a:pt x="225" y="663"/>
                  <a:pt x="225" y="663"/>
                </a:cubicBezTo>
                <a:cubicBezTo>
                  <a:pt x="225" y="662"/>
                  <a:pt x="225" y="662"/>
                  <a:pt x="225" y="662"/>
                </a:cubicBezTo>
                <a:cubicBezTo>
                  <a:pt x="225" y="662"/>
                  <a:pt x="225" y="662"/>
                  <a:pt x="225" y="662"/>
                </a:cubicBezTo>
                <a:cubicBezTo>
                  <a:pt x="235" y="658"/>
                  <a:pt x="235" y="658"/>
                  <a:pt x="235" y="658"/>
                </a:cubicBezTo>
                <a:cubicBezTo>
                  <a:pt x="235" y="658"/>
                  <a:pt x="235" y="658"/>
                  <a:pt x="235" y="658"/>
                </a:cubicBezTo>
                <a:cubicBezTo>
                  <a:pt x="235" y="658"/>
                  <a:pt x="235" y="658"/>
                  <a:pt x="235" y="658"/>
                </a:cubicBezTo>
                <a:cubicBezTo>
                  <a:pt x="235" y="658"/>
                  <a:pt x="235" y="658"/>
                  <a:pt x="235" y="658"/>
                </a:cubicBezTo>
                <a:cubicBezTo>
                  <a:pt x="234" y="661"/>
                  <a:pt x="234" y="661"/>
                  <a:pt x="234" y="661"/>
                </a:cubicBezTo>
                <a:cubicBezTo>
                  <a:pt x="234" y="661"/>
                  <a:pt x="234" y="661"/>
                  <a:pt x="234" y="661"/>
                </a:cubicBezTo>
                <a:cubicBezTo>
                  <a:pt x="232" y="664"/>
                  <a:pt x="232" y="664"/>
                  <a:pt x="232" y="664"/>
                </a:cubicBezTo>
                <a:cubicBezTo>
                  <a:pt x="232" y="664"/>
                  <a:pt x="232" y="664"/>
                  <a:pt x="232" y="664"/>
                </a:cubicBezTo>
                <a:cubicBezTo>
                  <a:pt x="229" y="667"/>
                  <a:pt x="229" y="667"/>
                  <a:pt x="229" y="667"/>
                </a:cubicBezTo>
                <a:cubicBezTo>
                  <a:pt x="229" y="667"/>
                  <a:pt x="229" y="667"/>
                  <a:pt x="229" y="667"/>
                </a:cubicBezTo>
                <a:cubicBezTo>
                  <a:pt x="226" y="669"/>
                  <a:pt x="226" y="669"/>
                  <a:pt x="226" y="669"/>
                </a:cubicBezTo>
                <a:cubicBezTo>
                  <a:pt x="226" y="669"/>
                  <a:pt x="226" y="669"/>
                  <a:pt x="226" y="669"/>
                </a:cubicBezTo>
                <a:cubicBezTo>
                  <a:pt x="223" y="671"/>
                  <a:pt x="223" y="671"/>
                  <a:pt x="223" y="671"/>
                </a:cubicBezTo>
                <a:cubicBezTo>
                  <a:pt x="223" y="671"/>
                  <a:pt x="223" y="671"/>
                  <a:pt x="223" y="671"/>
                </a:cubicBezTo>
                <a:cubicBezTo>
                  <a:pt x="220" y="673"/>
                  <a:pt x="220" y="673"/>
                  <a:pt x="220" y="673"/>
                </a:cubicBezTo>
                <a:cubicBezTo>
                  <a:pt x="220" y="673"/>
                  <a:pt x="220" y="673"/>
                  <a:pt x="220" y="673"/>
                </a:cubicBezTo>
                <a:cubicBezTo>
                  <a:pt x="217" y="675"/>
                  <a:pt x="217" y="675"/>
                  <a:pt x="217" y="675"/>
                </a:cubicBezTo>
                <a:cubicBezTo>
                  <a:pt x="217" y="675"/>
                  <a:pt x="217" y="675"/>
                  <a:pt x="217" y="675"/>
                </a:cubicBezTo>
                <a:cubicBezTo>
                  <a:pt x="216" y="675"/>
                  <a:pt x="215" y="676"/>
                  <a:pt x="214" y="676"/>
                </a:cubicBezTo>
                <a:cubicBezTo>
                  <a:pt x="214" y="676"/>
                  <a:pt x="214" y="676"/>
                  <a:pt x="214" y="676"/>
                </a:cubicBezTo>
                <a:cubicBezTo>
                  <a:pt x="203" y="679"/>
                  <a:pt x="203" y="679"/>
                  <a:pt x="203" y="679"/>
                </a:cubicBezTo>
                <a:close/>
                <a:moveTo>
                  <a:pt x="305" y="665"/>
                </a:moveTo>
                <a:cubicBezTo>
                  <a:pt x="306" y="655"/>
                  <a:pt x="306" y="655"/>
                  <a:pt x="306" y="655"/>
                </a:cubicBezTo>
                <a:cubicBezTo>
                  <a:pt x="306" y="655"/>
                  <a:pt x="306" y="655"/>
                  <a:pt x="306" y="655"/>
                </a:cubicBezTo>
                <a:cubicBezTo>
                  <a:pt x="317" y="649"/>
                  <a:pt x="317" y="649"/>
                  <a:pt x="317" y="649"/>
                </a:cubicBezTo>
                <a:cubicBezTo>
                  <a:pt x="317" y="649"/>
                  <a:pt x="317" y="649"/>
                  <a:pt x="317" y="649"/>
                </a:cubicBezTo>
                <a:cubicBezTo>
                  <a:pt x="318" y="649"/>
                  <a:pt x="318" y="649"/>
                  <a:pt x="318" y="649"/>
                </a:cubicBezTo>
                <a:cubicBezTo>
                  <a:pt x="318" y="649"/>
                  <a:pt x="318" y="649"/>
                  <a:pt x="318" y="649"/>
                </a:cubicBezTo>
                <a:cubicBezTo>
                  <a:pt x="318" y="651"/>
                  <a:pt x="318" y="651"/>
                  <a:pt x="318" y="651"/>
                </a:cubicBezTo>
                <a:cubicBezTo>
                  <a:pt x="318" y="651"/>
                  <a:pt x="318" y="651"/>
                  <a:pt x="318" y="651"/>
                </a:cubicBezTo>
                <a:cubicBezTo>
                  <a:pt x="317" y="653"/>
                  <a:pt x="317" y="653"/>
                  <a:pt x="317" y="653"/>
                </a:cubicBezTo>
                <a:cubicBezTo>
                  <a:pt x="317" y="653"/>
                  <a:pt x="317" y="653"/>
                  <a:pt x="317" y="653"/>
                </a:cubicBezTo>
                <a:cubicBezTo>
                  <a:pt x="316" y="654"/>
                  <a:pt x="316" y="654"/>
                  <a:pt x="316" y="654"/>
                </a:cubicBezTo>
                <a:cubicBezTo>
                  <a:pt x="316" y="654"/>
                  <a:pt x="316" y="654"/>
                  <a:pt x="316" y="654"/>
                </a:cubicBezTo>
                <a:cubicBezTo>
                  <a:pt x="315" y="656"/>
                  <a:pt x="315" y="656"/>
                  <a:pt x="315" y="656"/>
                </a:cubicBezTo>
                <a:cubicBezTo>
                  <a:pt x="315" y="656"/>
                  <a:pt x="315" y="656"/>
                  <a:pt x="315" y="656"/>
                </a:cubicBezTo>
                <a:cubicBezTo>
                  <a:pt x="313" y="657"/>
                  <a:pt x="313" y="657"/>
                  <a:pt x="313" y="657"/>
                </a:cubicBezTo>
                <a:cubicBezTo>
                  <a:pt x="313" y="657"/>
                  <a:pt x="313" y="657"/>
                  <a:pt x="313" y="657"/>
                </a:cubicBezTo>
                <a:cubicBezTo>
                  <a:pt x="312" y="659"/>
                  <a:pt x="312" y="659"/>
                  <a:pt x="312" y="659"/>
                </a:cubicBezTo>
                <a:cubicBezTo>
                  <a:pt x="312" y="659"/>
                  <a:pt x="312" y="659"/>
                  <a:pt x="312" y="659"/>
                </a:cubicBezTo>
                <a:cubicBezTo>
                  <a:pt x="311" y="660"/>
                  <a:pt x="311" y="660"/>
                  <a:pt x="311" y="660"/>
                </a:cubicBezTo>
                <a:cubicBezTo>
                  <a:pt x="311" y="660"/>
                  <a:pt x="311" y="660"/>
                  <a:pt x="311" y="660"/>
                </a:cubicBezTo>
                <a:cubicBezTo>
                  <a:pt x="310" y="661"/>
                  <a:pt x="310" y="661"/>
                  <a:pt x="310" y="661"/>
                </a:cubicBezTo>
                <a:cubicBezTo>
                  <a:pt x="310" y="661"/>
                  <a:pt x="310" y="661"/>
                  <a:pt x="310" y="661"/>
                </a:cubicBezTo>
                <a:cubicBezTo>
                  <a:pt x="309" y="662"/>
                  <a:pt x="309" y="662"/>
                  <a:pt x="309" y="662"/>
                </a:cubicBezTo>
                <a:cubicBezTo>
                  <a:pt x="309" y="662"/>
                  <a:pt x="309" y="662"/>
                  <a:pt x="309" y="662"/>
                </a:cubicBezTo>
                <a:cubicBezTo>
                  <a:pt x="309" y="663"/>
                  <a:pt x="309" y="663"/>
                  <a:pt x="309" y="663"/>
                </a:cubicBezTo>
                <a:cubicBezTo>
                  <a:pt x="309" y="663"/>
                  <a:pt x="309" y="663"/>
                  <a:pt x="309" y="663"/>
                </a:cubicBezTo>
                <a:cubicBezTo>
                  <a:pt x="308" y="663"/>
                  <a:pt x="308" y="663"/>
                  <a:pt x="308" y="663"/>
                </a:cubicBezTo>
                <a:cubicBezTo>
                  <a:pt x="308" y="663"/>
                  <a:pt x="308" y="663"/>
                  <a:pt x="308" y="663"/>
                </a:cubicBezTo>
                <a:cubicBezTo>
                  <a:pt x="308" y="663"/>
                  <a:pt x="308" y="663"/>
                  <a:pt x="308" y="663"/>
                </a:cubicBezTo>
                <a:cubicBezTo>
                  <a:pt x="308" y="663"/>
                  <a:pt x="308" y="663"/>
                  <a:pt x="308" y="663"/>
                </a:cubicBezTo>
                <a:cubicBezTo>
                  <a:pt x="307" y="664"/>
                  <a:pt x="307" y="664"/>
                  <a:pt x="307" y="664"/>
                </a:cubicBezTo>
                <a:cubicBezTo>
                  <a:pt x="307" y="664"/>
                  <a:pt x="307" y="664"/>
                  <a:pt x="307" y="664"/>
                </a:cubicBezTo>
                <a:cubicBezTo>
                  <a:pt x="306" y="665"/>
                  <a:pt x="306" y="665"/>
                  <a:pt x="306" y="665"/>
                </a:cubicBezTo>
                <a:cubicBezTo>
                  <a:pt x="306" y="665"/>
                  <a:pt x="306" y="665"/>
                  <a:pt x="306" y="665"/>
                </a:cubicBezTo>
                <a:cubicBezTo>
                  <a:pt x="306" y="665"/>
                  <a:pt x="306" y="665"/>
                  <a:pt x="306" y="665"/>
                </a:cubicBezTo>
                <a:cubicBezTo>
                  <a:pt x="306" y="665"/>
                  <a:pt x="306" y="665"/>
                  <a:pt x="306" y="665"/>
                </a:cubicBezTo>
                <a:cubicBezTo>
                  <a:pt x="305" y="665"/>
                  <a:pt x="305" y="665"/>
                  <a:pt x="305" y="665"/>
                </a:cubicBezTo>
                <a:close/>
                <a:moveTo>
                  <a:pt x="598" y="662"/>
                </a:moveTo>
                <a:cubicBezTo>
                  <a:pt x="598" y="661"/>
                  <a:pt x="598" y="661"/>
                  <a:pt x="598" y="661"/>
                </a:cubicBezTo>
                <a:cubicBezTo>
                  <a:pt x="598" y="661"/>
                  <a:pt x="598" y="661"/>
                  <a:pt x="598" y="661"/>
                </a:cubicBezTo>
                <a:cubicBezTo>
                  <a:pt x="598" y="661"/>
                  <a:pt x="598" y="661"/>
                  <a:pt x="598" y="661"/>
                </a:cubicBezTo>
                <a:cubicBezTo>
                  <a:pt x="598" y="661"/>
                  <a:pt x="598" y="661"/>
                  <a:pt x="598" y="661"/>
                </a:cubicBezTo>
                <a:cubicBezTo>
                  <a:pt x="598" y="660"/>
                  <a:pt x="598" y="660"/>
                  <a:pt x="598" y="660"/>
                </a:cubicBezTo>
                <a:cubicBezTo>
                  <a:pt x="598" y="660"/>
                  <a:pt x="598" y="660"/>
                  <a:pt x="598" y="660"/>
                </a:cubicBezTo>
                <a:cubicBezTo>
                  <a:pt x="598" y="659"/>
                  <a:pt x="598" y="659"/>
                  <a:pt x="598" y="659"/>
                </a:cubicBezTo>
                <a:cubicBezTo>
                  <a:pt x="598" y="659"/>
                  <a:pt x="598" y="659"/>
                  <a:pt x="598" y="659"/>
                </a:cubicBezTo>
                <a:cubicBezTo>
                  <a:pt x="598" y="659"/>
                  <a:pt x="598" y="659"/>
                  <a:pt x="598" y="659"/>
                </a:cubicBezTo>
                <a:cubicBezTo>
                  <a:pt x="598" y="659"/>
                  <a:pt x="598" y="659"/>
                  <a:pt x="598" y="659"/>
                </a:cubicBezTo>
                <a:cubicBezTo>
                  <a:pt x="598" y="658"/>
                  <a:pt x="598" y="658"/>
                  <a:pt x="598" y="658"/>
                </a:cubicBezTo>
                <a:cubicBezTo>
                  <a:pt x="598" y="658"/>
                  <a:pt x="598" y="658"/>
                  <a:pt x="598" y="658"/>
                </a:cubicBezTo>
                <a:cubicBezTo>
                  <a:pt x="598" y="658"/>
                  <a:pt x="598" y="658"/>
                  <a:pt x="598" y="658"/>
                </a:cubicBezTo>
                <a:cubicBezTo>
                  <a:pt x="598" y="658"/>
                  <a:pt x="598" y="658"/>
                  <a:pt x="598" y="658"/>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7"/>
                  <a:pt x="598" y="657"/>
                  <a:pt x="598" y="657"/>
                </a:cubicBezTo>
                <a:cubicBezTo>
                  <a:pt x="598" y="656"/>
                  <a:pt x="598" y="656"/>
                  <a:pt x="598" y="656"/>
                </a:cubicBezTo>
                <a:cubicBezTo>
                  <a:pt x="598" y="656"/>
                  <a:pt x="598" y="656"/>
                  <a:pt x="598" y="656"/>
                </a:cubicBezTo>
                <a:cubicBezTo>
                  <a:pt x="598" y="656"/>
                  <a:pt x="598" y="656"/>
                  <a:pt x="598" y="656"/>
                </a:cubicBezTo>
                <a:cubicBezTo>
                  <a:pt x="598" y="656"/>
                  <a:pt x="598" y="656"/>
                  <a:pt x="598" y="656"/>
                </a:cubicBezTo>
                <a:cubicBezTo>
                  <a:pt x="599" y="656"/>
                  <a:pt x="599" y="656"/>
                  <a:pt x="599" y="656"/>
                </a:cubicBezTo>
                <a:cubicBezTo>
                  <a:pt x="599" y="656"/>
                  <a:pt x="599" y="656"/>
                  <a:pt x="599" y="656"/>
                </a:cubicBezTo>
                <a:cubicBezTo>
                  <a:pt x="599" y="656"/>
                  <a:pt x="599" y="656"/>
                  <a:pt x="599" y="656"/>
                </a:cubicBezTo>
                <a:cubicBezTo>
                  <a:pt x="599" y="656"/>
                  <a:pt x="599" y="656"/>
                  <a:pt x="599" y="656"/>
                </a:cubicBezTo>
                <a:cubicBezTo>
                  <a:pt x="600" y="656"/>
                  <a:pt x="600" y="656"/>
                  <a:pt x="600" y="656"/>
                </a:cubicBezTo>
                <a:cubicBezTo>
                  <a:pt x="600" y="656"/>
                  <a:pt x="600" y="656"/>
                  <a:pt x="600" y="656"/>
                </a:cubicBezTo>
                <a:cubicBezTo>
                  <a:pt x="600" y="657"/>
                  <a:pt x="600" y="657"/>
                  <a:pt x="600" y="657"/>
                </a:cubicBezTo>
                <a:cubicBezTo>
                  <a:pt x="600" y="657"/>
                  <a:pt x="600" y="657"/>
                  <a:pt x="600" y="657"/>
                </a:cubicBezTo>
                <a:cubicBezTo>
                  <a:pt x="600" y="657"/>
                  <a:pt x="600" y="657"/>
                  <a:pt x="600" y="657"/>
                </a:cubicBezTo>
                <a:cubicBezTo>
                  <a:pt x="600" y="657"/>
                  <a:pt x="600" y="657"/>
                  <a:pt x="600" y="657"/>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0" y="658"/>
                  <a:pt x="600" y="658"/>
                  <a:pt x="600" y="658"/>
                </a:cubicBezTo>
                <a:cubicBezTo>
                  <a:pt x="601" y="658"/>
                  <a:pt x="601" y="658"/>
                  <a:pt x="601" y="658"/>
                </a:cubicBezTo>
                <a:cubicBezTo>
                  <a:pt x="601" y="658"/>
                  <a:pt x="601" y="658"/>
                  <a:pt x="601" y="658"/>
                </a:cubicBezTo>
                <a:cubicBezTo>
                  <a:pt x="601" y="659"/>
                  <a:pt x="601" y="659"/>
                  <a:pt x="601" y="659"/>
                </a:cubicBezTo>
                <a:cubicBezTo>
                  <a:pt x="601" y="659"/>
                  <a:pt x="601" y="659"/>
                  <a:pt x="601" y="659"/>
                </a:cubicBezTo>
                <a:cubicBezTo>
                  <a:pt x="602" y="659"/>
                  <a:pt x="602" y="659"/>
                  <a:pt x="602" y="659"/>
                </a:cubicBezTo>
                <a:cubicBezTo>
                  <a:pt x="602" y="659"/>
                  <a:pt x="602" y="659"/>
                  <a:pt x="602" y="659"/>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0"/>
                  <a:pt x="601" y="660"/>
                  <a:pt x="601" y="660"/>
                </a:cubicBezTo>
                <a:cubicBezTo>
                  <a:pt x="601" y="661"/>
                  <a:pt x="601" y="661"/>
                  <a:pt x="601" y="661"/>
                </a:cubicBezTo>
                <a:cubicBezTo>
                  <a:pt x="601" y="661"/>
                  <a:pt x="601" y="661"/>
                  <a:pt x="601" y="661"/>
                </a:cubicBezTo>
                <a:cubicBezTo>
                  <a:pt x="600" y="661"/>
                  <a:pt x="600" y="661"/>
                  <a:pt x="600" y="661"/>
                </a:cubicBezTo>
                <a:cubicBezTo>
                  <a:pt x="600" y="661"/>
                  <a:pt x="600" y="661"/>
                  <a:pt x="600" y="661"/>
                </a:cubicBezTo>
                <a:cubicBezTo>
                  <a:pt x="600" y="661"/>
                  <a:pt x="600" y="661"/>
                  <a:pt x="600" y="661"/>
                </a:cubicBezTo>
                <a:cubicBezTo>
                  <a:pt x="600" y="661"/>
                  <a:pt x="600" y="661"/>
                  <a:pt x="600" y="661"/>
                </a:cubicBezTo>
                <a:cubicBezTo>
                  <a:pt x="599" y="661"/>
                  <a:pt x="599" y="661"/>
                  <a:pt x="599" y="661"/>
                </a:cubicBezTo>
                <a:cubicBezTo>
                  <a:pt x="599" y="661"/>
                  <a:pt x="599" y="661"/>
                  <a:pt x="599" y="661"/>
                </a:cubicBezTo>
                <a:cubicBezTo>
                  <a:pt x="599" y="662"/>
                  <a:pt x="599" y="662"/>
                  <a:pt x="599" y="662"/>
                </a:cubicBezTo>
                <a:lnTo>
                  <a:pt x="598" y="662"/>
                </a:lnTo>
                <a:close/>
                <a:moveTo>
                  <a:pt x="615" y="662"/>
                </a:moveTo>
                <a:cubicBezTo>
                  <a:pt x="614" y="662"/>
                  <a:pt x="614" y="662"/>
                  <a:pt x="614" y="662"/>
                </a:cubicBezTo>
                <a:cubicBezTo>
                  <a:pt x="614" y="662"/>
                  <a:pt x="614" y="662"/>
                  <a:pt x="614" y="662"/>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4" y="661"/>
                  <a:pt x="614" y="661"/>
                  <a:pt x="614" y="661"/>
                </a:cubicBezTo>
                <a:cubicBezTo>
                  <a:pt x="613" y="661"/>
                  <a:pt x="613" y="661"/>
                  <a:pt x="613" y="661"/>
                </a:cubicBezTo>
                <a:cubicBezTo>
                  <a:pt x="613" y="661"/>
                  <a:pt x="613" y="661"/>
                  <a:pt x="613" y="661"/>
                </a:cubicBezTo>
                <a:cubicBezTo>
                  <a:pt x="613" y="660"/>
                  <a:pt x="613" y="660"/>
                  <a:pt x="613" y="660"/>
                </a:cubicBezTo>
                <a:cubicBezTo>
                  <a:pt x="613" y="660"/>
                  <a:pt x="613" y="660"/>
                  <a:pt x="613" y="660"/>
                </a:cubicBezTo>
                <a:cubicBezTo>
                  <a:pt x="613" y="660"/>
                  <a:pt x="613" y="660"/>
                  <a:pt x="613" y="660"/>
                </a:cubicBezTo>
                <a:cubicBezTo>
                  <a:pt x="613" y="660"/>
                  <a:pt x="613" y="660"/>
                  <a:pt x="613" y="660"/>
                </a:cubicBezTo>
                <a:cubicBezTo>
                  <a:pt x="613" y="659"/>
                  <a:pt x="613" y="659"/>
                  <a:pt x="613" y="659"/>
                </a:cubicBezTo>
                <a:cubicBezTo>
                  <a:pt x="613" y="659"/>
                  <a:pt x="613" y="659"/>
                  <a:pt x="613" y="659"/>
                </a:cubicBezTo>
                <a:cubicBezTo>
                  <a:pt x="613" y="658"/>
                  <a:pt x="613" y="658"/>
                  <a:pt x="613" y="658"/>
                </a:cubicBezTo>
                <a:cubicBezTo>
                  <a:pt x="613" y="658"/>
                  <a:pt x="613" y="658"/>
                  <a:pt x="613" y="658"/>
                </a:cubicBezTo>
                <a:cubicBezTo>
                  <a:pt x="613" y="658"/>
                  <a:pt x="613" y="658"/>
                  <a:pt x="613" y="658"/>
                </a:cubicBezTo>
                <a:cubicBezTo>
                  <a:pt x="613" y="658"/>
                  <a:pt x="613" y="658"/>
                  <a:pt x="613" y="658"/>
                </a:cubicBezTo>
                <a:cubicBezTo>
                  <a:pt x="613" y="657"/>
                  <a:pt x="613" y="657"/>
                  <a:pt x="613" y="657"/>
                </a:cubicBezTo>
                <a:cubicBezTo>
                  <a:pt x="613" y="657"/>
                  <a:pt x="613" y="657"/>
                  <a:pt x="613" y="657"/>
                </a:cubicBezTo>
                <a:cubicBezTo>
                  <a:pt x="614" y="656"/>
                  <a:pt x="614" y="656"/>
                  <a:pt x="614" y="656"/>
                </a:cubicBezTo>
                <a:cubicBezTo>
                  <a:pt x="614" y="656"/>
                  <a:pt x="614" y="656"/>
                  <a:pt x="614" y="656"/>
                </a:cubicBezTo>
                <a:cubicBezTo>
                  <a:pt x="613" y="656"/>
                  <a:pt x="613" y="656"/>
                  <a:pt x="613" y="656"/>
                </a:cubicBezTo>
                <a:cubicBezTo>
                  <a:pt x="613" y="656"/>
                  <a:pt x="613" y="656"/>
                  <a:pt x="613" y="656"/>
                </a:cubicBezTo>
                <a:cubicBezTo>
                  <a:pt x="613" y="655"/>
                  <a:pt x="613" y="655"/>
                  <a:pt x="613" y="655"/>
                </a:cubicBezTo>
                <a:cubicBezTo>
                  <a:pt x="613" y="655"/>
                  <a:pt x="613" y="655"/>
                  <a:pt x="613" y="655"/>
                </a:cubicBezTo>
                <a:cubicBezTo>
                  <a:pt x="613" y="654"/>
                  <a:pt x="613" y="654"/>
                  <a:pt x="613" y="654"/>
                </a:cubicBezTo>
                <a:cubicBezTo>
                  <a:pt x="613" y="654"/>
                  <a:pt x="613" y="654"/>
                  <a:pt x="613" y="654"/>
                </a:cubicBezTo>
                <a:cubicBezTo>
                  <a:pt x="614" y="654"/>
                  <a:pt x="614" y="654"/>
                  <a:pt x="614" y="654"/>
                </a:cubicBezTo>
                <a:cubicBezTo>
                  <a:pt x="614" y="654"/>
                  <a:pt x="614" y="654"/>
                  <a:pt x="614" y="654"/>
                </a:cubicBezTo>
                <a:cubicBezTo>
                  <a:pt x="615" y="653"/>
                  <a:pt x="615" y="653"/>
                  <a:pt x="615" y="653"/>
                </a:cubicBezTo>
                <a:cubicBezTo>
                  <a:pt x="615" y="653"/>
                  <a:pt x="615" y="653"/>
                  <a:pt x="615" y="653"/>
                </a:cubicBezTo>
                <a:cubicBezTo>
                  <a:pt x="617" y="654"/>
                  <a:pt x="617" y="654"/>
                  <a:pt x="617" y="654"/>
                </a:cubicBezTo>
                <a:cubicBezTo>
                  <a:pt x="617" y="654"/>
                  <a:pt x="617" y="654"/>
                  <a:pt x="617" y="654"/>
                </a:cubicBezTo>
                <a:cubicBezTo>
                  <a:pt x="617" y="655"/>
                  <a:pt x="617" y="655"/>
                  <a:pt x="617" y="655"/>
                </a:cubicBezTo>
                <a:cubicBezTo>
                  <a:pt x="617" y="655"/>
                  <a:pt x="617" y="655"/>
                  <a:pt x="617" y="655"/>
                </a:cubicBezTo>
                <a:cubicBezTo>
                  <a:pt x="617" y="656"/>
                  <a:pt x="617" y="656"/>
                  <a:pt x="617" y="656"/>
                </a:cubicBezTo>
                <a:cubicBezTo>
                  <a:pt x="617" y="656"/>
                  <a:pt x="617" y="656"/>
                  <a:pt x="617" y="656"/>
                </a:cubicBezTo>
                <a:cubicBezTo>
                  <a:pt x="617" y="657"/>
                  <a:pt x="617" y="657"/>
                  <a:pt x="617" y="657"/>
                </a:cubicBezTo>
                <a:cubicBezTo>
                  <a:pt x="617" y="657"/>
                  <a:pt x="617" y="657"/>
                  <a:pt x="617" y="657"/>
                </a:cubicBezTo>
                <a:cubicBezTo>
                  <a:pt x="617" y="658"/>
                  <a:pt x="617" y="658"/>
                  <a:pt x="617" y="658"/>
                </a:cubicBezTo>
                <a:cubicBezTo>
                  <a:pt x="617" y="658"/>
                  <a:pt x="617" y="658"/>
                  <a:pt x="617" y="658"/>
                </a:cubicBezTo>
                <a:cubicBezTo>
                  <a:pt x="617" y="659"/>
                  <a:pt x="617" y="659"/>
                  <a:pt x="617" y="659"/>
                </a:cubicBezTo>
                <a:cubicBezTo>
                  <a:pt x="617" y="659"/>
                  <a:pt x="617" y="659"/>
                  <a:pt x="617" y="659"/>
                </a:cubicBezTo>
                <a:cubicBezTo>
                  <a:pt x="617" y="660"/>
                  <a:pt x="617" y="660"/>
                  <a:pt x="617" y="660"/>
                </a:cubicBezTo>
                <a:cubicBezTo>
                  <a:pt x="617" y="660"/>
                  <a:pt x="617" y="660"/>
                  <a:pt x="617" y="660"/>
                </a:cubicBezTo>
                <a:cubicBezTo>
                  <a:pt x="616" y="661"/>
                  <a:pt x="616" y="661"/>
                  <a:pt x="616" y="661"/>
                </a:cubicBezTo>
                <a:cubicBezTo>
                  <a:pt x="616" y="661"/>
                  <a:pt x="616" y="661"/>
                  <a:pt x="616" y="661"/>
                </a:cubicBezTo>
                <a:cubicBezTo>
                  <a:pt x="616" y="662"/>
                  <a:pt x="616" y="662"/>
                  <a:pt x="616" y="662"/>
                </a:cubicBezTo>
                <a:lnTo>
                  <a:pt x="615" y="662"/>
                </a:lnTo>
                <a:close/>
                <a:moveTo>
                  <a:pt x="607" y="656"/>
                </a:moveTo>
                <a:cubicBezTo>
                  <a:pt x="606" y="656"/>
                  <a:pt x="606" y="656"/>
                  <a:pt x="606" y="656"/>
                </a:cubicBezTo>
                <a:cubicBezTo>
                  <a:pt x="606" y="656"/>
                  <a:pt x="606" y="656"/>
                  <a:pt x="606" y="656"/>
                </a:cubicBezTo>
                <a:cubicBezTo>
                  <a:pt x="605" y="655"/>
                  <a:pt x="605" y="655"/>
                  <a:pt x="605" y="655"/>
                </a:cubicBezTo>
                <a:cubicBezTo>
                  <a:pt x="605" y="655"/>
                  <a:pt x="605" y="655"/>
                  <a:pt x="605" y="655"/>
                </a:cubicBezTo>
                <a:cubicBezTo>
                  <a:pt x="605" y="655"/>
                  <a:pt x="605" y="655"/>
                  <a:pt x="605" y="655"/>
                </a:cubicBezTo>
                <a:cubicBezTo>
                  <a:pt x="605" y="655"/>
                  <a:pt x="605" y="655"/>
                  <a:pt x="605" y="655"/>
                </a:cubicBezTo>
                <a:cubicBezTo>
                  <a:pt x="604" y="655"/>
                  <a:pt x="604" y="655"/>
                  <a:pt x="604" y="655"/>
                </a:cubicBezTo>
                <a:cubicBezTo>
                  <a:pt x="604" y="655"/>
                  <a:pt x="604" y="655"/>
                  <a:pt x="604" y="655"/>
                </a:cubicBezTo>
                <a:cubicBezTo>
                  <a:pt x="604" y="655"/>
                  <a:pt x="604" y="655"/>
                  <a:pt x="604" y="655"/>
                </a:cubicBezTo>
                <a:cubicBezTo>
                  <a:pt x="604" y="655"/>
                  <a:pt x="604" y="655"/>
                  <a:pt x="604" y="655"/>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4"/>
                  <a:pt x="603" y="654"/>
                  <a:pt x="603" y="654"/>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3" y="652"/>
                  <a:pt x="603" y="652"/>
                  <a:pt x="603" y="652"/>
                </a:cubicBezTo>
                <a:cubicBezTo>
                  <a:pt x="604" y="652"/>
                  <a:pt x="604" y="652"/>
                  <a:pt x="604" y="652"/>
                </a:cubicBezTo>
                <a:cubicBezTo>
                  <a:pt x="604" y="652"/>
                  <a:pt x="604" y="652"/>
                  <a:pt x="604" y="652"/>
                </a:cubicBezTo>
                <a:cubicBezTo>
                  <a:pt x="604" y="651"/>
                  <a:pt x="604" y="651"/>
                  <a:pt x="604" y="651"/>
                </a:cubicBezTo>
                <a:cubicBezTo>
                  <a:pt x="604" y="651"/>
                  <a:pt x="604" y="651"/>
                  <a:pt x="604" y="651"/>
                </a:cubicBezTo>
                <a:cubicBezTo>
                  <a:pt x="604" y="651"/>
                  <a:pt x="604" y="651"/>
                  <a:pt x="604" y="651"/>
                </a:cubicBezTo>
                <a:cubicBezTo>
                  <a:pt x="604" y="651"/>
                  <a:pt x="604" y="651"/>
                  <a:pt x="604" y="651"/>
                </a:cubicBezTo>
                <a:cubicBezTo>
                  <a:pt x="605" y="651"/>
                  <a:pt x="605" y="651"/>
                  <a:pt x="605" y="651"/>
                </a:cubicBezTo>
                <a:cubicBezTo>
                  <a:pt x="605" y="651"/>
                  <a:pt x="605" y="651"/>
                  <a:pt x="605" y="651"/>
                </a:cubicBezTo>
                <a:cubicBezTo>
                  <a:pt x="605" y="650"/>
                  <a:pt x="605" y="650"/>
                  <a:pt x="605" y="650"/>
                </a:cubicBezTo>
                <a:cubicBezTo>
                  <a:pt x="605" y="650"/>
                  <a:pt x="605" y="650"/>
                  <a:pt x="605" y="650"/>
                </a:cubicBezTo>
                <a:cubicBezTo>
                  <a:pt x="605" y="650"/>
                  <a:pt x="605" y="650"/>
                  <a:pt x="605" y="650"/>
                </a:cubicBezTo>
                <a:cubicBezTo>
                  <a:pt x="605" y="650"/>
                  <a:pt x="605" y="650"/>
                  <a:pt x="605" y="650"/>
                </a:cubicBezTo>
                <a:cubicBezTo>
                  <a:pt x="606" y="650"/>
                  <a:pt x="606" y="650"/>
                  <a:pt x="606" y="650"/>
                </a:cubicBezTo>
                <a:cubicBezTo>
                  <a:pt x="606" y="650"/>
                  <a:pt x="606" y="650"/>
                  <a:pt x="606" y="650"/>
                </a:cubicBezTo>
                <a:cubicBezTo>
                  <a:pt x="607" y="650"/>
                  <a:pt x="607" y="650"/>
                  <a:pt x="607" y="650"/>
                </a:cubicBezTo>
                <a:cubicBezTo>
                  <a:pt x="607" y="650"/>
                  <a:pt x="607" y="650"/>
                  <a:pt x="607" y="650"/>
                </a:cubicBezTo>
                <a:cubicBezTo>
                  <a:pt x="608" y="651"/>
                  <a:pt x="608" y="651"/>
                  <a:pt x="608" y="651"/>
                </a:cubicBezTo>
                <a:cubicBezTo>
                  <a:pt x="608" y="651"/>
                  <a:pt x="608" y="651"/>
                  <a:pt x="608" y="651"/>
                </a:cubicBezTo>
                <a:cubicBezTo>
                  <a:pt x="609" y="651"/>
                  <a:pt x="609" y="651"/>
                  <a:pt x="609" y="651"/>
                </a:cubicBezTo>
                <a:cubicBezTo>
                  <a:pt x="609" y="651"/>
                  <a:pt x="609" y="651"/>
                  <a:pt x="609" y="651"/>
                </a:cubicBezTo>
                <a:cubicBezTo>
                  <a:pt x="609" y="652"/>
                  <a:pt x="609" y="652"/>
                  <a:pt x="609" y="652"/>
                </a:cubicBezTo>
                <a:cubicBezTo>
                  <a:pt x="609" y="652"/>
                  <a:pt x="609" y="652"/>
                  <a:pt x="609" y="652"/>
                </a:cubicBezTo>
                <a:cubicBezTo>
                  <a:pt x="610" y="653"/>
                  <a:pt x="610" y="653"/>
                  <a:pt x="610" y="653"/>
                </a:cubicBezTo>
                <a:cubicBezTo>
                  <a:pt x="610" y="653"/>
                  <a:pt x="610" y="653"/>
                  <a:pt x="610" y="653"/>
                </a:cubicBezTo>
                <a:cubicBezTo>
                  <a:pt x="610" y="654"/>
                  <a:pt x="610" y="654"/>
                  <a:pt x="610" y="654"/>
                </a:cubicBezTo>
                <a:cubicBezTo>
                  <a:pt x="610" y="654"/>
                  <a:pt x="610" y="654"/>
                  <a:pt x="610" y="654"/>
                </a:cubicBezTo>
                <a:cubicBezTo>
                  <a:pt x="610" y="654"/>
                  <a:pt x="610" y="654"/>
                  <a:pt x="610" y="654"/>
                </a:cubicBezTo>
                <a:cubicBezTo>
                  <a:pt x="610" y="654"/>
                  <a:pt x="610" y="654"/>
                  <a:pt x="610" y="654"/>
                </a:cubicBezTo>
                <a:cubicBezTo>
                  <a:pt x="609" y="654"/>
                  <a:pt x="609" y="654"/>
                  <a:pt x="609" y="654"/>
                </a:cubicBezTo>
                <a:cubicBezTo>
                  <a:pt x="609" y="654"/>
                  <a:pt x="609" y="654"/>
                  <a:pt x="609" y="654"/>
                </a:cubicBezTo>
                <a:cubicBezTo>
                  <a:pt x="609" y="655"/>
                  <a:pt x="609" y="655"/>
                  <a:pt x="609" y="655"/>
                </a:cubicBezTo>
                <a:cubicBezTo>
                  <a:pt x="609" y="655"/>
                  <a:pt x="609" y="655"/>
                  <a:pt x="609" y="655"/>
                </a:cubicBezTo>
                <a:cubicBezTo>
                  <a:pt x="609" y="655"/>
                  <a:pt x="609" y="655"/>
                  <a:pt x="609" y="655"/>
                </a:cubicBezTo>
                <a:cubicBezTo>
                  <a:pt x="609" y="655"/>
                  <a:pt x="609" y="655"/>
                  <a:pt x="609" y="655"/>
                </a:cubicBezTo>
                <a:cubicBezTo>
                  <a:pt x="608" y="655"/>
                  <a:pt x="608" y="655"/>
                  <a:pt x="608" y="655"/>
                </a:cubicBezTo>
                <a:cubicBezTo>
                  <a:pt x="608" y="655"/>
                  <a:pt x="608" y="655"/>
                  <a:pt x="608" y="655"/>
                </a:cubicBezTo>
                <a:cubicBezTo>
                  <a:pt x="608" y="655"/>
                  <a:pt x="608" y="655"/>
                  <a:pt x="608" y="655"/>
                </a:cubicBezTo>
                <a:cubicBezTo>
                  <a:pt x="608" y="655"/>
                  <a:pt x="608" y="655"/>
                  <a:pt x="608" y="655"/>
                </a:cubicBezTo>
                <a:cubicBezTo>
                  <a:pt x="608" y="656"/>
                  <a:pt x="608" y="656"/>
                  <a:pt x="608" y="656"/>
                </a:cubicBezTo>
                <a:cubicBezTo>
                  <a:pt x="608" y="656"/>
                  <a:pt x="608" y="656"/>
                  <a:pt x="608" y="656"/>
                </a:cubicBezTo>
                <a:cubicBezTo>
                  <a:pt x="607" y="656"/>
                  <a:pt x="607" y="656"/>
                  <a:pt x="607" y="656"/>
                </a:cubicBezTo>
                <a:cubicBezTo>
                  <a:pt x="607" y="656"/>
                  <a:pt x="607" y="656"/>
                  <a:pt x="607" y="656"/>
                </a:cubicBezTo>
                <a:cubicBezTo>
                  <a:pt x="607" y="656"/>
                  <a:pt x="607" y="656"/>
                  <a:pt x="607" y="656"/>
                </a:cubicBezTo>
                <a:close/>
                <a:moveTo>
                  <a:pt x="307" y="647"/>
                </a:moveTo>
                <a:cubicBezTo>
                  <a:pt x="307" y="647"/>
                  <a:pt x="307" y="647"/>
                  <a:pt x="307" y="647"/>
                </a:cubicBezTo>
                <a:cubicBezTo>
                  <a:pt x="307" y="647"/>
                  <a:pt x="307" y="647"/>
                  <a:pt x="307" y="647"/>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6"/>
                  <a:pt x="307" y="646"/>
                  <a:pt x="307" y="646"/>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5"/>
                  <a:pt x="307" y="645"/>
                  <a:pt x="307" y="645"/>
                </a:cubicBezTo>
                <a:cubicBezTo>
                  <a:pt x="307" y="644"/>
                  <a:pt x="307" y="644"/>
                  <a:pt x="307" y="644"/>
                </a:cubicBezTo>
                <a:cubicBezTo>
                  <a:pt x="307" y="644"/>
                  <a:pt x="307" y="644"/>
                  <a:pt x="307" y="644"/>
                </a:cubicBezTo>
                <a:cubicBezTo>
                  <a:pt x="312" y="642"/>
                  <a:pt x="312" y="642"/>
                  <a:pt x="312" y="642"/>
                </a:cubicBezTo>
                <a:cubicBezTo>
                  <a:pt x="312" y="642"/>
                  <a:pt x="312" y="642"/>
                  <a:pt x="312" y="642"/>
                </a:cubicBezTo>
                <a:cubicBezTo>
                  <a:pt x="312" y="643"/>
                  <a:pt x="312" y="643"/>
                  <a:pt x="312" y="643"/>
                </a:cubicBezTo>
                <a:cubicBezTo>
                  <a:pt x="312" y="643"/>
                  <a:pt x="312" y="643"/>
                  <a:pt x="312" y="643"/>
                </a:cubicBezTo>
                <a:cubicBezTo>
                  <a:pt x="311" y="644"/>
                  <a:pt x="311" y="644"/>
                  <a:pt x="311" y="644"/>
                </a:cubicBezTo>
                <a:cubicBezTo>
                  <a:pt x="311" y="644"/>
                  <a:pt x="311" y="644"/>
                  <a:pt x="311" y="644"/>
                </a:cubicBezTo>
                <a:cubicBezTo>
                  <a:pt x="310" y="644"/>
                  <a:pt x="310" y="644"/>
                  <a:pt x="310" y="644"/>
                </a:cubicBezTo>
                <a:cubicBezTo>
                  <a:pt x="310" y="644"/>
                  <a:pt x="310" y="644"/>
                  <a:pt x="310" y="644"/>
                </a:cubicBezTo>
                <a:cubicBezTo>
                  <a:pt x="310" y="645"/>
                  <a:pt x="310" y="645"/>
                  <a:pt x="310" y="645"/>
                </a:cubicBezTo>
                <a:cubicBezTo>
                  <a:pt x="310" y="645"/>
                  <a:pt x="310" y="645"/>
                  <a:pt x="310" y="645"/>
                </a:cubicBezTo>
                <a:cubicBezTo>
                  <a:pt x="309" y="646"/>
                  <a:pt x="309" y="646"/>
                  <a:pt x="309" y="646"/>
                </a:cubicBezTo>
                <a:cubicBezTo>
                  <a:pt x="309" y="646"/>
                  <a:pt x="309" y="646"/>
                  <a:pt x="309" y="646"/>
                </a:cubicBezTo>
                <a:cubicBezTo>
                  <a:pt x="308" y="646"/>
                  <a:pt x="308" y="646"/>
                  <a:pt x="308" y="646"/>
                </a:cubicBezTo>
                <a:cubicBezTo>
                  <a:pt x="308" y="646"/>
                  <a:pt x="308" y="646"/>
                  <a:pt x="308" y="646"/>
                </a:cubicBezTo>
                <a:cubicBezTo>
                  <a:pt x="308" y="647"/>
                  <a:pt x="308" y="647"/>
                  <a:pt x="308" y="647"/>
                </a:cubicBezTo>
                <a:cubicBezTo>
                  <a:pt x="308" y="647"/>
                  <a:pt x="308" y="647"/>
                  <a:pt x="308" y="647"/>
                </a:cubicBezTo>
                <a:cubicBezTo>
                  <a:pt x="307" y="647"/>
                  <a:pt x="307" y="647"/>
                  <a:pt x="307" y="647"/>
                </a:cubicBezTo>
                <a:close/>
                <a:moveTo>
                  <a:pt x="601" y="645"/>
                </a:moveTo>
                <a:cubicBezTo>
                  <a:pt x="601" y="645"/>
                  <a:pt x="601" y="645"/>
                  <a:pt x="601" y="645"/>
                </a:cubicBezTo>
                <a:close/>
                <a:moveTo>
                  <a:pt x="217" y="632"/>
                </a:moveTo>
                <a:cubicBezTo>
                  <a:pt x="217" y="632"/>
                  <a:pt x="217" y="632"/>
                  <a:pt x="217"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7" y="631"/>
                  <a:pt x="217" y="631"/>
                  <a:pt x="217" y="631"/>
                </a:cubicBezTo>
                <a:cubicBezTo>
                  <a:pt x="217" y="630"/>
                  <a:pt x="217" y="630"/>
                  <a:pt x="217" y="630"/>
                </a:cubicBezTo>
                <a:cubicBezTo>
                  <a:pt x="217" y="630"/>
                  <a:pt x="217" y="630"/>
                  <a:pt x="217" y="630"/>
                </a:cubicBezTo>
                <a:cubicBezTo>
                  <a:pt x="218" y="630"/>
                  <a:pt x="218" y="630"/>
                  <a:pt x="218" y="630"/>
                </a:cubicBezTo>
                <a:cubicBezTo>
                  <a:pt x="218" y="630"/>
                  <a:pt x="218" y="630"/>
                  <a:pt x="218" y="630"/>
                </a:cubicBezTo>
                <a:cubicBezTo>
                  <a:pt x="218" y="629"/>
                  <a:pt x="218" y="629"/>
                  <a:pt x="218" y="629"/>
                </a:cubicBezTo>
                <a:cubicBezTo>
                  <a:pt x="218" y="629"/>
                  <a:pt x="218" y="629"/>
                  <a:pt x="218" y="629"/>
                </a:cubicBezTo>
                <a:cubicBezTo>
                  <a:pt x="218" y="629"/>
                  <a:pt x="218" y="629"/>
                  <a:pt x="218" y="629"/>
                </a:cubicBezTo>
                <a:cubicBezTo>
                  <a:pt x="218" y="629"/>
                  <a:pt x="218" y="629"/>
                  <a:pt x="218" y="629"/>
                </a:cubicBezTo>
                <a:cubicBezTo>
                  <a:pt x="218" y="628"/>
                  <a:pt x="218" y="628"/>
                  <a:pt x="218" y="628"/>
                </a:cubicBezTo>
                <a:cubicBezTo>
                  <a:pt x="218" y="628"/>
                  <a:pt x="218" y="628"/>
                  <a:pt x="218" y="628"/>
                </a:cubicBezTo>
                <a:cubicBezTo>
                  <a:pt x="217" y="628"/>
                  <a:pt x="217" y="628"/>
                  <a:pt x="217" y="628"/>
                </a:cubicBezTo>
                <a:cubicBezTo>
                  <a:pt x="217" y="628"/>
                  <a:pt x="217" y="628"/>
                  <a:pt x="217" y="628"/>
                </a:cubicBezTo>
                <a:cubicBezTo>
                  <a:pt x="217" y="628"/>
                  <a:pt x="217" y="628"/>
                  <a:pt x="217" y="628"/>
                </a:cubicBezTo>
                <a:cubicBezTo>
                  <a:pt x="217" y="628"/>
                  <a:pt x="217" y="628"/>
                  <a:pt x="217" y="628"/>
                </a:cubicBezTo>
                <a:cubicBezTo>
                  <a:pt x="217" y="627"/>
                  <a:pt x="217" y="627"/>
                  <a:pt x="217" y="627"/>
                </a:cubicBezTo>
                <a:cubicBezTo>
                  <a:pt x="217" y="627"/>
                  <a:pt x="217" y="627"/>
                  <a:pt x="217" y="627"/>
                </a:cubicBezTo>
                <a:cubicBezTo>
                  <a:pt x="217" y="627"/>
                  <a:pt x="217" y="627"/>
                  <a:pt x="217" y="627"/>
                </a:cubicBezTo>
                <a:cubicBezTo>
                  <a:pt x="217" y="627"/>
                  <a:pt x="217" y="627"/>
                  <a:pt x="217" y="627"/>
                </a:cubicBezTo>
                <a:cubicBezTo>
                  <a:pt x="216" y="627"/>
                  <a:pt x="216" y="627"/>
                  <a:pt x="216" y="627"/>
                </a:cubicBezTo>
                <a:cubicBezTo>
                  <a:pt x="216" y="627"/>
                  <a:pt x="216" y="627"/>
                  <a:pt x="216" y="627"/>
                </a:cubicBezTo>
                <a:cubicBezTo>
                  <a:pt x="216" y="626"/>
                  <a:pt x="216" y="626"/>
                  <a:pt x="216" y="626"/>
                </a:cubicBezTo>
                <a:cubicBezTo>
                  <a:pt x="216" y="626"/>
                  <a:pt x="216" y="626"/>
                  <a:pt x="216" y="626"/>
                </a:cubicBezTo>
                <a:cubicBezTo>
                  <a:pt x="216" y="626"/>
                  <a:pt x="216" y="626"/>
                  <a:pt x="216" y="626"/>
                </a:cubicBezTo>
                <a:cubicBezTo>
                  <a:pt x="216" y="626"/>
                  <a:pt x="216" y="626"/>
                  <a:pt x="216" y="626"/>
                </a:cubicBezTo>
                <a:cubicBezTo>
                  <a:pt x="216" y="625"/>
                  <a:pt x="216" y="625"/>
                  <a:pt x="216" y="625"/>
                </a:cubicBezTo>
                <a:cubicBezTo>
                  <a:pt x="216" y="625"/>
                  <a:pt x="216" y="625"/>
                  <a:pt x="216" y="625"/>
                </a:cubicBezTo>
                <a:cubicBezTo>
                  <a:pt x="211" y="621"/>
                  <a:pt x="211" y="621"/>
                  <a:pt x="211" y="621"/>
                </a:cubicBezTo>
                <a:cubicBezTo>
                  <a:pt x="211" y="621"/>
                  <a:pt x="211" y="621"/>
                  <a:pt x="211"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1"/>
                  <a:pt x="210" y="621"/>
                  <a:pt x="210" y="621"/>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20"/>
                  <a:pt x="210" y="620"/>
                  <a:pt x="210" y="620"/>
                </a:cubicBezTo>
                <a:cubicBezTo>
                  <a:pt x="210" y="619"/>
                  <a:pt x="210" y="619"/>
                  <a:pt x="210" y="619"/>
                </a:cubicBezTo>
                <a:cubicBezTo>
                  <a:pt x="210" y="619"/>
                  <a:pt x="210" y="619"/>
                  <a:pt x="210" y="619"/>
                </a:cubicBezTo>
                <a:cubicBezTo>
                  <a:pt x="213" y="619"/>
                  <a:pt x="213" y="619"/>
                  <a:pt x="213" y="619"/>
                </a:cubicBezTo>
                <a:cubicBezTo>
                  <a:pt x="213" y="619"/>
                  <a:pt x="213" y="619"/>
                  <a:pt x="213" y="619"/>
                </a:cubicBezTo>
                <a:cubicBezTo>
                  <a:pt x="215" y="620"/>
                  <a:pt x="215" y="620"/>
                  <a:pt x="215" y="620"/>
                </a:cubicBezTo>
                <a:cubicBezTo>
                  <a:pt x="215" y="620"/>
                  <a:pt x="215" y="620"/>
                  <a:pt x="215" y="620"/>
                </a:cubicBezTo>
                <a:cubicBezTo>
                  <a:pt x="217" y="620"/>
                  <a:pt x="217" y="620"/>
                  <a:pt x="217" y="620"/>
                </a:cubicBezTo>
                <a:cubicBezTo>
                  <a:pt x="217" y="620"/>
                  <a:pt x="217" y="620"/>
                  <a:pt x="217" y="620"/>
                </a:cubicBezTo>
                <a:cubicBezTo>
                  <a:pt x="220" y="621"/>
                  <a:pt x="220" y="621"/>
                  <a:pt x="220" y="621"/>
                </a:cubicBezTo>
                <a:cubicBezTo>
                  <a:pt x="220" y="621"/>
                  <a:pt x="220" y="621"/>
                  <a:pt x="220" y="621"/>
                </a:cubicBezTo>
                <a:cubicBezTo>
                  <a:pt x="222" y="622"/>
                  <a:pt x="222" y="622"/>
                  <a:pt x="222" y="622"/>
                </a:cubicBezTo>
                <a:cubicBezTo>
                  <a:pt x="222" y="622"/>
                  <a:pt x="222" y="622"/>
                  <a:pt x="222" y="622"/>
                </a:cubicBezTo>
                <a:cubicBezTo>
                  <a:pt x="224" y="623"/>
                  <a:pt x="224" y="623"/>
                  <a:pt x="224" y="623"/>
                </a:cubicBezTo>
                <a:cubicBezTo>
                  <a:pt x="224" y="623"/>
                  <a:pt x="224" y="623"/>
                  <a:pt x="224" y="623"/>
                </a:cubicBezTo>
                <a:cubicBezTo>
                  <a:pt x="226" y="624"/>
                  <a:pt x="226" y="624"/>
                  <a:pt x="226" y="624"/>
                </a:cubicBezTo>
                <a:cubicBezTo>
                  <a:pt x="226" y="624"/>
                  <a:pt x="226" y="624"/>
                  <a:pt x="226" y="624"/>
                </a:cubicBezTo>
                <a:cubicBezTo>
                  <a:pt x="228" y="626"/>
                  <a:pt x="228" y="626"/>
                  <a:pt x="228" y="626"/>
                </a:cubicBezTo>
                <a:cubicBezTo>
                  <a:pt x="228" y="626"/>
                  <a:pt x="228" y="626"/>
                  <a:pt x="228" y="626"/>
                </a:cubicBezTo>
                <a:cubicBezTo>
                  <a:pt x="228" y="626"/>
                  <a:pt x="228" y="626"/>
                  <a:pt x="228" y="626"/>
                </a:cubicBezTo>
                <a:cubicBezTo>
                  <a:pt x="228" y="626"/>
                  <a:pt x="228" y="626"/>
                  <a:pt x="228" y="626"/>
                </a:cubicBezTo>
                <a:cubicBezTo>
                  <a:pt x="229" y="627"/>
                  <a:pt x="229" y="627"/>
                  <a:pt x="229" y="627"/>
                </a:cubicBezTo>
                <a:cubicBezTo>
                  <a:pt x="229" y="627"/>
                  <a:pt x="229" y="627"/>
                  <a:pt x="229" y="627"/>
                </a:cubicBezTo>
                <a:cubicBezTo>
                  <a:pt x="229" y="627"/>
                  <a:pt x="229" y="627"/>
                  <a:pt x="229" y="627"/>
                </a:cubicBezTo>
                <a:cubicBezTo>
                  <a:pt x="229" y="627"/>
                  <a:pt x="229" y="627"/>
                  <a:pt x="229" y="627"/>
                </a:cubicBezTo>
                <a:cubicBezTo>
                  <a:pt x="229" y="628"/>
                  <a:pt x="229" y="628"/>
                  <a:pt x="229" y="628"/>
                </a:cubicBezTo>
                <a:cubicBezTo>
                  <a:pt x="229" y="628"/>
                  <a:pt x="229" y="628"/>
                  <a:pt x="229" y="628"/>
                </a:cubicBezTo>
                <a:cubicBezTo>
                  <a:pt x="230" y="628"/>
                  <a:pt x="230" y="628"/>
                  <a:pt x="230" y="628"/>
                </a:cubicBezTo>
                <a:cubicBezTo>
                  <a:pt x="230" y="628"/>
                  <a:pt x="230" y="628"/>
                  <a:pt x="230"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30"/>
                  <a:pt x="230" y="630"/>
                  <a:pt x="230" y="630"/>
                </a:cubicBezTo>
                <a:cubicBezTo>
                  <a:pt x="230" y="630"/>
                  <a:pt x="230" y="630"/>
                  <a:pt x="230" y="630"/>
                </a:cubicBezTo>
                <a:cubicBezTo>
                  <a:pt x="229" y="631"/>
                  <a:pt x="229" y="631"/>
                  <a:pt x="229" y="631"/>
                </a:cubicBezTo>
                <a:cubicBezTo>
                  <a:pt x="229" y="631"/>
                  <a:pt x="229" y="631"/>
                  <a:pt x="229" y="631"/>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4" y="632"/>
                  <a:pt x="224" y="632"/>
                  <a:pt x="224" y="632"/>
                </a:cubicBezTo>
                <a:cubicBezTo>
                  <a:pt x="224" y="632"/>
                  <a:pt x="224" y="632"/>
                  <a:pt x="224" y="632"/>
                </a:cubicBezTo>
                <a:cubicBezTo>
                  <a:pt x="222" y="632"/>
                  <a:pt x="222" y="632"/>
                  <a:pt x="222" y="632"/>
                </a:cubicBezTo>
                <a:cubicBezTo>
                  <a:pt x="222" y="632"/>
                  <a:pt x="222" y="632"/>
                  <a:pt x="222" y="632"/>
                </a:cubicBezTo>
                <a:cubicBezTo>
                  <a:pt x="220" y="632"/>
                  <a:pt x="220" y="632"/>
                  <a:pt x="220" y="632"/>
                </a:cubicBezTo>
                <a:cubicBezTo>
                  <a:pt x="220" y="632"/>
                  <a:pt x="220" y="632"/>
                  <a:pt x="220" y="632"/>
                </a:cubicBezTo>
                <a:cubicBezTo>
                  <a:pt x="218" y="632"/>
                  <a:pt x="218" y="632"/>
                  <a:pt x="218" y="632"/>
                </a:cubicBezTo>
                <a:cubicBezTo>
                  <a:pt x="218" y="632"/>
                  <a:pt x="218" y="632"/>
                  <a:pt x="218" y="632"/>
                </a:cubicBezTo>
                <a:cubicBezTo>
                  <a:pt x="217" y="632"/>
                  <a:pt x="217" y="632"/>
                  <a:pt x="217" y="632"/>
                </a:cubicBezTo>
                <a:close/>
                <a:moveTo>
                  <a:pt x="179" y="574"/>
                </a:moveTo>
                <a:cubicBezTo>
                  <a:pt x="174" y="578"/>
                  <a:pt x="174" y="578"/>
                  <a:pt x="174" y="578"/>
                </a:cubicBezTo>
                <a:cubicBezTo>
                  <a:pt x="164" y="563"/>
                  <a:pt x="164" y="563"/>
                  <a:pt x="164" y="563"/>
                </a:cubicBezTo>
                <a:cubicBezTo>
                  <a:pt x="181" y="551"/>
                  <a:pt x="181" y="551"/>
                  <a:pt x="181" y="551"/>
                </a:cubicBezTo>
                <a:cubicBezTo>
                  <a:pt x="190" y="565"/>
                  <a:pt x="190" y="565"/>
                  <a:pt x="190" y="565"/>
                </a:cubicBezTo>
                <a:cubicBezTo>
                  <a:pt x="192" y="567"/>
                  <a:pt x="193" y="569"/>
                  <a:pt x="193" y="571"/>
                </a:cubicBezTo>
                <a:cubicBezTo>
                  <a:pt x="194" y="572"/>
                  <a:pt x="194" y="574"/>
                  <a:pt x="194" y="576"/>
                </a:cubicBezTo>
                <a:cubicBezTo>
                  <a:pt x="194" y="578"/>
                  <a:pt x="193" y="580"/>
                  <a:pt x="192" y="582"/>
                </a:cubicBezTo>
                <a:cubicBezTo>
                  <a:pt x="190" y="585"/>
                  <a:pt x="188" y="586"/>
                  <a:pt x="185" y="588"/>
                </a:cubicBezTo>
                <a:cubicBezTo>
                  <a:pt x="180" y="592"/>
                  <a:pt x="176" y="593"/>
                  <a:pt x="172" y="593"/>
                </a:cubicBezTo>
                <a:cubicBezTo>
                  <a:pt x="168" y="592"/>
                  <a:pt x="164" y="589"/>
                  <a:pt x="161" y="585"/>
                </a:cubicBezTo>
                <a:cubicBezTo>
                  <a:pt x="152" y="571"/>
                  <a:pt x="152" y="571"/>
                  <a:pt x="152" y="571"/>
                </a:cubicBezTo>
                <a:cubicBezTo>
                  <a:pt x="157" y="568"/>
                  <a:pt x="157" y="568"/>
                  <a:pt x="157" y="568"/>
                </a:cubicBezTo>
                <a:cubicBezTo>
                  <a:pt x="166" y="581"/>
                  <a:pt x="166" y="581"/>
                  <a:pt x="166" y="581"/>
                </a:cubicBezTo>
                <a:cubicBezTo>
                  <a:pt x="168" y="584"/>
                  <a:pt x="170" y="585"/>
                  <a:pt x="172" y="585"/>
                </a:cubicBezTo>
                <a:cubicBezTo>
                  <a:pt x="174" y="585"/>
                  <a:pt x="177" y="584"/>
                  <a:pt x="181" y="582"/>
                </a:cubicBezTo>
                <a:cubicBezTo>
                  <a:pt x="184" y="579"/>
                  <a:pt x="186" y="577"/>
                  <a:pt x="186" y="575"/>
                </a:cubicBezTo>
                <a:cubicBezTo>
                  <a:pt x="187" y="573"/>
                  <a:pt x="187" y="571"/>
                  <a:pt x="185" y="568"/>
                </a:cubicBezTo>
                <a:cubicBezTo>
                  <a:pt x="180" y="561"/>
                  <a:pt x="180" y="561"/>
                  <a:pt x="180" y="561"/>
                </a:cubicBezTo>
                <a:cubicBezTo>
                  <a:pt x="173" y="566"/>
                  <a:pt x="173" y="566"/>
                  <a:pt x="173" y="566"/>
                </a:cubicBezTo>
                <a:cubicBezTo>
                  <a:pt x="179" y="574"/>
                  <a:pt x="179" y="574"/>
                  <a:pt x="179" y="574"/>
                </a:cubicBezTo>
                <a:close/>
                <a:moveTo>
                  <a:pt x="143" y="556"/>
                </a:moveTo>
                <a:cubicBezTo>
                  <a:pt x="162" y="546"/>
                  <a:pt x="162" y="546"/>
                  <a:pt x="162" y="546"/>
                </a:cubicBezTo>
                <a:cubicBezTo>
                  <a:pt x="165" y="545"/>
                  <a:pt x="166" y="543"/>
                  <a:pt x="167" y="541"/>
                </a:cubicBezTo>
                <a:cubicBezTo>
                  <a:pt x="168" y="540"/>
                  <a:pt x="167" y="537"/>
                  <a:pt x="166" y="535"/>
                </a:cubicBezTo>
                <a:cubicBezTo>
                  <a:pt x="165" y="532"/>
                  <a:pt x="163" y="531"/>
                  <a:pt x="162" y="530"/>
                </a:cubicBezTo>
                <a:cubicBezTo>
                  <a:pt x="160" y="530"/>
                  <a:pt x="158" y="530"/>
                  <a:pt x="155" y="532"/>
                </a:cubicBezTo>
                <a:cubicBezTo>
                  <a:pt x="136" y="541"/>
                  <a:pt x="136" y="541"/>
                  <a:pt x="136" y="541"/>
                </a:cubicBezTo>
                <a:cubicBezTo>
                  <a:pt x="132" y="535"/>
                  <a:pt x="132" y="535"/>
                  <a:pt x="132" y="535"/>
                </a:cubicBezTo>
                <a:cubicBezTo>
                  <a:pt x="151" y="525"/>
                  <a:pt x="151" y="525"/>
                  <a:pt x="151" y="525"/>
                </a:cubicBezTo>
                <a:cubicBezTo>
                  <a:pt x="154" y="524"/>
                  <a:pt x="155" y="523"/>
                  <a:pt x="157" y="523"/>
                </a:cubicBezTo>
                <a:cubicBezTo>
                  <a:pt x="158" y="522"/>
                  <a:pt x="160" y="522"/>
                  <a:pt x="161" y="522"/>
                </a:cubicBezTo>
                <a:cubicBezTo>
                  <a:pt x="163" y="523"/>
                  <a:pt x="165" y="524"/>
                  <a:pt x="166" y="526"/>
                </a:cubicBezTo>
                <a:cubicBezTo>
                  <a:pt x="168" y="527"/>
                  <a:pt x="170" y="529"/>
                  <a:pt x="171" y="532"/>
                </a:cubicBezTo>
                <a:cubicBezTo>
                  <a:pt x="173" y="535"/>
                  <a:pt x="173" y="538"/>
                  <a:pt x="174" y="540"/>
                </a:cubicBezTo>
                <a:cubicBezTo>
                  <a:pt x="174" y="542"/>
                  <a:pt x="174" y="544"/>
                  <a:pt x="173" y="546"/>
                </a:cubicBezTo>
                <a:cubicBezTo>
                  <a:pt x="172" y="547"/>
                  <a:pt x="172" y="548"/>
                  <a:pt x="170" y="549"/>
                </a:cubicBezTo>
                <a:cubicBezTo>
                  <a:pt x="169" y="550"/>
                  <a:pt x="168" y="551"/>
                  <a:pt x="165" y="553"/>
                </a:cubicBezTo>
                <a:cubicBezTo>
                  <a:pt x="146" y="562"/>
                  <a:pt x="146" y="562"/>
                  <a:pt x="146" y="562"/>
                </a:cubicBezTo>
                <a:cubicBezTo>
                  <a:pt x="143" y="556"/>
                  <a:pt x="143" y="556"/>
                  <a:pt x="143" y="556"/>
                </a:cubicBezTo>
                <a:close/>
                <a:moveTo>
                  <a:pt x="130" y="509"/>
                </a:moveTo>
                <a:cubicBezTo>
                  <a:pt x="141" y="499"/>
                  <a:pt x="141" y="499"/>
                  <a:pt x="141" y="499"/>
                </a:cubicBezTo>
                <a:cubicBezTo>
                  <a:pt x="145" y="509"/>
                  <a:pt x="145" y="509"/>
                  <a:pt x="145" y="509"/>
                </a:cubicBezTo>
                <a:cubicBezTo>
                  <a:pt x="130" y="509"/>
                  <a:pt x="130" y="509"/>
                  <a:pt x="130" y="509"/>
                </a:cubicBezTo>
                <a:close/>
                <a:moveTo>
                  <a:pt x="125" y="514"/>
                </a:moveTo>
                <a:cubicBezTo>
                  <a:pt x="122" y="507"/>
                  <a:pt x="122" y="507"/>
                  <a:pt x="122" y="507"/>
                </a:cubicBezTo>
                <a:cubicBezTo>
                  <a:pt x="151" y="481"/>
                  <a:pt x="151" y="481"/>
                  <a:pt x="151" y="481"/>
                </a:cubicBezTo>
                <a:cubicBezTo>
                  <a:pt x="153" y="489"/>
                  <a:pt x="153" y="489"/>
                  <a:pt x="153" y="489"/>
                </a:cubicBezTo>
                <a:cubicBezTo>
                  <a:pt x="147" y="495"/>
                  <a:pt x="147" y="495"/>
                  <a:pt x="147" y="495"/>
                </a:cubicBezTo>
                <a:cubicBezTo>
                  <a:pt x="152" y="509"/>
                  <a:pt x="152" y="509"/>
                  <a:pt x="152" y="509"/>
                </a:cubicBezTo>
                <a:cubicBezTo>
                  <a:pt x="160" y="510"/>
                  <a:pt x="160" y="510"/>
                  <a:pt x="160" y="510"/>
                </a:cubicBezTo>
                <a:cubicBezTo>
                  <a:pt x="163" y="517"/>
                  <a:pt x="163" y="517"/>
                  <a:pt x="163" y="517"/>
                </a:cubicBezTo>
                <a:cubicBezTo>
                  <a:pt x="125" y="514"/>
                  <a:pt x="125" y="514"/>
                  <a:pt x="125" y="514"/>
                </a:cubicBezTo>
                <a:close/>
                <a:moveTo>
                  <a:pt x="115" y="485"/>
                </a:moveTo>
                <a:cubicBezTo>
                  <a:pt x="113" y="475"/>
                  <a:pt x="113" y="475"/>
                  <a:pt x="113" y="475"/>
                </a:cubicBezTo>
                <a:cubicBezTo>
                  <a:pt x="135" y="456"/>
                  <a:pt x="135" y="456"/>
                  <a:pt x="135" y="456"/>
                </a:cubicBezTo>
                <a:cubicBezTo>
                  <a:pt x="111" y="461"/>
                  <a:pt x="111" y="461"/>
                  <a:pt x="111" y="461"/>
                </a:cubicBezTo>
                <a:cubicBezTo>
                  <a:pt x="109" y="454"/>
                  <a:pt x="109" y="454"/>
                  <a:pt x="109" y="454"/>
                </a:cubicBezTo>
                <a:cubicBezTo>
                  <a:pt x="144" y="447"/>
                  <a:pt x="144" y="447"/>
                  <a:pt x="144" y="447"/>
                </a:cubicBezTo>
                <a:cubicBezTo>
                  <a:pt x="145" y="456"/>
                  <a:pt x="145" y="456"/>
                  <a:pt x="145" y="456"/>
                </a:cubicBezTo>
                <a:cubicBezTo>
                  <a:pt x="122" y="476"/>
                  <a:pt x="122" y="476"/>
                  <a:pt x="122" y="476"/>
                </a:cubicBezTo>
                <a:cubicBezTo>
                  <a:pt x="148" y="471"/>
                  <a:pt x="148" y="471"/>
                  <a:pt x="148" y="471"/>
                </a:cubicBezTo>
                <a:cubicBezTo>
                  <a:pt x="149" y="478"/>
                  <a:pt x="149" y="478"/>
                  <a:pt x="149" y="478"/>
                </a:cubicBezTo>
                <a:cubicBezTo>
                  <a:pt x="115" y="485"/>
                  <a:pt x="115" y="485"/>
                  <a:pt x="115" y="485"/>
                </a:cubicBezTo>
                <a:close/>
                <a:moveTo>
                  <a:pt x="128" y="427"/>
                </a:moveTo>
                <a:cubicBezTo>
                  <a:pt x="121" y="427"/>
                  <a:pt x="121" y="427"/>
                  <a:pt x="121" y="427"/>
                </a:cubicBezTo>
                <a:cubicBezTo>
                  <a:pt x="121" y="410"/>
                  <a:pt x="121" y="410"/>
                  <a:pt x="121" y="410"/>
                </a:cubicBezTo>
                <a:cubicBezTo>
                  <a:pt x="142" y="409"/>
                  <a:pt x="142" y="409"/>
                  <a:pt x="142" y="409"/>
                </a:cubicBezTo>
                <a:cubicBezTo>
                  <a:pt x="142" y="425"/>
                  <a:pt x="142" y="425"/>
                  <a:pt x="142" y="425"/>
                </a:cubicBezTo>
                <a:cubicBezTo>
                  <a:pt x="142" y="428"/>
                  <a:pt x="142" y="431"/>
                  <a:pt x="142" y="432"/>
                </a:cubicBezTo>
                <a:cubicBezTo>
                  <a:pt x="141" y="434"/>
                  <a:pt x="140" y="435"/>
                  <a:pt x="139" y="437"/>
                </a:cubicBezTo>
                <a:cubicBezTo>
                  <a:pt x="138" y="439"/>
                  <a:pt x="136" y="440"/>
                  <a:pt x="134" y="441"/>
                </a:cubicBezTo>
                <a:cubicBezTo>
                  <a:pt x="132" y="442"/>
                  <a:pt x="129" y="442"/>
                  <a:pt x="126" y="443"/>
                </a:cubicBezTo>
                <a:cubicBezTo>
                  <a:pt x="119" y="443"/>
                  <a:pt x="115" y="441"/>
                  <a:pt x="112" y="439"/>
                </a:cubicBezTo>
                <a:cubicBezTo>
                  <a:pt x="109" y="436"/>
                  <a:pt x="107" y="432"/>
                  <a:pt x="107" y="426"/>
                </a:cubicBezTo>
                <a:cubicBezTo>
                  <a:pt x="107" y="410"/>
                  <a:pt x="107" y="410"/>
                  <a:pt x="107" y="410"/>
                </a:cubicBezTo>
                <a:cubicBezTo>
                  <a:pt x="113" y="410"/>
                  <a:pt x="113" y="410"/>
                  <a:pt x="113" y="410"/>
                </a:cubicBezTo>
                <a:cubicBezTo>
                  <a:pt x="113" y="426"/>
                  <a:pt x="113" y="426"/>
                  <a:pt x="113" y="426"/>
                </a:cubicBezTo>
                <a:cubicBezTo>
                  <a:pt x="113" y="429"/>
                  <a:pt x="114" y="431"/>
                  <a:pt x="116" y="432"/>
                </a:cubicBezTo>
                <a:cubicBezTo>
                  <a:pt x="118" y="434"/>
                  <a:pt x="121" y="434"/>
                  <a:pt x="125" y="434"/>
                </a:cubicBezTo>
                <a:cubicBezTo>
                  <a:pt x="129" y="434"/>
                  <a:pt x="132" y="433"/>
                  <a:pt x="133" y="432"/>
                </a:cubicBezTo>
                <a:cubicBezTo>
                  <a:pt x="135" y="431"/>
                  <a:pt x="136" y="428"/>
                  <a:pt x="136" y="425"/>
                </a:cubicBezTo>
                <a:cubicBezTo>
                  <a:pt x="136" y="417"/>
                  <a:pt x="136" y="417"/>
                  <a:pt x="136" y="417"/>
                </a:cubicBezTo>
                <a:cubicBezTo>
                  <a:pt x="127" y="417"/>
                  <a:pt x="127" y="417"/>
                  <a:pt x="127" y="417"/>
                </a:cubicBezTo>
                <a:cubicBezTo>
                  <a:pt x="128" y="427"/>
                  <a:pt x="128" y="427"/>
                  <a:pt x="128" y="427"/>
                </a:cubicBezTo>
                <a:close/>
                <a:moveTo>
                  <a:pt x="115" y="385"/>
                </a:moveTo>
                <a:cubicBezTo>
                  <a:pt x="115" y="385"/>
                  <a:pt x="115" y="385"/>
                  <a:pt x="115" y="385"/>
                </a:cubicBezTo>
                <a:cubicBezTo>
                  <a:pt x="115" y="382"/>
                  <a:pt x="116" y="379"/>
                  <a:pt x="117" y="378"/>
                </a:cubicBezTo>
                <a:cubicBezTo>
                  <a:pt x="119" y="377"/>
                  <a:pt x="122" y="377"/>
                  <a:pt x="127" y="377"/>
                </a:cubicBezTo>
                <a:cubicBezTo>
                  <a:pt x="131" y="377"/>
                  <a:pt x="134" y="378"/>
                  <a:pt x="135" y="379"/>
                </a:cubicBezTo>
                <a:cubicBezTo>
                  <a:pt x="137" y="381"/>
                  <a:pt x="138" y="383"/>
                  <a:pt x="137" y="386"/>
                </a:cubicBezTo>
                <a:cubicBezTo>
                  <a:pt x="137" y="395"/>
                  <a:pt x="137" y="395"/>
                  <a:pt x="137" y="395"/>
                </a:cubicBezTo>
                <a:cubicBezTo>
                  <a:pt x="114" y="394"/>
                  <a:pt x="114" y="394"/>
                  <a:pt x="114" y="394"/>
                </a:cubicBezTo>
                <a:cubicBezTo>
                  <a:pt x="115" y="385"/>
                  <a:pt x="115" y="385"/>
                  <a:pt x="115" y="385"/>
                </a:cubicBezTo>
                <a:close/>
                <a:moveTo>
                  <a:pt x="107" y="401"/>
                </a:moveTo>
                <a:cubicBezTo>
                  <a:pt x="108" y="384"/>
                  <a:pt x="108" y="384"/>
                  <a:pt x="108" y="384"/>
                </a:cubicBezTo>
                <a:cubicBezTo>
                  <a:pt x="109" y="378"/>
                  <a:pt x="111" y="374"/>
                  <a:pt x="114" y="372"/>
                </a:cubicBezTo>
                <a:cubicBezTo>
                  <a:pt x="117" y="369"/>
                  <a:pt x="122" y="368"/>
                  <a:pt x="128" y="369"/>
                </a:cubicBezTo>
                <a:cubicBezTo>
                  <a:pt x="131" y="369"/>
                  <a:pt x="134" y="370"/>
                  <a:pt x="136" y="371"/>
                </a:cubicBezTo>
                <a:cubicBezTo>
                  <a:pt x="138" y="372"/>
                  <a:pt x="140" y="373"/>
                  <a:pt x="141" y="375"/>
                </a:cubicBezTo>
                <a:cubicBezTo>
                  <a:pt x="142" y="377"/>
                  <a:pt x="143" y="378"/>
                  <a:pt x="143" y="380"/>
                </a:cubicBezTo>
                <a:cubicBezTo>
                  <a:pt x="144" y="381"/>
                  <a:pt x="144" y="384"/>
                  <a:pt x="144" y="387"/>
                </a:cubicBezTo>
                <a:cubicBezTo>
                  <a:pt x="142" y="403"/>
                  <a:pt x="142" y="403"/>
                  <a:pt x="142" y="403"/>
                </a:cubicBezTo>
                <a:cubicBezTo>
                  <a:pt x="107" y="401"/>
                  <a:pt x="107" y="401"/>
                  <a:pt x="107" y="401"/>
                </a:cubicBezTo>
                <a:close/>
                <a:moveTo>
                  <a:pt x="128" y="362"/>
                </a:moveTo>
                <a:cubicBezTo>
                  <a:pt x="123" y="361"/>
                  <a:pt x="118" y="359"/>
                  <a:pt x="116" y="355"/>
                </a:cubicBezTo>
                <a:cubicBezTo>
                  <a:pt x="114" y="351"/>
                  <a:pt x="114" y="347"/>
                  <a:pt x="115" y="341"/>
                </a:cubicBezTo>
                <a:cubicBezTo>
                  <a:pt x="116" y="335"/>
                  <a:pt x="119" y="331"/>
                  <a:pt x="122" y="329"/>
                </a:cubicBezTo>
                <a:cubicBezTo>
                  <a:pt x="126" y="327"/>
                  <a:pt x="131" y="326"/>
                  <a:pt x="137" y="328"/>
                </a:cubicBezTo>
                <a:cubicBezTo>
                  <a:pt x="143" y="329"/>
                  <a:pt x="147" y="332"/>
                  <a:pt x="149" y="335"/>
                </a:cubicBezTo>
                <a:cubicBezTo>
                  <a:pt x="152" y="339"/>
                  <a:pt x="152" y="343"/>
                  <a:pt x="151" y="349"/>
                </a:cubicBezTo>
                <a:cubicBezTo>
                  <a:pt x="149" y="355"/>
                  <a:pt x="147" y="359"/>
                  <a:pt x="143" y="361"/>
                </a:cubicBezTo>
                <a:cubicBezTo>
                  <a:pt x="140" y="364"/>
                  <a:pt x="135" y="364"/>
                  <a:pt x="128" y="362"/>
                </a:cubicBezTo>
                <a:close/>
                <a:moveTo>
                  <a:pt x="121" y="342"/>
                </a:moveTo>
                <a:cubicBezTo>
                  <a:pt x="122" y="339"/>
                  <a:pt x="123" y="337"/>
                  <a:pt x="125" y="336"/>
                </a:cubicBezTo>
                <a:cubicBezTo>
                  <a:pt x="128" y="335"/>
                  <a:pt x="131" y="335"/>
                  <a:pt x="135" y="336"/>
                </a:cubicBezTo>
                <a:cubicBezTo>
                  <a:pt x="139" y="337"/>
                  <a:pt x="142" y="338"/>
                  <a:pt x="143" y="340"/>
                </a:cubicBezTo>
                <a:cubicBezTo>
                  <a:pt x="145" y="342"/>
                  <a:pt x="145" y="345"/>
                  <a:pt x="145" y="348"/>
                </a:cubicBezTo>
                <a:cubicBezTo>
                  <a:pt x="144" y="351"/>
                  <a:pt x="142" y="353"/>
                  <a:pt x="140" y="354"/>
                </a:cubicBezTo>
                <a:cubicBezTo>
                  <a:pt x="138" y="355"/>
                  <a:pt x="135" y="355"/>
                  <a:pt x="130" y="354"/>
                </a:cubicBezTo>
                <a:cubicBezTo>
                  <a:pt x="126" y="353"/>
                  <a:pt x="124" y="352"/>
                  <a:pt x="122" y="350"/>
                </a:cubicBezTo>
                <a:cubicBezTo>
                  <a:pt x="121" y="348"/>
                  <a:pt x="120" y="345"/>
                  <a:pt x="121" y="342"/>
                </a:cubicBezTo>
                <a:close/>
                <a:moveTo>
                  <a:pt x="124" y="314"/>
                </a:moveTo>
                <a:cubicBezTo>
                  <a:pt x="127" y="305"/>
                  <a:pt x="127" y="305"/>
                  <a:pt x="127" y="305"/>
                </a:cubicBezTo>
                <a:cubicBezTo>
                  <a:pt x="156" y="301"/>
                  <a:pt x="156" y="301"/>
                  <a:pt x="156" y="301"/>
                </a:cubicBezTo>
                <a:cubicBezTo>
                  <a:pt x="133" y="292"/>
                  <a:pt x="133" y="292"/>
                  <a:pt x="133" y="292"/>
                </a:cubicBezTo>
                <a:cubicBezTo>
                  <a:pt x="135" y="284"/>
                  <a:pt x="135" y="284"/>
                  <a:pt x="135" y="284"/>
                </a:cubicBezTo>
                <a:cubicBezTo>
                  <a:pt x="168" y="298"/>
                  <a:pt x="168" y="298"/>
                  <a:pt x="168" y="298"/>
                </a:cubicBezTo>
                <a:cubicBezTo>
                  <a:pt x="165" y="306"/>
                  <a:pt x="165" y="306"/>
                  <a:pt x="165" y="306"/>
                </a:cubicBezTo>
                <a:cubicBezTo>
                  <a:pt x="135" y="310"/>
                  <a:pt x="135" y="310"/>
                  <a:pt x="135" y="310"/>
                </a:cubicBezTo>
                <a:cubicBezTo>
                  <a:pt x="159" y="320"/>
                  <a:pt x="159" y="320"/>
                  <a:pt x="159" y="320"/>
                </a:cubicBezTo>
                <a:cubicBezTo>
                  <a:pt x="156" y="327"/>
                  <a:pt x="156" y="327"/>
                  <a:pt x="156" y="327"/>
                </a:cubicBezTo>
                <a:cubicBezTo>
                  <a:pt x="124" y="314"/>
                  <a:pt x="124" y="314"/>
                  <a:pt x="124" y="314"/>
                </a:cubicBezTo>
                <a:close/>
                <a:moveTo>
                  <a:pt x="166" y="273"/>
                </a:moveTo>
                <a:cubicBezTo>
                  <a:pt x="160" y="269"/>
                  <a:pt x="160" y="269"/>
                  <a:pt x="160" y="269"/>
                </a:cubicBezTo>
                <a:cubicBezTo>
                  <a:pt x="169" y="254"/>
                  <a:pt x="169" y="254"/>
                  <a:pt x="169" y="254"/>
                </a:cubicBezTo>
                <a:cubicBezTo>
                  <a:pt x="187" y="265"/>
                  <a:pt x="187" y="265"/>
                  <a:pt x="187" y="265"/>
                </a:cubicBezTo>
                <a:cubicBezTo>
                  <a:pt x="179" y="279"/>
                  <a:pt x="179" y="279"/>
                  <a:pt x="179" y="279"/>
                </a:cubicBezTo>
                <a:cubicBezTo>
                  <a:pt x="178" y="281"/>
                  <a:pt x="176" y="283"/>
                  <a:pt x="175" y="284"/>
                </a:cubicBezTo>
                <a:cubicBezTo>
                  <a:pt x="174" y="286"/>
                  <a:pt x="172" y="286"/>
                  <a:pt x="171" y="287"/>
                </a:cubicBezTo>
                <a:cubicBezTo>
                  <a:pt x="168" y="288"/>
                  <a:pt x="166" y="288"/>
                  <a:pt x="164" y="288"/>
                </a:cubicBezTo>
                <a:cubicBezTo>
                  <a:pt x="161" y="287"/>
                  <a:pt x="159" y="286"/>
                  <a:pt x="156" y="284"/>
                </a:cubicBezTo>
                <a:cubicBezTo>
                  <a:pt x="151" y="281"/>
                  <a:pt x="147" y="278"/>
                  <a:pt x="146" y="274"/>
                </a:cubicBezTo>
                <a:cubicBezTo>
                  <a:pt x="145" y="270"/>
                  <a:pt x="146" y="265"/>
                  <a:pt x="149" y="260"/>
                </a:cubicBezTo>
                <a:cubicBezTo>
                  <a:pt x="157" y="247"/>
                  <a:pt x="157" y="247"/>
                  <a:pt x="157" y="247"/>
                </a:cubicBezTo>
                <a:cubicBezTo>
                  <a:pt x="162" y="250"/>
                  <a:pt x="162" y="250"/>
                  <a:pt x="162" y="250"/>
                </a:cubicBezTo>
                <a:cubicBezTo>
                  <a:pt x="154" y="264"/>
                  <a:pt x="154" y="264"/>
                  <a:pt x="154" y="264"/>
                </a:cubicBezTo>
                <a:cubicBezTo>
                  <a:pt x="153" y="266"/>
                  <a:pt x="152" y="268"/>
                  <a:pt x="153" y="271"/>
                </a:cubicBezTo>
                <a:cubicBezTo>
                  <a:pt x="154" y="273"/>
                  <a:pt x="156" y="275"/>
                  <a:pt x="160" y="277"/>
                </a:cubicBezTo>
                <a:cubicBezTo>
                  <a:pt x="163" y="279"/>
                  <a:pt x="166" y="280"/>
                  <a:pt x="168" y="280"/>
                </a:cubicBezTo>
                <a:cubicBezTo>
                  <a:pt x="170" y="279"/>
                  <a:pt x="172" y="278"/>
                  <a:pt x="174" y="276"/>
                </a:cubicBezTo>
                <a:cubicBezTo>
                  <a:pt x="178" y="268"/>
                  <a:pt x="178" y="268"/>
                  <a:pt x="178" y="268"/>
                </a:cubicBezTo>
                <a:cubicBezTo>
                  <a:pt x="171" y="264"/>
                  <a:pt x="171" y="264"/>
                  <a:pt x="171" y="264"/>
                </a:cubicBezTo>
                <a:cubicBezTo>
                  <a:pt x="166" y="273"/>
                  <a:pt x="166" y="273"/>
                  <a:pt x="166" y="273"/>
                </a:cubicBezTo>
                <a:close/>
                <a:moveTo>
                  <a:pt x="197" y="199"/>
                </a:moveTo>
                <a:cubicBezTo>
                  <a:pt x="211" y="215"/>
                  <a:pt x="211" y="215"/>
                  <a:pt x="211" y="215"/>
                </a:cubicBezTo>
                <a:cubicBezTo>
                  <a:pt x="213" y="217"/>
                  <a:pt x="215" y="218"/>
                  <a:pt x="217" y="219"/>
                </a:cubicBezTo>
                <a:cubicBezTo>
                  <a:pt x="219" y="219"/>
                  <a:pt x="221" y="218"/>
                  <a:pt x="223" y="216"/>
                </a:cubicBezTo>
                <a:cubicBezTo>
                  <a:pt x="225" y="214"/>
                  <a:pt x="226" y="212"/>
                  <a:pt x="226" y="210"/>
                </a:cubicBezTo>
                <a:cubicBezTo>
                  <a:pt x="226" y="208"/>
                  <a:pt x="225" y="206"/>
                  <a:pt x="223" y="204"/>
                </a:cubicBezTo>
                <a:cubicBezTo>
                  <a:pt x="208" y="188"/>
                  <a:pt x="208" y="188"/>
                  <a:pt x="208" y="188"/>
                </a:cubicBezTo>
                <a:cubicBezTo>
                  <a:pt x="214" y="183"/>
                  <a:pt x="214" y="183"/>
                  <a:pt x="214" y="183"/>
                </a:cubicBezTo>
                <a:cubicBezTo>
                  <a:pt x="228" y="199"/>
                  <a:pt x="228" y="199"/>
                  <a:pt x="228" y="199"/>
                </a:cubicBezTo>
                <a:cubicBezTo>
                  <a:pt x="230" y="201"/>
                  <a:pt x="231" y="202"/>
                  <a:pt x="232" y="203"/>
                </a:cubicBezTo>
                <a:cubicBezTo>
                  <a:pt x="233" y="205"/>
                  <a:pt x="233" y="206"/>
                  <a:pt x="233" y="207"/>
                </a:cubicBezTo>
                <a:cubicBezTo>
                  <a:pt x="233" y="209"/>
                  <a:pt x="233" y="212"/>
                  <a:pt x="232" y="214"/>
                </a:cubicBezTo>
                <a:cubicBezTo>
                  <a:pt x="231" y="216"/>
                  <a:pt x="229" y="218"/>
                  <a:pt x="227" y="220"/>
                </a:cubicBezTo>
                <a:cubicBezTo>
                  <a:pt x="224" y="222"/>
                  <a:pt x="222" y="224"/>
                  <a:pt x="220" y="225"/>
                </a:cubicBezTo>
                <a:cubicBezTo>
                  <a:pt x="218" y="226"/>
                  <a:pt x="216" y="226"/>
                  <a:pt x="214" y="226"/>
                </a:cubicBezTo>
                <a:cubicBezTo>
                  <a:pt x="213" y="225"/>
                  <a:pt x="212" y="225"/>
                  <a:pt x="210" y="224"/>
                </a:cubicBezTo>
                <a:cubicBezTo>
                  <a:pt x="209" y="223"/>
                  <a:pt x="208" y="222"/>
                  <a:pt x="206" y="220"/>
                </a:cubicBezTo>
                <a:cubicBezTo>
                  <a:pt x="191" y="204"/>
                  <a:pt x="191" y="204"/>
                  <a:pt x="191" y="204"/>
                </a:cubicBezTo>
                <a:cubicBezTo>
                  <a:pt x="197" y="199"/>
                  <a:pt x="197" y="199"/>
                  <a:pt x="197" y="199"/>
                </a:cubicBezTo>
                <a:close/>
                <a:moveTo>
                  <a:pt x="222" y="175"/>
                </a:moveTo>
                <a:cubicBezTo>
                  <a:pt x="230" y="170"/>
                  <a:pt x="230" y="170"/>
                  <a:pt x="230" y="170"/>
                </a:cubicBezTo>
                <a:cubicBezTo>
                  <a:pt x="256" y="183"/>
                  <a:pt x="256" y="183"/>
                  <a:pt x="256" y="183"/>
                </a:cubicBezTo>
                <a:cubicBezTo>
                  <a:pt x="242" y="162"/>
                  <a:pt x="242" y="162"/>
                  <a:pt x="242" y="162"/>
                </a:cubicBezTo>
                <a:cubicBezTo>
                  <a:pt x="248" y="157"/>
                  <a:pt x="248" y="157"/>
                  <a:pt x="248" y="157"/>
                </a:cubicBezTo>
                <a:cubicBezTo>
                  <a:pt x="268" y="187"/>
                  <a:pt x="268" y="187"/>
                  <a:pt x="268" y="187"/>
                </a:cubicBezTo>
                <a:cubicBezTo>
                  <a:pt x="261" y="192"/>
                  <a:pt x="261" y="192"/>
                  <a:pt x="261" y="192"/>
                </a:cubicBezTo>
                <a:cubicBezTo>
                  <a:pt x="233" y="178"/>
                  <a:pt x="233" y="178"/>
                  <a:pt x="233" y="178"/>
                </a:cubicBezTo>
                <a:cubicBezTo>
                  <a:pt x="249" y="200"/>
                  <a:pt x="249" y="200"/>
                  <a:pt x="249" y="200"/>
                </a:cubicBezTo>
                <a:cubicBezTo>
                  <a:pt x="243" y="205"/>
                  <a:pt x="243" y="205"/>
                  <a:pt x="243" y="205"/>
                </a:cubicBezTo>
                <a:cubicBezTo>
                  <a:pt x="222" y="175"/>
                  <a:pt x="222" y="175"/>
                  <a:pt x="222" y="175"/>
                </a:cubicBezTo>
                <a:close/>
                <a:moveTo>
                  <a:pt x="282" y="180"/>
                </a:moveTo>
                <a:cubicBezTo>
                  <a:pt x="275" y="184"/>
                  <a:pt x="275" y="184"/>
                  <a:pt x="275" y="184"/>
                </a:cubicBezTo>
                <a:cubicBezTo>
                  <a:pt x="257" y="153"/>
                  <a:pt x="257" y="153"/>
                  <a:pt x="257" y="153"/>
                </a:cubicBezTo>
                <a:cubicBezTo>
                  <a:pt x="264" y="149"/>
                  <a:pt x="264" y="149"/>
                  <a:pt x="264" y="149"/>
                </a:cubicBezTo>
                <a:cubicBezTo>
                  <a:pt x="282" y="180"/>
                  <a:pt x="282" y="180"/>
                  <a:pt x="282" y="180"/>
                </a:cubicBezTo>
                <a:close/>
                <a:moveTo>
                  <a:pt x="297" y="172"/>
                </a:moveTo>
                <a:cubicBezTo>
                  <a:pt x="268" y="146"/>
                  <a:pt x="268" y="146"/>
                  <a:pt x="268" y="146"/>
                </a:cubicBezTo>
                <a:cubicBezTo>
                  <a:pt x="276" y="142"/>
                  <a:pt x="276" y="142"/>
                  <a:pt x="276" y="142"/>
                </a:cubicBezTo>
                <a:cubicBezTo>
                  <a:pt x="297" y="162"/>
                  <a:pt x="297" y="162"/>
                  <a:pt x="297" y="162"/>
                </a:cubicBezTo>
                <a:cubicBezTo>
                  <a:pt x="295" y="133"/>
                  <a:pt x="295" y="133"/>
                  <a:pt x="295" y="133"/>
                </a:cubicBezTo>
                <a:cubicBezTo>
                  <a:pt x="302" y="130"/>
                  <a:pt x="302" y="130"/>
                  <a:pt x="302" y="130"/>
                </a:cubicBezTo>
                <a:cubicBezTo>
                  <a:pt x="304" y="169"/>
                  <a:pt x="304" y="169"/>
                  <a:pt x="304" y="169"/>
                </a:cubicBezTo>
                <a:cubicBezTo>
                  <a:pt x="297" y="172"/>
                  <a:pt x="297" y="172"/>
                  <a:pt x="297" y="172"/>
                </a:cubicBezTo>
                <a:close/>
                <a:moveTo>
                  <a:pt x="325" y="130"/>
                </a:moveTo>
                <a:cubicBezTo>
                  <a:pt x="323" y="131"/>
                  <a:pt x="321" y="132"/>
                  <a:pt x="320" y="134"/>
                </a:cubicBezTo>
                <a:cubicBezTo>
                  <a:pt x="319" y="136"/>
                  <a:pt x="319" y="138"/>
                  <a:pt x="320" y="141"/>
                </a:cubicBezTo>
                <a:cubicBezTo>
                  <a:pt x="339" y="135"/>
                  <a:pt x="339" y="135"/>
                  <a:pt x="339" y="135"/>
                </a:cubicBezTo>
                <a:cubicBezTo>
                  <a:pt x="341" y="141"/>
                  <a:pt x="341" y="141"/>
                  <a:pt x="341" y="141"/>
                </a:cubicBezTo>
                <a:cubicBezTo>
                  <a:pt x="321" y="147"/>
                  <a:pt x="321" y="147"/>
                  <a:pt x="321" y="147"/>
                </a:cubicBezTo>
                <a:cubicBezTo>
                  <a:pt x="322" y="150"/>
                  <a:pt x="323" y="152"/>
                  <a:pt x="325" y="153"/>
                </a:cubicBezTo>
                <a:cubicBezTo>
                  <a:pt x="327" y="154"/>
                  <a:pt x="329" y="154"/>
                  <a:pt x="332" y="153"/>
                </a:cubicBezTo>
                <a:cubicBezTo>
                  <a:pt x="344" y="149"/>
                  <a:pt x="344" y="149"/>
                  <a:pt x="344" y="149"/>
                </a:cubicBezTo>
                <a:cubicBezTo>
                  <a:pt x="345" y="155"/>
                  <a:pt x="345" y="155"/>
                  <a:pt x="345" y="155"/>
                </a:cubicBezTo>
                <a:cubicBezTo>
                  <a:pt x="333" y="159"/>
                  <a:pt x="333" y="159"/>
                  <a:pt x="333" y="159"/>
                </a:cubicBezTo>
                <a:cubicBezTo>
                  <a:pt x="331" y="160"/>
                  <a:pt x="328" y="160"/>
                  <a:pt x="327" y="160"/>
                </a:cubicBezTo>
                <a:cubicBezTo>
                  <a:pt x="325" y="160"/>
                  <a:pt x="323" y="160"/>
                  <a:pt x="322" y="159"/>
                </a:cubicBezTo>
                <a:cubicBezTo>
                  <a:pt x="320" y="158"/>
                  <a:pt x="318" y="157"/>
                  <a:pt x="316" y="155"/>
                </a:cubicBezTo>
                <a:cubicBezTo>
                  <a:pt x="315" y="153"/>
                  <a:pt x="314" y="150"/>
                  <a:pt x="313" y="147"/>
                </a:cubicBezTo>
                <a:cubicBezTo>
                  <a:pt x="311" y="141"/>
                  <a:pt x="311" y="136"/>
                  <a:pt x="313" y="132"/>
                </a:cubicBezTo>
                <a:cubicBezTo>
                  <a:pt x="315" y="129"/>
                  <a:pt x="318" y="126"/>
                  <a:pt x="324" y="124"/>
                </a:cubicBezTo>
                <a:cubicBezTo>
                  <a:pt x="335" y="121"/>
                  <a:pt x="335" y="121"/>
                  <a:pt x="335" y="121"/>
                </a:cubicBezTo>
                <a:cubicBezTo>
                  <a:pt x="337" y="127"/>
                  <a:pt x="337" y="127"/>
                  <a:pt x="337" y="127"/>
                </a:cubicBezTo>
                <a:cubicBezTo>
                  <a:pt x="325" y="130"/>
                  <a:pt x="325" y="130"/>
                  <a:pt x="325" y="130"/>
                </a:cubicBezTo>
                <a:close/>
                <a:moveTo>
                  <a:pt x="364" y="122"/>
                </a:moveTo>
                <a:cubicBezTo>
                  <a:pt x="364" y="122"/>
                  <a:pt x="364" y="122"/>
                  <a:pt x="364" y="122"/>
                </a:cubicBezTo>
                <a:cubicBezTo>
                  <a:pt x="367" y="122"/>
                  <a:pt x="368" y="122"/>
                  <a:pt x="369" y="123"/>
                </a:cubicBezTo>
                <a:cubicBezTo>
                  <a:pt x="370" y="123"/>
                  <a:pt x="371" y="124"/>
                  <a:pt x="371" y="126"/>
                </a:cubicBezTo>
                <a:cubicBezTo>
                  <a:pt x="371" y="128"/>
                  <a:pt x="371" y="129"/>
                  <a:pt x="370" y="130"/>
                </a:cubicBezTo>
                <a:cubicBezTo>
                  <a:pt x="369" y="130"/>
                  <a:pt x="368" y="131"/>
                  <a:pt x="365" y="131"/>
                </a:cubicBezTo>
                <a:cubicBezTo>
                  <a:pt x="356" y="133"/>
                  <a:pt x="356" y="133"/>
                  <a:pt x="356" y="133"/>
                </a:cubicBezTo>
                <a:cubicBezTo>
                  <a:pt x="355" y="124"/>
                  <a:pt x="355" y="124"/>
                  <a:pt x="355" y="124"/>
                </a:cubicBezTo>
                <a:cubicBezTo>
                  <a:pt x="364" y="122"/>
                  <a:pt x="364" y="122"/>
                  <a:pt x="364" y="122"/>
                </a:cubicBezTo>
                <a:close/>
                <a:moveTo>
                  <a:pt x="347" y="118"/>
                </a:moveTo>
                <a:cubicBezTo>
                  <a:pt x="365" y="116"/>
                  <a:pt x="365" y="116"/>
                  <a:pt x="365" y="116"/>
                </a:cubicBezTo>
                <a:cubicBezTo>
                  <a:pt x="369" y="115"/>
                  <a:pt x="372" y="116"/>
                  <a:pt x="375" y="117"/>
                </a:cubicBezTo>
                <a:cubicBezTo>
                  <a:pt x="377" y="119"/>
                  <a:pt x="378" y="121"/>
                  <a:pt x="379" y="125"/>
                </a:cubicBezTo>
                <a:cubicBezTo>
                  <a:pt x="379" y="128"/>
                  <a:pt x="379" y="130"/>
                  <a:pt x="378" y="132"/>
                </a:cubicBezTo>
                <a:cubicBezTo>
                  <a:pt x="377" y="134"/>
                  <a:pt x="375" y="135"/>
                  <a:pt x="373" y="136"/>
                </a:cubicBezTo>
                <a:cubicBezTo>
                  <a:pt x="384" y="149"/>
                  <a:pt x="384" y="149"/>
                  <a:pt x="384" y="149"/>
                </a:cubicBezTo>
                <a:cubicBezTo>
                  <a:pt x="376" y="151"/>
                  <a:pt x="376" y="151"/>
                  <a:pt x="376" y="151"/>
                </a:cubicBezTo>
                <a:cubicBezTo>
                  <a:pt x="366" y="138"/>
                  <a:pt x="366" y="138"/>
                  <a:pt x="366" y="138"/>
                </a:cubicBezTo>
                <a:cubicBezTo>
                  <a:pt x="357" y="139"/>
                  <a:pt x="357" y="139"/>
                  <a:pt x="357" y="139"/>
                </a:cubicBezTo>
                <a:cubicBezTo>
                  <a:pt x="359" y="153"/>
                  <a:pt x="359" y="153"/>
                  <a:pt x="359" y="153"/>
                </a:cubicBezTo>
                <a:cubicBezTo>
                  <a:pt x="352" y="154"/>
                  <a:pt x="352" y="154"/>
                  <a:pt x="352" y="154"/>
                </a:cubicBezTo>
                <a:cubicBezTo>
                  <a:pt x="347" y="118"/>
                  <a:pt x="347" y="118"/>
                  <a:pt x="347" y="118"/>
                </a:cubicBezTo>
                <a:close/>
                <a:moveTo>
                  <a:pt x="419" y="121"/>
                </a:moveTo>
                <a:cubicBezTo>
                  <a:pt x="401" y="121"/>
                  <a:pt x="401" y="121"/>
                  <a:pt x="401" y="121"/>
                </a:cubicBezTo>
                <a:cubicBezTo>
                  <a:pt x="399" y="121"/>
                  <a:pt x="397" y="121"/>
                  <a:pt x="396" y="122"/>
                </a:cubicBezTo>
                <a:cubicBezTo>
                  <a:pt x="395" y="123"/>
                  <a:pt x="395" y="124"/>
                  <a:pt x="395" y="125"/>
                </a:cubicBezTo>
                <a:cubicBezTo>
                  <a:pt x="395" y="127"/>
                  <a:pt x="395" y="128"/>
                  <a:pt x="396" y="128"/>
                </a:cubicBezTo>
                <a:cubicBezTo>
                  <a:pt x="397" y="129"/>
                  <a:pt x="398" y="129"/>
                  <a:pt x="399" y="129"/>
                </a:cubicBezTo>
                <a:cubicBezTo>
                  <a:pt x="409" y="129"/>
                  <a:pt x="409" y="129"/>
                  <a:pt x="409" y="129"/>
                </a:cubicBezTo>
                <a:cubicBezTo>
                  <a:pt x="413" y="130"/>
                  <a:pt x="416" y="130"/>
                  <a:pt x="418" y="132"/>
                </a:cubicBezTo>
                <a:cubicBezTo>
                  <a:pt x="420" y="134"/>
                  <a:pt x="420" y="136"/>
                  <a:pt x="420" y="140"/>
                </a:cubicBezTo>
                <a:cubicBezTo>
                  <a:pt x="420" y="144"/>
                  <a:pt x="419" y="146"/>
                  <a:pt x="417" y="148"/>
                </a:cubicBezTo>
                <a:cubicBezTo>
                  <a:pt x="415" y="150"/>
                  <a:pt x="412" y="150"/>
                  <a:pt x="408" y="150"/>
                </a:cubicBezTo>
                <a:cubicBezTo>
                  <a:pt x="388" y="150"/>
                  <a:pt x="388" y="150"/>
                  <a:pt x="388" y="150"/>
                </a:cubicBezTo>
                <a:cubicBezTo>
                  <a:pt x="388" y="144"/>
                  <a:pt x="388" y="144"/>
                  <a:pt x="388" y="144"/>
                </a:cubicBezTo>
                <a:cubicBezTo>
                  <a:pt x="407" y="144"/>
                  <a:pt x="407" y="144"/>
                  <a:pt x="407" y="144"/>
                </a:cubicBezTo>
                <a:cubicBezTo>
                  <a:pt x="409" y="144"/>
                  <a:pt x="410" y="144"/>
                  <a:pt x="411" y="143"/>
                </a:cubicBezTo>
                <a:cubicBezTo>
                  <a:pt x="412" y="142"/>
                  <a:pt x="413" y="141"/>
                  <a:pt x="413" y="140"/>
                </a:cubicBezTo>
                <a:cubicBezTo>
                  <a:pt x="413" y="139"/>
                  <a:pt x="412" y="137"/>
                  <a:pt x="411" y="137"/>
                </a:cubicBezTo>
                <a:cubicBezTo>
                  <a:pt x="411" y="136"/>
                  <a:pt x="409" y="136"/>
                  <a:pt x="407" y="136"/>
                </a:cubicBezTo>
                <a:cubicBezTo>
                  <a:pt x="399" y="136"/>
                  <a:pt x="399" y="136"/>
                  <a:pt x="399" y="136"/>
                </a:cubicBezTo>
                <a:cubicBezTo>
                  <a:pt x="395" y="136"/>
                  <a:pt x="392" y="135"/>
                  <a:pt x="390" y="133"/>
                </a:cubicBezTo>
                <a:cubicBezTo>
                  <a:pt x="388" y="131"/>
                  <a:pt x="387" y="129"/>
                  <a:pt x="387" y="125"/>
                </a:cubicBezTo>
                <a:cubicBezTo>
                  <a:pt x="387" y="121"/>
                  <a:pt x="388" y="119"/>
                  <a:pt x="390" y="117"/>
                </a:cubicBezTo>
                <a:cubicBezTo>
                  <a:pt x="392" y="115"/>
                  <a:pt x="395" y="114"/>
                  <a:pt x="400" y="114"/>
                </a:cubicBezTo>
                <a:cubicBezTo>
                  <a:pt x="419" y="115"/>
                  <a:pt x="419" y="115"/>
                  <a:pt x="419" y="115"/>
                </a:cubicBezTo>
                <a:cubicBezTo>
                  <a:pt x="419" y="121"/>
                  <a:pt x="419" y="121"/>
                  <a:pt x="419" y="121"/>
                </a:cubicBezTo>
                <a:close/>
                <a:moveTo>
                  <a:pt x="433" y="152"/>
                </a:moveTo>
                <a:cubicBezTo>
                  <a:pt x="426" y="151"/>
                  <a:pt x="426" y="151"/>
                  <a:pt x="426" y="151"/>
                </a:cubicBezTo>
                <a:cubicBezTo>
                  <a:pt x="431" y="115"/>
                  <a:pt x="431" y="115"/>
                  <a:pt x="431" y="115"/>
                </a:cubicBezTo>
                <a:cubicBezTo>
                  <a:pt x="438" y="117"/>
                  <a:pt x="438" y="117"/>
                  <a:pt x="438" y="117"/>
                </a:cubicBezTo>
                <a:cubicBezTo>
                  <a:pt x="433" y="152"/>
                  <a:pt x="433" y="152"/>
                  <a:pt x="433" y="152"/>
                </a:cubicBezTo>
                <a:close/>
                <a:moveTo>
                  <a:pt x="453" y="126"/>
                </a:moveTo>
                <a:cubicBezTo>
                  <a:pt x="442" y="124"/>
                  <a:pt x="442" y="124"/>
                  <a:pt x="442" y="124"/>
                </a:cubicBezTo>
                <a:cubicBezTo>
                  <a:pt x="443" y="118"/>
                  <a:pt x="443" y="118"/>
                  <a:pt x="443" y="118"/>
                </a:cubicBezTo>
                <a:cubicBezTo>
                  <a:pt x="473" y="123"/>
                  <a:pt x="473" y="123"/>
                  <a:pt x="473" y="123"/>
                </a:cubicBezTo>
                <a:cubicBezTo>
                  <a:pt x="472" y="129"/>
                  <a:pt x="472" y="129"/>
                  <a:pt x="472" y="129"/>
                </a:cubicBezTo>
                <a:cubicBezTo>
                  <a:pt x="461" y="127"/>
                  <a:pt x="461" y="127"/>
                  <a:pt x="461" y="127"/>
                </a:cubicBezTo>
                <a:cubicBezTo>
                  <a:pt x="456" y="156"/>
                  <a:pt x="456" y="156"/>
                  <a:pt x="456" y="156"/>
                </a:cubicBezTo>
                <a:cubicBezTo>
                  <a:pt x="448" y="155"/>
                  <a:pt x="448" y="155"/>
                  <a:pt x="448" y="155"/>
                </a:cubicBezTo>
                <a:cubicBezTo>
                  <a:pt x="453" y="126"/>
                  <a:pt x="453" y="126"/>
                  <a:pt x="453" y="126"/>
                </a:cubicBezTo>
                <a:close/>
                <a:moveTo>
                  <a:pt x="477" y="124"/>
                </a:moveTo>
                <a:cubicBezTo>
                  <a:pt x="485" y="127"/>
                  <a:pt x="485" y="127"/>
                  <a:pt x="485" y="127"/>
                </a:cubicBezTo>
                <a:cubicBezTo>
                  <a:pt x="488" y="142"/>
                  <a:pt x="488" y="142"/>
                  <a:pt x="488" y="142"/>
                </a:cubicBezTo>
                <a:cubicBezTo>
                  <a:pt x="501" y="132"/>
                  <a:pt x="501" y="132"/>
                  <a:pt x="501" y="132"/>
                </a:cubicBezTo>
                <a:cubicBezTo>
                  <a:pt x="509" y="135"/>
                  <a:pt x="509" y="135"/>
                  <a:pt x="509" y="135"/>
                </a:cubicBezTo>
                <a:cubicBezTo>
                  <a:pt x="490" y="150"/>
                  <a:pt x="490" y="150"/>
                  <a:pt x="490" y="150"/>
                </a:cubicBezTo>
                <a:cubicBezTo>
                  <a:pt x="485" y="165"/>
                  <a:pt x="485" y="165"/>
                  <a:pt x="485" y="165"/>
                </a:cubicBezTo>
                <a:cubicBezTo>
                  <a:pt x="478" y="162"/>
                  <a:pt x="478" y="162"/>
                  <a:pt x="478" y="162"/>
                </a:cubicBezTo>
                <a:cubicBezTo>
                  <a:pt x="483" y="147"/>
                  <a:pt x="483" y="147"/>
                  <a:pt x="483" y="147"/>
                </a:cubicBezTo>
                <a:cubicBezTo>
                  <a:pt x="477" y="124"/>
                  <a:pt x="477" y="124"/>
                  <a:pt x="477" y="124"/>
                </a:cubicBezTo>
                <a:close/>
                <a:moveTo>
                  <a:pt x="541" y="171"/>
                </a:moveTo>
                <a:cubicBezTo>
                  <a:pt x="545" y="166"/>
                  <a:pt x="548" y="163"/>
                  <a:pt x="552" y="162"/>
                </a:cubicBezTo>
                <a:cubicBezTo>
                  <a:pt x="557" y="161"/>
                  <a:pt x="561" y="162"/>
                  <a:pt x="566" y="166"/>
                </a:cubicBezTo>
                <a:cubicBezTo>
                  <a:pt x="571" y="169"/>
                  <a:pt x="574" y="173"/>
                  <a:pt x="574" y="177"/>
                </a:cubicBezTo>
                <a:cubicBezTo>
                  <a:pt x="575" y="181"/>
                  <a:pt x="574" y="186"/>
                  <a:pt x="570" y="191"/>
                </a:cubicBezTo>
                <a:cubicBezTo>
                  <a:pt x="567" y="196"/>
                  <a:pt x="563" y="200"/>
                  <a:pt x="559" y="200"/>
                </a:cubicBezTo>
                <a:cubicBezTo>
                  <a:pt x="555" y="201"/>
                  <a:pt x="550" y="200"/>
                  <a:pt x="545" y="197"/>
                </a:cubicBezTo>
                <a:cubicBezTo>
                  <a:pt x="540" y="193"/>
                  <a:pt x="538" y="190"/>
                  <a:pt x="537" y="185"/>
                </a:cubicBezTo>
                <a:cubicBezTo>
                  <a:pt x="536" y="181"/>
                  <a:pt x="538" y="176"/>
                  <a:pt x="541" y="171"/>
                </a:cubicBezTo>
                <a:close/>
                <a:moveTo>
                  <a:pt x="563" y="171"/>
                </a:moveTo>
                <a:cubicBezTo>
                  <a:pt x="565" y="173"/>
                  <a:pt x="567" y="175"/>
                  <a:pt x="567" y="178"/>
                </a:cubicBezTo>
                <a:cubicBezTo>
                  <a:pt x="567" y="180"/>
                  <a:pt x="566" y="183"/>
                  <a:pt x="564" y="187"/>
                </a:cubicBezTo>
                <a:cubicBezTo>
                  <a:pt x="561" y="190"/>
                  <a:pt x="559" y="192"/>
                  <a:pt x="556" y="193"/>
                </a:cubicBezTo>
                <a:cubicBezTo>
                  <a:pt x="554" y="194"/>
                  <a:pt x="551" y="193"/>
                  <a:pt x="549" y="192"/>
                </a:cubicBezTo>
                <a:cubicBezTo>
                  <a:pt x="546" y="190"/>
                  <a:pt x="545" y="188"/>
                  <a:pt x="545" y="185"/>
                </a:cubicBezTo>
                <a:cubicBezTo>
                  <a:pt x="544" y="182"/>
                  <a:pt x="546" y="179"/>
                  <a:pt x="548" y="176"/>
                </a:cubicBezTo>
                <a:cubicBezTo>
                  <a:pt x="550" y="172"/>
                  <a:pt x="553" y="170"/>
                  <a:pt x="555" y="169"/>
                </a:cubicBezTo>
                <a:cubicBezTo>
                  <a:pt x="557" y="169"/>
                  <a:pt x="560" y="169"/>
                  <a:pt x="563" y="171"/>
                </a:cubicBezTo>
                <a:close/>
                <a:moveTo>
                  <a:pt x="574" y="198"/>
                </a:moveTo>
                <a:cubicBezTo>
                  <a:pt x="577" y="194"/>
                  <a:pt x="580" y="192"/>
                  <a:pt x="581" y="191"/>
                </a:cubicBezTo>
                <a:cubicBezTo>
                  <a:pt x="583" y="189"/>
                  <a:pt x="585" y="189"/>
                  <a:pt x="587" y="188"/>
                </a:cubicBezTo>
                <a:cubicBezTo>
                  <a:pt x="589" y="188"/>
                  <a:pt x="591" y="189"/>
                  <a:pt x="593" y="190"/>
                </a:cubicBezTo>
                <a:cubicBezTo>
                  <a:pt x="595" y="191"/>
                  <a:pt x="597" y="192"/>
                  <a:pt x="600" y="195"/>
                </a:cubicBezTo>
                <a:cubicBezTo>
                  <a:pt x="608" y="202"/>
                  <a:pt x="608" y="202"/>
                  <a:pt x="608" y="202"/>
                </a:cubicBezTo>
                <a:cubicBezTo>
                  <a:pt x="604" y="207"/>
                  <a:pt x="604" y="207"/>
                  <a:pt x="604" y="207"/>
                </a:cubicBezTo>
                <a:cubicBezTo>
                  <a:pt x="595" y="199"/>
                  <a:pt x="595" y="199"/>
                  <a:pt x="595" y="199"/>
                </a:cubicBezTo>
                <a:cubicBezTo>
                  <a:pt x="593" y="197"/>
                  <a:pt x="591" y="196"/>
                  <a:pt x="589" y="196"/>
                </a:cubicBezTo>
                <a:cubicBezTo>
                  <a:pt x="587" y="196"/>
                  <a:pt x="585" y="197"/>
                  <a:pt x="583" y="199"/>
                </a:cubicBezTo>
                <a:cubicBezTo>
                  <a:pt x="599" y="213"/>
                  <a:pt x="599" y="213"/>
                  <a:pt x="599" y="213"/>
                </a:cubicBezTo>
                <a:cubicBezTo>
                  <a:pt x="595" y="218"/>
                  <a:pt x="595" y="218"/>
                  <a:pt x="595" y="218"/>
                </a:cubicBezTo>
                <a:cubicBezTo>
                  <a:pt x="579" y="204"/>
                  <a:pt x="579" y="204"/>
                  <a:pt x="579" y="204"/>
                </a:cubicBezTo>
                <a:cubicBezTo>
                  <a:pt x="569" y="215"/>
                  <a:pt x="569" y="215"/>
                  <a:pt x="569" y="215"/>
                </a:cubicBezTo>
                <a:cubicBezTo>
                  <a:pt x="564" y="210"/>
                  <a:pt x="564" y="210"/>
                  <a:pt x="564" y="210"/>
                </a:cubicBezTo>
                <a:cubicBezTo>
                  <a:pt x="574" y="198"/>
                  <a:pt x="574" y="198"/>
                  <a:pt x="574" y="198"/>
                </a:cubicBezTo>
                <a:close/>
                <a:moveTo>
                  <a:pt x="641" y="254"/>
                </a:moveTo>
                <a:cubicBezTo>
                  <a:pt x="635" y="244"/>
                  <a:pt x="635" y="244"/>
                  <a:pt x="635" y="244"/>
                </a:cubicBezTo>
                <a:cubicBezTo>
                  <a:pt x="640" y="241"/>
                  <a:pt x="640" y="241"/>
                  <a:pt x="640" y="241"/>
                </a:cubicBezTo>
                <a:cubicBezTo>
                  <a:pt x="656" y="267"/>
                  <a:pt x="656" y="267"/>
                  <a:pt x="656" y="267"/>
                </a:cubicBezTo>
                <a:cubicBezTo>
                  <a:pt x="651" y="270"/>
                  <a:pt x="651" y="270"/>
                  <a:pt x="651" y="270"/>
                </a:cubicBezTo>
                <a:cubicBezTo>
                  <a:pt x="645" y="260"/>
                  <a:pt x="645" y="260"/>
                  <a:pt x="645" y="260"/>
                </a:cubicBezTo>
                <a:cubicBezTo>
                  <a:pt x="620" y="276"/>
                  <a:pt x="620" y="276"/>
                  <a:pt x="620" y="276"/>
                </a:cubicBezTo>
                <a:cubicBezTo>
                  <a:pt x="616" y="269"/>
                  <a:pt x="616" y="269"/>
                  <a:pt x="616" y="269"/>
                </a:cubicBezTo>
                <a:cubicBezTo>
                  <a:pt x="641" y="254"/>
                  <a:pt x="641" y="254"/>
                  <a:pt x="641" y="254"/>
                </a:cubicBezTo>
                <a:close/>
                <a:moveTo>
                  <a:pt x="662" y="290"/>
                </a:moveTo>
                <a:cubicBezTo>
                  <a:pt x="660" y="287"/>
                  <a:pt x="659" y="286"/>
                  <a:pt x="657" y="285"/>
                </a:cubicBezTo>
                <a:cubicBezTo>
                  <a:pt x="655" y="284"/>
                  <a:pt x="653" y="285"/>
                  <a:pt x="651" y="286"/>
                </a:cubicBezTo>
                <a:cubicBezTo>
                  <a:pt x="659" y="305"/>
                  <a:pt x="659" y="305"/>
                  <a:pt x="659" y="305"/>
                </a:cubicBezTo>
                <a:cubicBezTo>
                  <a:pt x="654" y="307"/>
                  <a:pt x="654" y="307"/>
                  <a:pt x="654" y="307"/>
                </a:cubicBezTo>
                <a:cubicBezTo>
                  <a:pt x="645" y="288"/>
                  <a:pt x="645" y="288"/>
                  <a:pt x="645" y="288"/>
                </a:cubicBezTo>
                <a:cubicBezTo>
                  <a:pt x="642" y="290"/>
                  <a:pt x="641" y="291"/>
                  <a:pt x="640" y="293"/>
                </a:cubicBezTo>
                <a:cubicBezTo>
                  <a:pt x="639" y="295"/>
                  <a:pt x="639" y="297"/>
                  <a:pt x="641" y="300"/>
                </a:cubicBezTo>
                <a:cubicBezTo>
                  <a:pt x="646" y="311"/>
                  <a:pt x="646" y="311"/>
                  <a:pt x="646" y="311"/>
                </a:cubicBezTo>
                <a:cubicBezTo>
                  <a:pt x="640" y="313"/>
                  <a:pt x="640" y="313"/>
                  <a:pt x="640" y="313"/>
                </a:cubicBezTo>
                <a:cubicBezTo>
                  <a:pt x="635" y="302"/>
                  <a:pt x="635" y="302"/>
                  <a:pt x="635" y="302"/>
                </a:cubicBezTo>
                <a:cubicBezTo>
                  <a:pt x="634" y="299"/>
                  <a:pt x="633" y="297"/>
                  <a:pt x="633" y="296"/>
                </a:cubicBezTo>
                <a:cubicBezTo>
                  <a:pt x="633" y="294"/>
                  <a:pt x="633" y="292"/>
                  <a:pt x="633" y="291"/>
                </a:cubicBezTo>
                <a:cubicBezTo>
                  <a:pt x="634" y="288"/>
                  <a:pt x="635" y="286"/>
                  <a:pt x="637" y="284"/>
                </a:cubicBezTo>
                <a:cubicBezTo>
                  <a:pt x="638" y="283"/>
                  <a:pt x="641" y="281"/>
                  <a:pt x="644" y="280"/>
                </a:cubicBezTo>
                <a:cubicBezTo>
                  <a:pt x="649" y="277"/>
                  <a:pt x="654" y="276"/>
                  <a:pt x="658" y="277"/>
                </a:cubicBezTo>
                <a:cubicBezTo>
                  <a:pt x="662" y="279"/>
                  <a:pt x="665" y="282"/>
                  <a:pt x="667" y="287"/>
                </a:cubicBezTo>
                <a:cubicBezTo>
                  <a:pt x="672" y="298"/>
                  <a:pt x="672" y="298"/>
                  <a:pt x="672" y="298"/>
                </a:cubicBezTo>
                <a:cubicBezTo>
                  <a:pt x="667" y="301"/>
                  <a:pt x="667" y="301"/>
                  <a:pt x="667" y="301"/>
                </a:cubicBezTo>
                <a:cubicBezTo>
                  <a:pt x="662" y="290"/>
                  <a:pt x="662" y="290"/>
                  <a:pt x="662" y="290"/>
                </a:cubicBezTo>
                <a:close/>
                <a:moveTo>
                  <a:pt x="675" y="325"/>
                </a:moveTo>
                <a:cubicBezTo>
                  <a:pt x="674" y="322"/>
                  <a:pt x="672" y="320"/>
                  <a:pt x="670" y="319"/>
                </a:cubicBezTo>
                <a:cubicBezTo>
                  <a:pt x="668" y="319"/>
                  <a:pt x="665" y="319"/>
                  <a:pt x="660" y="320"/>
                </a:cubicBezTo>
                <a:cubicBezTo>
                  <a:pt x="657" y="322"/>
                  <a:pt x="654" y="323"/>
                  <a:pt x="653" y="325"/>
                </a:cubicBezTo>
                <a:cubicBezTo>
                  <a:pt x="652" y="327"/>
                  <a:pt x="652" y="329"/>
                  <a:pt x="653" y="332"/>
                </a:cubicBezTo>
                <a:cubicBezTo>
                  <a:pt x="657" y="344"/>
                  <a:pt x="657" y="344"/>
                  <a:pt x="657" y="344"/>
                </a:cubicBezTo>
                <a:cubicBezTo>
                  <a:pt x="651" y="346"/>
                  <a:pt x="651" y="346"/>
                  <a:pt x="651" y="346"/>
                </a:cubicBezTo>
                <a:cubicBezTo>
                  <a:pt x="647" y="334"/>
                  <a:pt x="647" y="334"/>
                  <a:pt x="647" y="334"/>
                </a:cubicBezTo>
                <a:cubicBezTo>
                  <a:pt x="646" y="331"/>
                  <a:pt x="646" y="329"/>
                  <a:pt x="646" y="327"/>
                </a:cubicBezTo>
                <a:cubicBezTo>
                  <a:pt x="646" y="326"/>
                  <a:pt x="646" y="324"/>
                  <a:pt x="647" y="322"/>
                </a:cubicBezTo>
                <a:cubicBezTo>
                  <a:pt x="647" y="320"/>
                  <a:pt x="649" y="318"/>
                  <a:pt x="651" y="316"/>
                </a:cubicBezTo>
                <a:cubicBezTo>
                  <a:pt x="653" y="315"/>
                  <a:pt x="655" y="314"/>
                  <a:pt x="658" y="313"/>
                </a:cubicBezTo>
                <a:cubicBezTo>
                  <a:pt x="664" y="311"/>
                  <a:pt x="669" y="310"/>
                  <a:pt x="673" y="312"/>
                </a:cubicBezTo>
                <a:cubicBezTo>
                  <a:pt x="676" y="314"/>
                  <a:pt x="679" y="317"/>
                  <a:pt x="681" y="323"/>
                </a:cubicBezTo>
                <a:cubicBezTo>
                  <a:pt x="684" y="335"/>
                  <a:pt x="684" y="335"/>
                  <a:pt x="684" y="335"/>
                </a:cubicBezTo>
                <a:cubicBezTo>
                  <a:pt x="679" y="337"/>
                  <a:pt x="679" y="337"/>
                  <a:pt x="679" y="337"/>
                </a:cubicBezTo>
                <a:cubicBezTo>
                  <a:pt x="675" y="325"/>
                  <a:pt x="675" y="325"/>
                  <a:pt x="675" y="325"/>
                </a:cubicBezTo>
                <a:close/>
                <a:moveTo>
                  <a:pt x="689" y="352"/>
                </a:moveTo>
                <a:cubicBezTo>
                  <a:pt x="675" y="354"/>
                  <a:pt x="675" y="354"/>
                  <a:pt x="675" y="354"/>
                </a:cubicBezTo>
                <a:cubicBezTo>
                  <a:pt x="677" y="368"/>
                  <a:pt x="677" y="368"/>
                  <a:pt x="677" y="368"/>
                </a:cubicBezTo>
                <a:cubicBezTo>
                  <a:pt x="691" y="365"/>
                  <a:pt x="691" y="365"/>
                  <a:pt x="691" y="365"/>
                </a:cubicBezTo>
                <a:cubicBezTo>
                  <a:pt x="692" y="373"/>
                  <a:pt x="692" y="373"/>
                  <a:pt x="692" y="373"/>
                </a:cubicBezTo>
                <a:cubicBezTo>
                  <a:pt x="658" y="379"/>
                  <a:pt x="658" y="379"/>
                  <a:pt x="658" y="379"/>
                </a:cubicBezTo>
                <a:cubicBezTo>
                  <a:pt x="656" y="372"/>
                  <a:pt x="656" y="372"/>
                  <a:pt x="656" y="372"/>
                </a:cubicBezTo>
                <a:cubicBezTo>
                  <a:pt x="671" y="369"/>
                  <a:pt x="671" y="369"/>
                  <a:pt x="671" y="369"/>
                </a:cubicBezTo>
                <a:cubicBezTo>
                  <a:pt x="669" y="355"/>
                  <a:pt x="669" y="355"/>
                  <a:pt x="669" y="355"/>
                </a:cubicBezTo>
                <a:cubicBezTo>
                  <a:pt x="654" y="358"/>
                  <a:pt x="654" y="358"/>
                  <a:pt x="654" y="358"/>
                </a:cubicBezTo>
                <a:cubicBezTo>
                  <a:pt x="653" y="351"/>
                  <a:pt x="653" y="351"/>
                  <a:pt x="653" y="351"/>
                </a:cubicBezTo>
                <a:cubicBezTo>
                  <a:pt x="687" y="344"/>
                  <a:pt x="687" y="344"/>
                  <a:pt x="687" y="344"/>
                </a:cubicBezTo>
                <a:cubicBezTo>
                  <a:pt x="689" y="352"/>
                  <a:pt x="689" y="352"/>
                  <a:pt x="689" y="352"/>
                </a:cubicBezTo>
                <a:close/>
                <a:moveTo>
                  <a:pt x="695" y="386"/>
                </a:moveTo>
                <a:cubicBezTo>
                  <a:pt x="695" y="396"/>
                  <a:pt x="695" y="396"/>
                  <a:pt x="695" y="396"/>
                </a:cubicBezTo>
                <a:cubicBezTo>
                  <a:pt x="670" y="411"/>
                  <a:pt x="670" y="411"/>
                  <a:pt x="670" y="411"/>
                </a:cubicBezTo>
                <a:cubicBezTo>
                  <a:pt x="695" y="410"/>
                  <a:pt x="695" y="410"/>
                  <a:pt x="695" y="410"/>
                </a:cubicBezTo>
                <a:cubicBezTo>
                  <a:pt x="695" y="418"/>
                  <a:pt x="695" y="418"/>
                  <a:pt x="695" y="418"/>
                </a:cubicBezTo>
                <a:cubicBezTo>
                  <a:pt x="660" y="419"/>
                  <a:pt x="660" y="419"/>
                  <a:pt x="660" y="419"/>
                </a:cubicBezTo>
                <a:cubicBezTo>
                  <a:pt x="660" y="410"/>
                  <a:pt x="660" y="410"/>
                  <a:pt x="660" y="410"/>
                </a:cubicBezTo>
                <a:cubicBezTo>
                  <a:pt x="686" y="394"/>
                  <a:pt x="686" y="394"/>
                  <a:pt x="686" y="394"/>
                </a:cubicBezTo>
                <a:cubicBezTo>
                  <a:pt x="660" y="395"/>
                  <a:pt x="660" y="395"/>
                  <a:pt x="660" y="395"/>
                </a:cubicBezTo>
                <a:cubicBezTo>
                  <a:pt x="659" y="387"/>
                  <a:pt x="659" y="387"/>
                  <a:pt x="659" y="387"/>
                </a:cubicBezTo>
                <a:cubicBezTo>
                  <a:pt x="695" y="386"/>
                  <a:pt x="695" y="386"/>
                  <a:pt x="695" y="386"/>
                </a:cubicBezTo>
                <a:close/>
                <a:moveTo>
                  <a:pt x="677" y="425"/>
                </a:moveTo>
                <a:cubicBezTo>
                  <a:pt x="683" y="426"/>
                  <a:pt x="688" y="428"/>
                  <a:pt x="690" y="431"/>
                </a:cubicBezTo>
                <a:cubicBezTo>
                  <a:pt x="693" y="434"/>
                  <a:pt x="694" y="439"/>
                  <a:pt x="693" y="445"/>
                </a:cubicBezTo>
                <a:cubicBezTo>
                  <a:pt x="692" y="451"/>
                  <a:pt x="690" y="455"/>
                  <a:pt x="687" y="458"/>
                </a:cubicBezTo>
                <a:cubicBezTo>
                  <a:pt x="684" y="460"/>
                  <a:pt x="679" y="461"/>
                  <a:pt x="673" y="460"/>
                </a:cubicBezTo>
                <a:cubicBezTo>
                  <a:pt x="667" y="459"/>
                  <a:pt x="662" y="457"/>
                  <a:pt x="660" y="454"/>
                </a:cubicBezTo>
                <a:cubicBezTo>
                  <a:pt x="657" y="451"/>
                  <a:pt x="656" y="446"/>
                  <a:pt x="657" y="440"/>
                </a:cubicBezTo>
                <a:cubicBezTo>
                  <a:pt x="657" y="434"/>
                  <a:pt x="659" y="430"/>
                  <a:pt x="663" y="427"/>
                </a:cubicBezTo>
                <a:cubicBezTo>
                  <a:pt x="666" y="425"/>
                  <a:pt x="671" y="424"/>
                  <a:pt x="677" y="425"/>
                </a:cubicBezTo>
                <a:close/>
                <a:moveTo>
                  <a:pt x="687" y="444"/>
                </a:moveTo>
                <a:cubicBezTo>
                  <a:pt x="687" y="447"/>
                  <a:pt x="685" y="450"/>
                  <a:pt x="683" y="451"/>
                </a:cubicBezTo>
                <a:cubicBezTo>
                  <a:pt x="681" y="452"/>
                  <a:pt x="678" y="453"/>
                  <a:pt x="674" y="452"/>
                </a:cubicBezTo>
                <a:cubicBezTo>
                  <a:pt x="670" y="452"/>
                  <a:pt x="667" y="450"/>
                  <a:pt x="665" y="449"/>
                </a:cubicBezTo>
                <a:cubicBezTo>
                  <a:pt x="663" y="447"/>
                  <a:pt x="662" y="444"/>
                  <a:pt x="663" y="441"/>
                </a:cubicBezTo>
                <a:cubicBezTo>
                  <a:pt x="663" y="438"/>
                  <a:pt x="664" y="435"/>
                  <a:pt x="667" y="434"/>
                </a:cubicBezTo>
                <a:cubicBezTo>
                  <a:pt x="669" y="433"/>
                  <a:pt x="672" y="432"/>
                  <a:pt x="676" y="433"/>
                </a:cubicBezTo>
                <a:cubicBezTo>
                  <a:pt x="680" y="433"/>
                  <a:pt x="683" y="435"/>
                  <a:pt x="685" y="436"/>
                </a:cubicBezTo>
                <a:cubicBezTo>
                  <a:pt x="687" y="438"/>
                  <a:pt x="687" y="441"/>
                  <a:pt x="687" y="444"/>
                </a:cubicBezTo>
                <a:close/>
                <a:moveTo>
                  <a:pt x="651" y="478"/>
                </a:moveTo>
                <a:cubicBezTo>
                  <a:pt x="652" y="474"/>
                  <a:pt x="653" y="472"/>
                  <a:pt x="654" y="471"/>
                </a:cubicBezTo>
                <a:cubicBezTo>
                  <a:pt x="655" y="469"/>
                  <a:pt x="656" y="468"/>
                  <a:pt x="658" y="467"/>
                </a:cubicBezTo>
                <a:cubicBezTo>
                  <a:pt x="659" y="466"/>
                  <a:pt x="661" y="466"/>
                  <a:pt x="662" y="465"/>
                </a:cubicBezTo>
                <a:cubicBezTo>
                  <a:pt x="664" y="465"/>
                  <a:pt x="666" y="466"/>
                  <a:pt x="669" y="466"/>
                </a:cubicBezTo>
                <a:cubicBezTo>
                  <a:pt x="689" y="471"/>
                  <a:pt x="689" y="471"/>
                  <a:pt x="689" y="471"/>
                </a:cubicBezTo>
                <a:cubicBezTo>
                  <a:pt x="687" y="478"/>
                  <a:pt x="687" y="478"/>
                  <a:pt x="687" y="478"/>
                </a:cubicBezTo>
                <a:cubicBezTo>
                  <a:pt x="667" y="474"/>
                  <a:pt x="667" y="474"/>
                  <a:pt x="667" y="474"/>
                </a:cubicBezTo>
                <a:cubicBezTo>
                  <a:pt x="665" y="473"/>
                  <a:pt x="664" y="473"/>
                  <a:pt x="663" y="473"/>
                </a:cubicBezTo>
                <a:cubicBezTo>
                  <a:pt x="662" y="473"/>
                  <a:pt x="661" y="473"/>
                  <a:pt x="661" y="473"/>
                </a:cubicBezTo>
                <a:cubicBezTo>
                  <a:pt x="660" y="474"/>
                  <a:pt x="659" y="475"/>
                  <a:pt x="658" y="475"/>
                </a:cubicBezTo>
                <a:cubicBezTo>
                  <a:pt x="658" y="476"/>
                  <a:pt x="657" y="478"/>
                  <a:pt x="657" y="480"/>
                </a:cubicBezTo>
                <a:cubicBezTo>
                  <a:pt x="655" y="488"/>
                  <a:pt x="655" y="488"/>
                  <a:pt x="655" y="488"/>
                </a:cubicBezTo>
                <a:cubicBezTo>
                  <a:pt x="649" y="487"/>
                  <a:pt x="649" y="487"/>
                  <a:pt x="649" y="487"/>
                </a:cubicBezTo>
                <a:cubicBezTo>
                  <a:pt x="651" y="478"/>
                  <a:pt x="651" y="478"/>
                  <a:pt x="651" y="478"/>
                </a:cubicBezTo>
                <a:close/>
                <a:moveTo>
                  <a:pt x="667" y="494"/>
                </a:moveTo>
                <a:cubicBezTo>
                  <a:pt x="672" y="496"/>
                  <a:pt x="676" y="499"/>
                  <a:pt x="678" y="503"/>
                </a:cubicBezTo>
                <a:cubicBezTo>
                  <a:pt x="679" y="507"/>
                  <a:pt x="679" y="512"/>
                  <a:pt x="677" y="517"/>
                </a:cubicBezTo>
                <a:cubicBezTo>
                  <a:pt x="675" y="523"/>
                  <a:pt x="671" y="526"/>
                  <a:pt x="668" y="528"/>
                </a:cubicBezTo>
                <a:cubicBezTo>
                  <a:pt x="664" y="529"/>
                  <a:pt x="659" y="529"/>
                  <a:pt x="653" y="527"/>
                </a:cubicBezTo>
                <a:cubicBezTo>
                  <a:pt x="647" y="524"/>
                  <a:pt x="644" y="521"/>
                  <a:pt x="642" y="517"/>
                </a:cubicBezTo>
                <a:cubicBezTo>
                  <a:pt x="640" y="513"/>
                  <a:pt x="641" y="509"/>
                  <a:pt x="643" y="503"/>
                </a:cubicBezTo>
                <a:cubicBezTo>
                  <a:pt x="645" y="497"/>
                  <a:pt x="648" y="494"/>
                  <a:pt x="652" y="492"/>
                </a:cubicBezTo>
                <a:cubicBezTo>
                  <a:pt x="656" y="491"/>
                  <a:pt x="661" y="491"/>
                  <a:pt x="667" y="494"/>
                </a:cubicBezTo>
                <a:close/>
                <a:moveTo>
                  <a:pt x="671" y="515"/>
                </a:moveTo>
                <a:cubicBezTo>
                  <a:pt x="670" y="518"/>
                  <a:pt x="668" y="520"/>
                  <a:pt x="666" y="520"/>
                </a:cubicBezTo>
                <a:cubicBezTo>
                  <a:pt x="663" y="521"/>
                  <a:pt x="660" y="521"/>
                  <a:pt x="656" y="519"/>
                </a:cubicBezTo>
                <a:cubicBezTo>
                  <a:pt x="652" y="517"/>
                  <a:pt x="650" y="516"/>
                  <a:pt x="649" y="513"/>
                </a:cubicBezTo>
                <a:cubicBezTo>
                  <a:pt x="647" y="511"/>
                  <a:pt x="647" y="508"/>
                  <a:pt x="648" y="505"/>
                </a:cubicBezTo>
                <a:cubicBezTo>
                  <a:pt x="650" y="502"/>
                  <a:pt x="651" y="500"/>
                  <a:pt x="654" y="500"/>
                </a:cubicBezTo>
                <a:cubicBezTo>
                  <a:pt x="656" y="499"/>
                  <a:pt x="660" y="500"/>
                  <a:pt x="664" y="501"/>
                </a:cubicBezTo>
                <a:cubicBezTo>
                  <a:pt x="667" y="503"/>
                  <a:pt x="670" y="505"/>
                  <a:pt x="671" y="507"/>
                </a:cubicBezTo>
                <a:cubicBezTo>
                  <a:pt x="672" y="509"/>
                  <a:pt x="672" y="512"/>
                  <a:pt x="671" y="515"/>
                </a:cubicBezTo>
                <a:close/>
                <a:moveTo>
                  <a:pt x="641" y="544"/>
                </a:moveTo>
                <a:cubicBezTo>
                  <a:pt x="646" y="547"/>
                  <a:pt x="646" y="547"/>
                  <a:pt x="646" y="547"/>
                </a:cubicBezTo>
                <a:cubicBezTo>
                  <a:pt x="637" y="562"/>
                  <a:pt x="637" y="562"/>
                  <a:pt x="637" y="562"/>
                </a:cubicBezTo>
                <a:cubicBezTo>
                  <a:pt x="619" y="552"/>
                  <a:pt x="619" y="552"/>
                  <a:pt x="619" y="552"/>
                </a:cubicBezTo>
                <a:cubicBezTo>
                  <a:pt x="628" y="538"/>
                  <a:pt x="628" y="538"/>
                  <a:pt x="628" y="538"/>
                </a:cubicBezTo>
                <a:cubicBezTo>
                  <a:pt x="629" y="535"/>
                  <a:pt x="631" y="533"/>
                  <a:pt x="632" y="532"/>
                </a:cubicBezTo>
                <a:cubicBezTo>
                  <a:pt x="633" y="531"/>
                  <a:pt x="634" y="530"/>
                  <a:pt x="636" y="530"/>
                </a:cubicBezTo>
                <a:cubicBezTo>
                  <a:pt x="638" y="529"/>
                  <a:pt x="641" y="529"/>
                  <a:pt x="643" y="529"/>
                </a:cubicBezTo>
                <a:cubicBezTo>
                  <a:pt x="645" y="529"/>
                  <a:pt x="648" y="530"/>
                  <a:pt x="651" y="532"/>
                </a:cubicBezTo>
                <a:cubicBezTo>
                  <a:pt x="656" y="535"/>
                  <a:pt x="659" y="539"/>
                  <a:pt x="661" y="543"/>
                </a:cubicBezTo>
                <a:cubicBezTo>
                  <a:pt x="662" y="547"/>
                  <a:pt x="661" y="551"/>
                  <a:pt x="658" y="556"/>
                </a:cubicBezTo>
                <a:cubicBezTo>
                  <a:pt x="650" y="570"/>
                  <a:pt x="650" y="570"/>
                  <a:pt x="650" y="570"/>
                </a:cubicBezTo>
                <a:cubicBezTo>
                  <a:pt x="644" y="567"/>
                  <a:pt x="644" y="567"/>
                  <a:pt x="644" y="567"/>
                </a:cubicBezTo>
                <a:cubicBezTo>
                  <a:pt x="653" y="553"/>
                  <a:pt x="653" y="553"/>
                  <a:pt x="653" y="553"/>
                </a:cubicBezTo>
                <a:cubicBezTo>
                  <a:pt x="654" y="550"/>
                  <a:pt x="654" y="548"/>
                  <a:pt x="654" y="546"/>
                </a:cubicBezTo>
                <a:cubicBezTo>
                  <a:pt x="653" y="544"/>
                  <a:pt x="650" y="542"/>
                  <a:pt x="647" y="539"/>
                </a:cubicBezTo>
                <a:cubicBezTo>
                  <a:pt x="644" y="537"/>
                  <a:pt x="641" y="537"/>
                  <a:pt x="639" y="537"/>
                </a:cubicBezTo>
                <a:cubicBezTo>
                  <a:pt x="636" y="537"/>
                  <a:pt x="635" y="538"/>
                  <a:pt x="633" y="541"/>
                </a:cubicBezTo>
                <a:cubicBezTo>
                  <a:pt x="629" y="548"/>
                  <a:pt x="629" y="548"/>
                  <a:pt x="629" y="548"/>
                </a:cubicBezTo>
                <a:cubicBezTo>
                  <a:pt x="636" y="553"/>
                  <a:pt x="636" y="553"/>
                  <a:pt x="636" y="553"/>
                </a:cubicBezTo>
                <a:cubicBezTo>
                  <a:pt x="641" y="544"/>
                  <a:pt x="641" y="544"/>
                  <a:pt x="641" y="544"/>
                </a:cubicBezTo>
                <a:close/>
                <a:moveTo>
                  <a:pt x="648" y="574"/>
                </a:moveTo>
                <a:cubicBezTo>
                  <a:pt x="643" y="581"/>
                  <a:pt x="643" y="581"/>
                  <a:pt x="643" y="581"/>
                </a:cubicBezTo>
                <a:cubicBezTo>
                  <a:pt x="627" y="580"/>
                  <a:pt x="627" y="580"/>
                  <a:pt x="627" y="580"/>
                </a:cubicBezTo>
                <a:cubicBezTo>
                  <a:pt x="632" y="595"/>
                  <a:pt x="632" y="595"/>
                  <a:pt x="632" y="595"/>
                </a:cubicBezTo>
                <a:cubicBezTo>
                  <a:pt x="627" y="602"/>
                  <a:pt x="627" y="602"/>
                  <a:pt x="627" y="602"/>
                </a:cubicBezTo>
                <a:cubicBezTo>
                  <a:pt x="619" y="579"/>
                  <a:pt x="619" y="579"/>
                  <a:pt x="619" y="579"/>
                </a:cubicBezTo>
                <a:cubicBezTo>
                  <a:pt x="607" y="570"/>
                  <a:pt x="607" y="570"/>
                  <a:pt x="607" y="570"/>
                </a:cubicBezTo>
                <a:cubicBezTo>
                  <a:pt x="611" y="564"/>
                  <a:pt x="611" y="564"/>
                  <a:pt x="611" y="564"/>
                </a:cubicBezTo>
                <a:cubicBezTo>
                  <a:pt x="624" y="573"/>
                  <a:pt x="624" y="573"/>
                  <a:pt x="624" y="573"/>
                </a:cubicBezTo>
                <a:cubicBezTo>
                  <a:pt x="648" y="574"/>
                  <a:pt x="648" y="574"/>
                  <a:pt x="648" y="574"/>
                </a:cubicBezTo>
                <a:close/>
                <a:moveTo>
                  <a:pt x="264" y="535"/>
                </a:moveTo>
                <a:cubicBezTo>
                  <a:pt x="392" y="535"/>
                  <a:pt x="392" y="535"/>
                  <a:pt x="392" y="535"/>
                </a:cubicBezTo>
                <a:cubicBezTo>
                  <a:pt x="401" y="536"/>
                  <a:pt x="400" y="566"/>
                  <a:pt x="392" y="565"/>
                </a:cubicBezTo>
                <a:cubicBezTo>
                  <a:pt x="264" y="565"/>
                  <a:pt x="264" y="565"/>
                  <a:pt x="264" y="565"/>
                </a:cubicBezTo>
                <a:cubicBezTo>
                  <a:pt x="275" y="565"/>
                  <a:pt x="276" y="536"/>
                  <a:pt x="264" y="535"/>
                </a:cubicBezTo>
                <a:close/>
                <a:moveTo>
                  <a:pt x="550" y="535"/>
                </a:moveTo>
                <a:cubicBezTo>
                  <a:pt x="538" y="536"/>
                  <a:pt x="539" y="565"/>
                  <a:pt x="550" y="565"/>
                </a:cubicBezTo>
                <a:cubicBezTo>
                  <a:pt x="421" y="565"/>
                  <a:pt x="421" y="565"/>
                  <a:pt x="421" y="565"/>
                </a:cubicBezTo>
                <a:cubicBezTo>
                  <a:pt x="413" y="566"/>
                  <a:pt x="412" y="536"/>
                  <a:pt x="421" y="535"/>
                </a:cubicBezTo>
                <a:cubicBezTo>
                  <a:pt x="550" y="535"/>
                  <a:pt x="550" y="535"/>
                  <a:pt x="550" y="535"/>
                </a:cubicBezTo>
                <a:close/>
                <a:moveTo>
                  <a:pt x="495" y="212"/>
                </a:moveTo>
                <a:cubicBezTo>
                  <a:pt x="495" y="260"/>
                  <a:pt x="495" y="260"/>
                  <a:pt x="495" y="260"/>
                </a:cubicBezTo>
                <a:cubicBezTo>
                  <a:pt x="481" y="257"/>
                  <a:pt x="469" y="266"/>
                  <a:pt x="462" y="280"/>
                </a:cubicBezTo>
                <a:cubicBezTo>
                  <a:pt x="462" y="449"/>
                  <a:pt x="462" y="449"/>
                  <a:pt x="462" y="449"/>
                </a:cubicBezTo>
                <a:cubicBezTo>
                  <a:pt x="493" y="439"/>
                  <a:pt x="510" y="421"/>
                  <a:pt x="516" y="396"/>
                </a:cubicBezTo>
                <a:cubicBezTo>
                  <a:pt x="519" y="389"/>
                  <a:pt x="519" y="377"/>
                  <a:pt x="514" y="358"/>
                </a:cubicBezTo>
                <a:cubicBezTo>
                  <a:pt x="501" y="332"/>
                  <a:pt x="486" y="324"/>
                  <a:pt x="477" y="327"/>
                </a:cubicBezTo>
                <a:cubicBezTo>
                  <a:pt x="477" y="278"/>
                  <a:pt x="477" y="278"/>
                  <a:pt x="477" y="278"/>
                </a:cubicBezTo>
                <a:cubicBezTo>
                  <a:pt x="516" y="281"/>
                  <a:pt x="552" y="305"/>
                  <a:pt x="562" y="357"/>
                </a:cubicBezTo>
                <a:cubicBezTo>
                  <a:pt x="570" y="390"/>
                  <a:pt x="562" y="422"/>
                  <a:pt x="545" y="449"/>
                </a:cubicBezTo>
                <a:cubicBezTo>
                  <a:pt x="523" y="472"/>
                  <a:pt x="499" y="491"/>
                  <a:pt x="462" y="497"/>
                </a:cubicBezTo>
                <a:cubicBezTo>
                  <a:pt x="462" y="514"/>
                  <a:pt x="462" y="514"/>
                  <a:pt x="462" y="514"/>
                </a:cubicBezTo>
                <a:cubicBezTo>
                  <a:pt x="413" y="514"/>
                  <a:pt x="413" y="514"/>
                  <a:pt x="413" y="514"/>
                </a:cubicBezTo>
                <a:cubicBezTo>
                  <a:pt x="413" y="274"/>
                  <a:pt x="413" y="274"/>
                  <a:pt x="413" y="274"/>
                </a:cubicBezTo>
                <a:cubicBezTo>
                  <a:pt x="425" y="233"/>
                  <a:pt x="453" y="213"/>
                  <a:pt x="495" y="212"/>
                </a:cubicBezTo>
                <a:close/>
                <a:moveTo>
                  <a:pt x="316" y="212"/>
                </a:moveTo>
                <a:cubicBezTo>
                  <a:pt x="358" y="213"/>
                  <a:pt x="386" y="233"/>
                  <a:pt x="398" y="274"/>
                </a:cubicBezTo>
                <a:cubicBezTo>
                  <a:pt x="398" y="514"/>
                  <a:pt x="398" y="514"/>
                  <a:pt x="398" y="514"/>
                </a:cubicBezTo>
                <a:cubicBezTo>
                  <a:pt x="349" y="514"/>
                  <a:pt x="349" y="514"/>
                  <a:pt x="349" y="514"/>
                </a:cubicBezTo>
                <a:cubicBezTo>
                  <a:pt x="349" y="497"/>
                  <a:pt x="349" y="497"/>
                  <a:pt x="349" y="497"/>
                </a:cubicBezTo>
                <a:cubicBezTo>
                  <a:pt x="312" y="491"/>
                  <a:pt x="288" y="472"/>
                  <a:pt x="267" y="449"/>
                </a:cubicBezTo>
                <a:cubicBezTo>
                  <a:pt x="249" y="422"/>
                  <a:pt x="241" y="390"/>
                  <a:pt x="249" y="357"/>
                </a:cubicBezTo>
                <a:cubicBezTo>
                  <a:pt x="259" y="305"/>
                  <a:pt x="295" y="281"/>
                  <a:pt x="334" y="278"/>
                </a:cubicBezTo>
                <a:cubicBezTo>
                  <a:pt x="334" y="327"/>
                  <a:pt x="334" y="327"/>
                  <a:pt x="334" y="327"/>
                </a:cubicBezTo>
                <a:cubicBezTo>
                  <a:pt x="325" y="324"/>
                  <a:pt x="310" y="332"/>
                  <a:pt x="297" y="358"/>
                </a:cubicBezTo>
                <a:cubicBezTo>
                  <a:pt x="292" y="377"/>
                  <a:pt x="292" y="389"/>
                  <a:pt x="295" y="396"/>
                </a:cubicBezTo>
                <a:cubicBezTo>
                  <a:pt x="302" y="421"/>
                  <a:pt x="318" y="439"/>
                  <a:pt x="349" y="449"/>
                </a:cubicBezTo>
                <a:cubicBezTo>
                  <a:pt x="349" y="280"/>
                  <a:pt x="349" y="280"/>
                  <a:pt x="349" y="280"/>
                </a:cubicBezTo>
                <a:cubicBezTo>
                  <a:pt x="343" y="266"/>
                  <a:pt x="330" y="257"/>
                  <a:pt x="316" y="260"/>
                </a:cubicBezTo>
                <a:cubicBezTo>
                  <a:pt x="316" y="212"/>
                  <a:pt x="316" y="212"/>
                  <a:pt x="316" y="212"/>
                </a:cubicBezTo>
                <a:close/>
                <a:moveTo>
                  <a:pt x="249" y="587"/>
                </a:moveTo>
                <a:cubicBezTo>
                  <a:pt x="567" y="587"/>
                  <a:pt x="567" y="587"/>
                  <a:pt x="567" y="587"/>
                </a:cubicBezTo>
                <a:cubicBezTo>
                  <a:pt x="567" y="615"/>
                  <a:pt x="567" y="615"/>
                  <a:pt x="567" y="615"/>
                </a:cubicBezTo>
                <a:cubicBezTo>
                  <a:pt x="249" y="615"/>
                  <a:pt x="249" y="615"/>
                  <a:pt x="249" y="615"/>
                </a:cubicBezTo>
                <a:lnTo>
                  <a:pt x="249" y="587"/>
                </a:lnTo>
                <a:close/>
              </a:path>
            </a:pathLst>
          </a:custGeom>
          <a:solidFill>
            <a:srgbClr val="B60005"/>
          </a:solidFill>
          <a:ln>
            <a:noFill/>
          </a:ln>
        </p:spPr>
        <p:txBody>
          <a:bodyPr anchor="ctr"/>
          <a:lstStyle/>
          <a:p>
            <a:pPr algn="ctr">
              <a:buNone/>
            </a:pPr>
          </a:p>
        </p:txBody>
      </p:sp>
      <p:sp>
        <p:nvSpPr>
          <p:cNvPr id="36" name="亮红"/>
          <p:cNvSpPr>
            <a:spLocks noGrp="1"/>
          </p:cNvSpPr>
          <p:nvPr/>
        </p:nvSpPr>
        <p:spPr>
          <a:xfrm rot="19199061">
            <a:off x="1084034" y="1781495"/>
            <a:ext cx="3311958" cy="3311958"/>
          </a:xfrm>
          <a:prstGeom prst="ellipse">
            <a:avLst/>
          </a:prstGeom>
          <a:noFill/>
          <a:ln w="25400">
            <a:gradFill>
              <a:gsLst>
                <a:gs pos="0">
                  <a:schemeClr val="accent1">
                    <a:lumMod val="20000"/>
                    <a:lumOff val="80000"/>
                  </a:schemeClr>
                </a:gs>
                <a:gs pos="33000">
                  <a:schemeClr val="bg1">
                    <a:alpha val="13000"/>
                  </a:schemeClr>
                </a:gs>
                <a:gs pos="67000">
                  <a:schemeClr val="bg1">
                    <a:alpha val="0"/>
                  </a:schemeClr>
                </a:gs>
                <a:gs pos="100000">
                  <a:schemeClr val="accent1">
                    <a:lumMod val="20000"/>
                    <a:lumOff val="8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5" name="文本占位符 4"/>
          <p:cNvSpPr>
            <a:spLocks noGrp="1"/>
          </p:cNvSpPr>
          <p:nvPr>
            <p:ph type="body" idx="12" hasCustomPrompt="1"/>
          </p:nvPr>
        </p:nvSpPr>
        <p:spPr>
          <a:xfrm>
            <a:off x="5027083" y="2464256"/>
            <a:ext cx="6374027" cy="1500188"/>
          </a:xfrm>
        </p:spPr>
        <p:txBody>
          <a:bodyPr/>
          <a:lstStyle>
            <a:lvl1pPr marL="0" indent="0">
              <a:lnSpc>
                <a:spcPct val="100000"/>
              </a:lnSpc>
              <a:buNone/>
              <a:defRPr sz="4800">
                <a:solidFill>
                  <a:schemeClr val="bg1"/>
                </a:solidFill>
                <a:latin typeface="思源宋体 CN Heavy"/>
                <a:ea typeface="思源宋体 CN Heavy"/>
                <a:cs typeface="思源宋体 CN Heavy"/>
              </a:defRPr>
            </a:lvl1pPr>
            <a:lvl2pPr marL="457200" indent="0">
              <a:buNone/>
              <a:defRPr/>
            </a:lvl2pPr>
          </a:lstStyle>
          <a:p>
            <a:pPr lvl="0">
              <a:buNone/>
            </a:pPr>
            <a:r>
              <a:t>单击此处编辑论文题目题目过长则分行</a:t>
            </a:r>
          </a:p>
        </p:txBody>
      </p:sp>
      <p:sp>
        <p:nvSpPr>
          <p:cNvPr id="11" name="文本占位符 10"/>
          <p:cNvSpPr>
            <a:spLocks noGrp="1"/>
          </p:cNvSpPr>
          <p:nvPr>
            <p:ph type="body" idx="13" hasCustomPrompt="1"/>
          </p:nvPr>
        </p:nvSpPr>
        <p:spPr>
          <a:xfrm>
            <a:off x="5027083" y="4188936"/>
            <a:ext cx="3067050" cy="420496"/>
          </a:xfrm>
        </p:spPr>
        <p:txBody>
          <a:bodyPr>
            <a:noAutofit/>
          </a:bodyPr>
          <a:lstStyle>
            <a:lvl1pPr marL="0" marR="0" indent="0" algn="l" defTabSz="914400">
              <a:lnSpc>
                <a:spcPct val="90000"/>
              </a:lnSpc>
              <a:spcBef>
                <a:spcPts val="1000"/>
              </a:spcBef>
              <a:spcAft>
                <a:spcPts val="0"/>
              </a:spcAft>
              <a:buClrTx/>
              <a:buSzTx/>
              <a:buFont typeface="Arial" panose="020B0604020202020204"/>
              <a:buNone/>
              <a:defRPr sz="1600">
                <a:solidFill>
                  <a:schemeClr val="bg1"/>
                </a:solidFill>
              </a:defRPr>
            </a:lvl1pPr>
          </a:lstStyle>
          <a:p>
            <a:pPr lvl="0">
              <a:buNone/>
            </a:pPr>
            <a:r>
              <a:t>指导老师：</a:t>
            </a:r>
            <a:r>
              <a:t>xxx </a:t>
            </a:r>
            <a:r>
              <a:t>丨答辩学生：</a:t>
            </a:r>
            <a:r>
              <a:t>xxx</a:t>
            </a: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hasCustomPrompt="1"/>
          </p:nvPr>
        </p:nvSpPr>
        <p:spPr/>
        <p:txBody>
          <a:bodyPr/>
          <a:lstStyle/>
          <a:p>
            <a:r>
              <a:t>单击此处编辑母版文本样式</a:t>
            </a:r>
            <a:br/>
            <a:r>
              <a:t>二级</a:t>
            </a:r>
            <a:br/>
            <a:r>
              <a:t>三级</a:t>
            </a:r>
            <a:br/>
            <a:r>
              <a:t>四级</a:t>
            </a:r>
            <a:b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a:xfrm>
            <a:off x="4038600" y="6356350"/>
            <a:ext cx="4114800" cy="365125"/>
          </a:xfrm>
          <a:prstGeom prst="rect">
            <a:avLst/>
          </a:prstGeom>
        </p:spPr>
        <p:txBody>
          <a:bodyPr/>
          <a:lstStyle/>
          <a:p/>
        </p:txBody>
      </p:sp>
      <p:sp>
        <p:nvSpPr>
          <p:cNvPr id="6" name="灯片编号占位符 5"/>
          <p:cNvSpPr>
            <a:spLocks noGrp="1"/>
          </p:cNvSpPr>
          <p:nvPr>
            <p:ph type="sldNum" idx="12"/>
          </p:nvPr>
        </p:nvSpPr>
        <p:spPr/>
        <p:txBody>
          <a:bodyPr/>
          <a:lstStyle/>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notesSlide" Target="../notesSlides/notesSlide2.xml"/><Relationship Id="rId15" Type="http://schemas.openxmlformats.org/officeDocument/2006/relationships/slideLayout" Target="../slideLayouts/slideLayout7.xml"/><Relationship Id="rId14" Type="http://schemas.openxmlformats.org/officeDocument/2006/relationships/image" Target="../media/image5.png"/><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5.png"/><Relationship Id="rId11" Type="http://schemas.openxmlformats.org/officeDocument/2006/relationships/notesSlide" Target="../notesSlides/notesSlide3.xml"/><Relationship Id="rId10"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5.png"/><Relationship Id="rId17" Type="http://schemas.openxmlformats.org/officeDocument/2006/relationships/notesSlide" Target="../notesSlides/notesSlide4.xml"/><Relationship Id="rId16" Type="http://schemas.openxmlformats.org/officeDocument/2006/relationships/slideLayout" Target="../slideLayouts/slideLayout7.xml"/><Relationship Id="rId15" Type="http://schemas.openxmlformats.org/officeDocument/2006/relationships/image" Target="../media/image7.png"/><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image" Target="../media/image3.png"/><Relationship Id="rId4" Type="http://schemas.openxmlformats.org/officeDocument/2006/relationships/tags" Target="../tags/tag34.xml"/><Relationship Id="rId3" Type="http://schemas.openxmlformats.org/officeDocument/2006/relationships/tags" Target="../tags/tag33.xml"/><Relationship Id="rId28" Type="http://schemas.openxmlformats.org/officeDocument/2006/relationships/notesSlide" Target="../notesSlides/notesSlide8.xml"/><Relationship Id="rId27" Type="http://schemas.openxmlformats.org/officeDocument/2006/relationships/slideLayout" Target="../slideLayouts/slideLayout7.xml"/><Relationship Id="rId26" Type="http://schemas.openxmlformats.org/officeDocument/2006/relationships/image" Target="../media/image5.png"/><Relationship Id="rId25" Type="http://schemas.openxmlformats.org/officeDocument/2006/relationships/tags" Target="../tags/tag54.xml"/><Relationship Id="rId24" Type="http://schemas.openxmlformats.org/officeDocument/2006/relationships/tags" Target="../tags/tag53.xml"/><Relationship Id="rId23" Type="http://schemas.openxmlformats.org/officeDocument/2006/relationships/tags" Target="../tags/tag52.xml"/><Relationship Id="rId22" Type="http://schemas.openxmlformats.org/officeDocument/2006/relationships/tags" Target="../tags/tag51.xml"/><Relationship Id="rId21" Type="http://schemas.openxmlformats.org/officeDocument/2006/relationships/tags" Target="../tags/tag50.xml"/><Relationship Id="rId20" Type="http://schemas.openxmlformats.org/officeDocument/2006/relationships/tags" Target="../tags/tag49.xml"/><Relationship Id="rId2" Type="http://schemas.openxmlformats.org/officeDocument/2006/relationships/tags" Target="../tags/tag32.xml"/><Relationship Id="rId19" Type="http://schemas.openxmlformats.org/officeDocument/2006/relationships/tags" Target="../tags/tag48.xml"/><Relationship Id="rId18" Type="http://schemas.openxmlformats.org/officeDocument/2006/relationships/tags" Target="../tags/tag47.xml"/><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1.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9" Type="http://schemas.openxmlformats.org/officeDocument/2006/relationships/notesSlide" Target="../notesSlides/notesSlide15.xml"/><Relationship Id="rId18" Type="http://schemas.openxmlformats.org/officeDocument/2006/relationships/slideLayout" Target="../slideLayouts/slideLayout7.xml"/><Relationship Id="rId17" Type="http://schemas.openxmlformats.org/officeDocument/2006/relationships/image" Target="../media/image5.png"/><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pn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notesSlide" Target="../notesSlides/notesSlide16.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5.png"/><Relationship Id="rId7" Type="http://schemas.openxmlformats.org/officeDocument/2006/relationships/tags" Target="../tags/tag70.xml"/><Relationship Id="rId6" Type="http://schemas.openxmlformats.org/officeDocument/2006/relationships/image" Target="../media/image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0" Type="http://schemas.openxmlformats.org/officeDocument/2006/relationships/notesSlide" Target="../notesSlides/notesSlide17.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7.xml"/><Relationship Id="rId3"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28.png"/><Relationship Id="rId3" Type="http://schemas.openxmlformats.org/officeDocument/2006/relationships/image" Target="../media/image5.png"/><Relationship Id="rId2" Type="http://schemas.openxmlformats.org/officeDocument/2006/relationships/image" Target="../media/image27.jpe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7.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99259"/>
            <a:ext cx="9144000" cy="1810703"/>
          </a:xfrm>
        </p:spPr>
        <p:txBody>
          <a:bodyPr/>
          <a:lstStyle/>
          <a:p>
            <a:endParaRPr lang="zh-CN" altLang="en-US" dirty="0">
              <a:latin typeface="Times New Roman" panose="02020603050405020304" charset="0"/>
              <a:cs typeface="Times New Roman" panose="02020603050405020304" charset="0"/>
            </a:endParaRPr>
          </a:p>
        </p:txBody>
      </p:sp>
      <p:sp>
        <p:nvSpPr>
          <p:cNvPr id="4"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dirty="0">
              <a:solidFill>
                <a:srgbClr val="FFFFFF"/>
              </a:solidFill>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113" y="309786"/>
            <a:ext cx="3720635" cy="888889"/>
          </a:xfrm>
          <a:prstGeom prst="rect">
            <a:avLst/>
          </a:prstGeom>
        </p:spPr>
      </p:pic>
      <p:sp>
        <p:nvSpPr>
          <p:cNvPr id="6" name="文本框 22"/>
          <p:cNvSpPr>
            <a:spLocks noChangeArrowheads="1"/>
          </p:cNvSpPr>
          <p:nvPr/>
        </p:nvSpPr>
        <p:spPr bwMode="auto">
          <a:xfrm>
            <a:off x="0" y="1621534"/>
            <a:ext cx="12192000" cy="127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A Comprehensive Defense Framework Against</a:t>
            </a:r>
            <a:endPar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 Model Extraction Attacks</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7" name="文本框 22"/>
          <p:cNvSpPr>
            <a:spLocks noChangeArrowheads="1"/>
          </p:cNvSpPr>
          <p:nvPr/>
        </p:nvSpPr>
        <p:spPr bwMode="auto">
          <a:xfrm>
            <a:off x="1316508" y="2840584"/>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dirty="0">
                <a:solidFill>
                  <a:schemeClr val="bg1"/>
                </a:solidFill>
                <a:latin typeface="Times New Roman" panose="02020603050405020304" charset="0"/>
                <a:ea typeface="微软雅黑" panose="020B0503020204020204" charset="-122"/>
                <a:cs typeface="Times New Roman" panose="02020603050405020304" charset="0"/>
              </a:rPr>
              <a:t>针对模型提取攻击的综合防御框架</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8" name="文本框 22"/>
          <p:cNvSpPr>
            <a:spLocks noChangeArrowheads="1"/>
          </p:cNvSpPr>
          <p:nvPr/>
        </p:nvSpPr>
        <p:spPr bwMode="auto">
          <a:xfrm>
            <a:off x="1316508" y="3553596"/>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Wenbo</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Jiang , Student Member, IEEE, Hongwei Li , Senior 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Guowen</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Xu , </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Tianwei</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Zhang , Member, IEEE, and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Rongxing</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Lu , Fellow, IEEE</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9" name="文本框 22"/>
          <p:cNvSpPr>
            <a:spLocks noChangeArrowheads="1"/>
          </p:cNvSpPr>
          <p:nvPr/>
        </p:nvSpPr>
        <p:spPr bwMode="auto">
          <a:xfrm>
            <a:off x="1316508" y="4262462"/>
            <a:ext cx="9558975"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IEEE TRANSACTIONS ON DEPENDABLE AND SECURE COMPUTING</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TDSC</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Date of Publication: 24 March 2023</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10" name="文本框 23"/>
          <p:cNvSpPr>
            <a:spLocks noChangeArrowheads="1"/>
          </p:cNvSpPr>
          <p:nvPr/>
        </p:nvSpPr>
        <p:spPr bwMode="auto">
          <a:xfrm>
            <a:off x="10012018" y="4229586"/>
            <a:ext cx="2128120"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论文分析：郑铭宇</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PPT</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制作</a:t>
            </a: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	</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：张锦超</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论文汇报：范浩楠</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11" name="灯片编号占位符 10"/>
          <p:cNvSpPr>
            <a:spLocks noGrp="1"/>
          </p:cNvSpPr>
          <p:nvPr>
            <p:ph type="sldNum" sz="quarter" idx="12"/>
          </p:nvPr>
        </p:nvSpPr>
        <p:spPr/>
        <p:txBody>
          <a:bodyPr/>
          <a:lstStyle/>
          <a:p>
            <a:fld id="{8650B7E4-3306-44C3-860F-DB78733C0FD3}" type="slidenum">
              <a:rPr lang="zh-CN" altLang="en-US" smtClean="0">
                <a:latin typeface="Times New Roman" panose="02020603050405020304" charset="0"/>
                <a:cs typeface="Times New Roman" panose="02020603050405020304" charset="0"/>
              </a:rPr>
            </a:fld>
            <a:endParaRPr lang="zh-CN" altLang="en-US" dirty="0">
              <a:latin typeface="Times New Roman" panose="02020603050405020304" charset="0"/>
              <a:cs typeface="Times New Roman" panose="02020603050405020304" charset="0"/>
            </a:endParaRPr>
          </a:p>
        </p:txBody>
      </p:sp>
      <p:sp>
        <p:nvSpPr>
          <p:cNvPr id="12"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a:solidFill>
                <a:srgbClr val="FFFFFF"/>
              </a:solidFill>
            </a:endParaRPr>
          </a:p>
        </p:txBody>
      </p:sp>
      <p:sp>
        <p:nvSpPr>
          <p:cNvPr id="13" name="文本框 22"/>
          <p:cNvSpPr>
            <a:spLocks noChangeArrowheads="1"/>
          </p:cNvSpPr>
          <p:nvPr/>
        </p:nvSpPr>
        <p:spPr bwMode="auto">
          <a:xfrm>
            <a:off x="-25931" y="1949164"/>
            <a:ext cx="12191999" cy="1471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rPr>
              <a:t>Feature Distillation is the Better Choice</a:t>
            </a:r>
            <a:endPar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rPr>
              <a:t>for Model-Heterogeneous Federated Learning</a:t>
            </a:r>
            <a:endParaRPr lang="en-US" altLang="zh-CN" sz="36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14" name="文本框 23"/>
          <p:cNvSpPr>
            <a:spLocks noChangeArrowheads="1"/>
          </p:cNvSpPr>
          <p:nvPr/>
        </p:nvSpPr>
        <p:spPr bwMode="auto">
          <a:xfrm>
            <a:off x="10153406" y="5382258"/>
            <a:ext cx="19859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汇报人：</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黄祖居</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导  </a:t>
            </a:r>
            <a:r>
              <a:rPr lang="zh-CN" altLang="en-US" sz="600" dirty="0">
                <a:solidFill>
                  <a:schemeClr val="tx1"/>
                </a:solidFill>
                <a:latin typeface="微软雅黑" panose="020B0503020204020204" charset="-122"/>
                <a:ea typeface="微软雅黑" panose="020B0503020204020204" charset="-122"/>
                <a:sym typeface="微软雅黑" panose="020B0503020204020204" charset="-122"/>
              </a:rPr>
              <a:t> </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 师：陈家辉</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p:txBody>
      </p:sp>
      <p:sp>
        <p:nvSpPr>
          <p:cNvPr id="15" name="文本框 22"/>
          <p:cNvSpPr>
            <a:spLocks noChangeArrowheads="1"/>
          </p:cNvSpPr>
          <p:nvPr/>
        </p:nvSpPr>
        <p:spPr bwMode="auto">
          <a:xfrm>
            <a:off x="-25931" y="3661752"/>
            <a:ext cx="1219200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b="1" dirty="0">
                <a:solidFill>
                  <a:schemeClr val="bg1"/>
                </a:solidFill>
                <a:latin typeface="微软雅黑" panose="020B0503020204020204" charset="-122"/>
                <a:ea typeface="微软雅黑" panose="020B0503020204020204" charset="-122"/>
              </a:rPr>
              <a:t>特征蒸馏更适合模型异构联邦学习</a:t>
            </a:r>
            <a:endParaRPr lang="zh-CN" altLang="en-US" sz="3200" b="1" dirty="0">
              <a:solidFill>
                <a:schemeClr val="bg1"/>
              </a:solidFill>
              <a:latin typeface="微软雅黑" panose="020B0503020204020204" charset="-122"/>
              <a:ea typeface="微软雅黑" panose="020B0503020204020204" charset="-122"/>
            </a:endParaRPr>
          </a:p>
        </p:txBody>
      </p:sp>
      <p:sp>
        <p:nvSpPr>
          <p:cNvPr id="16" name="矩形 15"/>
          <p:cNvSpPr>
            <a:spLocks noGrp="1"/>
          </p:cNvSpPr>
          <p:nvPr/>
        </p:nvSpPr>
        <p:spPr>
          <a:xfrm>
            <a:off x="0" y="4376420"/>
            <a:ext cx="12192000" cy="875030"/>
          </a:xfrm>
          <a:prstGeom prst="rect">
            <a:avLst/>
          </a:prstGeom>
          <a:noFill/>
          <a:ln w="0">
            <a:noFill/>
            <a:prstDash val="solid"/>
          </a:ln>
        </p:spPr>
        <p:txBody>
          <a:bodyPr lIns="0" tIns="0" rIns="0" bIns="0" anchor="ctr"/>
          <a:lstStyle>
            <a:defPPr algn="ctr">
              <a:defRPr sz="1575" b="0"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75" b="0"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75" b="0"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75" b="0"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75" b="0"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75" b="0"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75" b="0"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75" b="0"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75" b="0"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75" b="0"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0" i="0">
                <a:solidFill>
                  <a:srgbClr val="FFFFFF"/>
                </a:solidFill>
                <a:latin typeface="微软雅黑" panose="020B0503020204020204" charset="-122"/>
                <a:ea typeface="微软雅黑" panose="020B0503020204020204" charset="-122"/>
                <a:cs typeface="微软雅黑" panose="020B0503020204020204" charset="-122"/>
              </a:defRPr>
            </a:pPr>
            <a:r>
              <a:rPr lang="en-US" altLang="zh-CN" sz="1575" b="0" i="0">
                <a:solidFill>
                  <a:srgbClr val="FFFFFF"/>
                </a:solidFill>
                <a:latin typeface="微软雅黑" panose="020B0503020204020204" charset="-122"/>
                <a:ea typeface="微软雅黑" panose="020B0503020204020204" charset="-122"/>
                <a:cs typeface="微软雅黑" panose="020B0503020204020204" charset="-122"/>
              </a:rPr>
              <a:t>Yichen Li, Xiuying Wang, Wenchao Xu, Haozhao Wang, Yining Qi, Jiahua Dong, Ruixuan Li</a:t>
            </a:r>
            <a:r>
              <a:rPr sz="1575" b="0" i="0">
                <a:solidFill>
                  <a:srgbClr val="FFFFFF"/>
                </a:solidFill>
                <a:latin typeface="微软雅黑" panose="020B0503020204020204" charset="-122"/>
                <a:ea typeface="微软雅黑" panose="020B0503020204020204" charset="-122"/>
                <a:cs typeface="微软雅黑" panose="020B0503020204020204" charset="-122"/>
              </a:rPr>
              <a:t> </a:t>
            </a:r>
            <a:endParaRPr sz="1575" b="0" i="0">
              <a:solidFill>
                <a:srgbClr val="FFFFFF"/>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FFFFFF"/>
                </a:solidFill>
                <a:latin typeface="微软雅黑" panose="020B0503020204020204" charset="-122"/>
                <a:ea typeface="微软雅黑" panose="020B0503020204020204" charset="-122"/>
                <a:cs typeface="微软雅黑" panose="020B0503020204020204" charset="-122"/>
              </a:defRPr>
            </a:pPr>
            <a:r>
              <a:rPr sz="1575" b="0" i="0">
                <a:solidFill>
                  <a:srgbClr val="FFFFFF"/>
                </a:solidFill>
                <a:latin typeface="微软雅黑" panose="020B0503020204020204" charset="-122"/>
                <a:ea typeface="微软雅黑" panose="020B0503020204020204" charset="-122"/>
                <a:cs typeface="微软雅黑" panose="020B0503020204020204" charset="-122"/>
              </a:rPr>
              <a:t>NeurIPS 2025</a:t>
            </a:r>
            <a:endParaRPr sz="1575" b="0"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  CONTENTS</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02</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目录</a:t>
            </a:r>
            <a:endParaRPr lang="en-US"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custDataLst>
              <p:tags r:id="rId2"/>
            </p:custDataLst>
          </p:nvPr>
        </p:nvSpPr>
        <p:spPr>
          <a:xfrm>
            <a:off x="876300" y="1952625"/>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01</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custDataLst>
              <p:tags r:id="rId3"/>
            </p:custDataLst>
          </p:nvPr>
        </p:nvSpPr>
        <p:spPr>
          <a:xfrm>
            <a:off x="1809750" y="1933575"/>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背景与问题</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4"/>
            </p:custDataLst>
          </p:nvPr>
        </p:nvSpPr>
        <p:spPr>
          <a:xfrm>
            <a:off x="1809750" y="2314575"/>
            <a:ext cx="7810500" cy="323850"/>
          </a:xfrm>
          <a:prstGeom prst="rect">
            <a:avLst/>
          </a:prstGeom>
          <a:noFill/>
          <a:ln w="0">
            <a:noFill/>
            <a:prstDash val="solid"/>
          </a:ln>
        </p:spPr>
        <p:txBody>
          <a:bodyPr lIns="0" tIns="0" rIns="0" bIns="0" anchor="ctr"/>
          <a:lstStyle>
            <a:defPPr algn="l">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500"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500"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500"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500"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500"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500"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500"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500"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50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联邦学习基础、模型异构与蒸馏问题</a:t>
            </a:r>
            <a:endParaRPr sz="150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1809750" y="2771775"/>
            <a:ext cx="8572500" cy="0"/>
          </a:xfrm>
          <a:prstGeom prst="line">
            <a:avLst/>
          </a:prstGeom>
          <a:noFill/>
          <a:ln w="9525">
            <a:solidFill>
              <a:srgbClr val="E4E4E4"/>
            </a:solidFill>
            <a:prstDash val="solid"/>
          </a:ln>
        </p:spPr>
      </p:sp>
      <p:sp>
        <p:nvSpPr>
          <p:cNvPr id="13" name="圆角矩形 12"/>
          <p:cNvSpPr>
            <a:spLocks noGrp="1"/>
          </p:cNvSpPr>
          <p:nvPr>
            <p:custDataLst>
              <p:tags r:id="rId5"/>
            </p:custDataLst>
          </p:nvPr>
        </p:nvSpPr>
        <p:spPr>
          <a:xfrm>
            <a:off x="876300" y="2933700"/>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02</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custDataLst>
              <p:tags r:id="rId6"/>
            </p:custDataLst>
          </p:nvPr>
        </p:nvSpPr>
        <p:spPr>
          <a:xfrm>
            <a:off x="1809750" y="2914650"/>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核心方法</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custDataLst>
              <p:tags r:id="rId7"/>
            </p:custDataLst>
          </p:nvPr>
        </p:nvSpPr>
        <p:spPr>
          <a:xfrm>
            <a:off x="1809750" y="3295650"/>
            <a:ext cx="7810500" cy="323850"/>
          </a:xfrm>
          <a:prstGeom prst="rect">
            <a:avLst/>
          </a:prstGeom>
          <a:noFill/>
          <a:ln w="0">
            <a:noFill/>
            <a:prstDash val="solid"/>
          </a:ln>
        </p:spPr>
        <p:txBody>
          <a:bodyPr lIns="0" tIns="0" rIns="0" bIns="0" anchor="ctr"/>
          <a:lstStyle>
            <a:defPPr algn="l">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500"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500"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500"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500"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500"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500"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500"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500"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50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分层特征对齐与正交投影</a:t>
            </a:r>
            <a:endParaRPr sz="150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1809750" y="3752850"/>
            <a:ext cx="8572500" cy="0"/>
          </a:xfrm>
          <a:prstGeom prst="line">
            <a:avLst/>
          </a:prstGeom>
          <a:noFill/>
          <a:ln w="9525">
            <a:solidFill>
              <a:srgbClr val="E4E4E4"/>
            </a:solidFill>
            <a:prstDash val="solid"/>
          </a:ln>
        </p:spPr>
      </p:sp>
      <p:sp>
        <p:nvSpPr>
          <p:cNvPr id="17" name="圆角矩形 16"/>
          <p:cNvSpPr>
            <a:spLocks noGrp="1"/>
          </p:cNvSpPr>
          <p:nvPr>
            <p:custDataLst>
              <p:tags r:id="rId8"/>
            </p:custDataLst>
          </p:nvPr>
        </p:nvSpPr>
        <p:spPr>
          <a:xfrm>
            <a:off x="876300" y="3914775"/>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03</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custDataLst>
              <p:tags r:id="rId9"/>
            </p:custDataLst>
          </p:nvPr>
        </p:nvSpPr>
        <p:spPr>
          <a:xfrm>
            <a:off x="1809750" y="3895725"/>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实验验证</a:t>
            </a:r>
            <a:endParaRPr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custDataLst>
              <p:tags r:id="rId10"/>
            </p:custDataLst>
          </p:nvPr>
        </p:nvSpPr>
        <p:spPr>
          <a:xfrm>
            <a:off x="1809750" y="4276725"/>
            <a:ext cx="7810500" cy="323850"/>
          </a:xfrm>
          <a:prstGeom prst="rect">
            <a:avLst/>
          </a:prstGeom>
          <a:noFill/>
          <a:ln w="0">
            <a:noFill/>
            <a:prstDash val="solid"/>
          </a:ln>
        </p:spPr>
        <p:txBody>
          <a:bodyPr lIns="0" tIns="0" rIns="0" bIns="0" anchor="ctr"/>
          <a:lstStyle>
            <a:defPPr algn="l">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500"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500"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500"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500"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500"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500"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500"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500"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50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准确率、收敛效率与消融实验</a:t>
            </a:r>
            <a:endParaRPr sz="150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1809750" y="4733925"/>
            <a:ext cx="8572500" cy="0"/>
          </a:xfrm>
          <a:prstGeom prst="line">
            <a:avLst/>
          </a:prstGeom>
          <a:noFill/>
          <a:ln w="9525">
            <a:solidFill>
              <a:srgbClr val="E4E4E4"/>
            </a:solidFill>
            <a:prstDash val="solid"/>
          </a:ln>
        </p:spPr>
      </p:sp>
      <p:sp>
        <p:nvSpPr>
          <p:cNvPr id="21" name="圆角矩形 20"/>
          <p:cNvSpPr>
            <a:spLocks noGrp="1"/>
          </p:cNvSpPr>
          <p:nvPr>
            <p:custDataLst>
              <p:tags r:id="rId11"/>
            </p:custDataLst>
          </p:nvPr>
        </p:nvSpPr>
        <p:spPr>
          <a:xfrm>
            <a:off x="876300" y="4895850"/>
            <a:ext cx="666750" cy="590550"/>
          </a:xfrm>
          <a:prstGeom prst="roundRect">
            <a:avLst>
              <a:gd name="adj" fmla="val 16129"/>
            </a:avLst>
          </a:prstGeom>
          <a:solidFill>
            <a:srgbClr val="B5121B"/>
          </a:solidFill>
          <a:ln w="0">
            <a:noFill/>
            <a:prstDash val="solid"/>
          </a:ln>
        </p:spPr>
        <p:txBody>
          <a:bodyPr lIns="0" tIns="0" rIns="0" bIns="0" anchor="ctr"/>
          <a:lstStyle>
            <a:defPPr algn="ctr">
              <a:defRPr sz="22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2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2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2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2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2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2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2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2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2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250" b="1" i="0">
                <a:solidFill>
                  <a:srgbClr val="FFFFFF"/>
                </a:solidFill>
                <a:latin typeface="微软雅黑" panose="020B0503020204020204" charset="-122"/>
                <a:ea typeface="微软雅黑" panose="020B0503020204020204" charset="-122"/>
                <a:cs typeface="微软雅黑" panose="020B0503020204020204" charset="-122"/>
              </a:defRPr>
            </a:pPr>
            <a:r>
              <a:rPr sz="2250" b="1" i="0">
                <a:solidFill>
                  <a:srgbClr val="FFFFFF"/>
                </a:solidFill>
                <a:latin typeface="微软雅黑" panose="020B0503020204020204" charset="-122"/>
                <a:ea typeface="微软雅黑" panose="020B0503020204020204" charset="-122"/>
                <a:cs typeface="微软雅黑" panose="020B0503020204020204" charset="-122"/>
              </a:rPr>
              <a:t>04</a:t>
            </a:r>
            <a:endParaRPr sz="2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custDataLst>
              <p:tags r:id="rId12"/>
            </p:custDataLst>
          </p:nvPr>
        </p:nvSpPr>
        <p:spPr>
          <a:xfrm>
            <a:off x="1809750" y="4876800"/>
            <a:ext cx="2476500" cy="381000"/>
          </a:xfrm>
          <a:prstGeom prst="rect">
            <a:avLst/>
          </a:prstGeom>
          <a:noFill/>
          <a:ln w="0">
            <a:noFill/>
            <a:prstDash val="solid"/>
          </a:ln>
        </p:spPr>
        <p:txBody>
          <a:bodyPr lIns="0" tIns="0" rIns="0" bIns="0" anchor="ctr"/>
          <a:lstStyle>
            <a:defPPr algn="l">
              <a:defRPr sz="2025"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025"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222222"/>
                </a:solidFill>
                <a:latin typeface="微软雅黑" panose="020B0503020204020204" charset="-122"/>
                <a:ea typeface="微软雅黑" panose="020B0503020204020204" charset="-122"/>
                <a:cs typeface="微软雅黑" panose="020B0503020204020204" charset="-122"/>
              </a:defRPr>
            </a:pPr>
            <a:r>
              <a:rPr sz="2025" b="1" i="0">
                <a:solidFill>
                  <a:srgbClr val="222222"/>
                </a:solidFill>
                <a:latin typeface="微软雅黑" panose="020B0503020204020204" charset="-122"/>
                <a:ea typeface="微软雅黑" panose="020B0503020204020204" charset="-122"/>
                <a:cs typeface="微软雅黑" panose="020B0503020204020204" charset="-122"/>
              </a:rPr>
              <a:t>总结</a:t>
            </a:r>
            <a:r>
              <a:rPr lang="zh-CN" sz="2025" b="1" i="0">
                <a:solidFill>
                  <a:srgbClr val="222222"/>
                </a:solidFill>
                <a:latin typeface="微软雅黑" panose="020B0503020204020204" charset="-122"/>
                <a:ea typeface="微软雅黑" panose="020B0503020204020204" charset="-122"/>
                <a:cs typeface="微软雅黑" panose="020B0503020204020204" charset="-122"/>
              </a:rPr>
              <a:t>思考</a:t>
            </a:r>
            <a:endParaRPr lang="zh-CN" sz="2025"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custDataLst>
              <p:tags r:id="rId13"/>
            </p:custDataLst>
          </p:nvPr>
        </p:nvSpPr>
        <p:spPr>
          <a:xfrm>
            <a:off x="1809750" y="5257800"/>
            <a:ext cx="7810500" cy="323850"/>
          </a:xfrm>
          <a:prstGeom prst="rect">
            <a:avLst/>
          </a:prstGeom>
          <a:noFill/>
          <a:ln w="0">
            <a:noFill/>
            <a:prstDash val="solid"/>
          </a:ln>
        </p:spPr>
        <p:txBody>
          <a:bodyPr lIns="0" tIns="0" rIns="0" bIns="0" anchor="ctr"/>
          <a:lstStyle>
            <a:defPPr algn="l">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500"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500"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500"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500"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500"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500"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500"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500"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50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贡献、局限和可继续研究的问题</a:t>
            </a:r>
            <a:endParaRPr sz="1500" b="0" i="0">
              <a:solidFill>
                <a:srgbClr val="5B5B5B"/>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03</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传统机器学习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33" name="process"/>
          <p:cNvSpPr>
            <a:spLocks noGrp="1"/>
          </p:cNvSpPr>
          <p:nvPr/>
        </p:nvSpPr>
        <p:spPr>
          <a:xfrm>
            <a:off x="235585" y="1939925"/>
            <a:ext cx="7303135" cy="43815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lang="zh-CN" sz="1725" b="1">
                <a:solidFill>
                  <a:srgbClr val="2F75B5"/>
                </a:solidFill>
                <a:latin typeface="微软雅黑" panose="020B0503020204020204" charset="-122"/>
                <a:ea typeface="微软雅黑" panose="020B0503020204020204" charset="-122"/>
                <a:cs typeface="微软雅黑" panose="020B0503020204020204" charset="-122"/>
              </a:rPr>
              <a:t>流程：</a:t>
            </a:r>
            <a:r>
              <a:rPr sz="1725" b="1">
                <a:solidFill>
                  <a:srgbClr val="2F75B5"/>
                </a:solidFill>
                <a:latin typeface="微软雅黑" panose="020B0503020204020204" charset="-122"/>
                <a:ea typeface="微软雅黑" panose="020B0503020204020204" charset="-122"/>
                <a:cs typeface="微软雅黑" panose="020B0503020204020204" charset="-122"/>
              </a:rPr>
              <a:t>① 数据汇集与预处理  ② 服务器统一训练与评估  ③ 部署预测</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4" name="limitation-0"/>
          <p:cNvSpPr>
            <a:spLocks noGrp="1"/>
          </p:cNvSpPr>
          <p:nvPr>
            <p:custDataLst>
              <p:tags r:id="rId3"/>
            </p:custDataLst>
          </p:nvPr>
        </p:nvSpPr>
        <p:spPr>
          <a:xfrm>
            <a:off x="191770" y="2812735"/>
            <a:ext cx="1891648" cy="58054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隐私与数据访问限制</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5" name="detail-0"/>
          <p:cNvSpPr>
            <a:spLocks noGrp="1"/>
          </p:cNvSpPr>
          <p:nvPr>
            <p:custDataLst>
              <p:tags r:id="rId4"/>
            </p:custDataLst>
          </p:nvPr>
        </p:nvSpPr>
        <p:spPr>
          <a:xfrm>
            <a:off x="2210435" y="2813050"/>
            <a:ext cx="5283835" cy="809625"/>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原始数据需要跨设备或跨机构汇集，受数据授权与管理要求限制，</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在医疗、金融等场景中往往难以直接共享。</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6" name="limitation-1"/>
          <p:cNvSpPr>
            <a:spLocks noGrp="1"/>
          </p:cNvSpPr>
          <p:nvPr>
            <p:custDataLst>
              <p:tags r:id="rId5"/>
            </p:custDataLst>
          </p:nvPr>
        </p:nvSpPr>
        <p:spPr>
          <a:xfrm>
            <a:off x="150495" y="4031450"/>
            <a:ext cx="1891648" cy="580540"/>
          </a:xfrm>
          <a:prstGeom prst="rect">
            <a:avLst/>
          </a:prstGeom>
          <a:noFill/>
          <a:ln w="0">
            <a:noFill/>
          </a:ln>
        </p:spPr>
        <p:txBody>
          <a:bodyPr anchor="ctr"/>
          <a:lstStyle>
            <a:defPPr>
              <a:defRPr sz="1800" b="1">
                <a:solidFill>
                  <a:srgbClr val="2F75B5"/>
                </a:solidFill>
                <a:latin typeface="微软雅黑" panose="020B0503020204020204" charset="-122"/>
                <a:ea typeface="微软雅黑" panose="020B0503020204020204" charset="-122"/>
                <a:cs typeface="微软雅黑" panose="020B0503020204020204" charset="-122"/>
              </a:defRPr>
            </a:defPPr>
            <a:lvl1pPr>
              <a:defRPr sz="1800" b="1">
                <a:solidFill>
                  <a:srgbClr val="2F75B5"/>
                </a:solidFill>
                <a:latin typeface="微软雅黑" panose="020B0503020204020204" charset="-122"/>
                <a:ea typeface="微软雅黑" panose="020B0503020204020204" charset="-122"/>
                <a:cs typeface="微软雅黑" panose="020B0503020204020204" charset="-122"/>
              </a:defRPr>
            </a:lvl1pPr>
            <a:lvl2pPr>
              <a:defRPr sz="1800" b="1">
                <a:solidFill>
                  <a:srgbClr val="2F75B5"/>
                </a:solidFill>
                <a:latin typeface="微软雅黑" panose="020B0503020204020204" charset="-122"/>
                <a:ea typeface="微软雅黑" panose="020B0503020204020204" charset="-122"/>
                <a:cs typeface="微软雅黑" panose="020B0503020204020204" charset="-122"/>
              </a:defRPr>
            </a:lvl2pPr>
            <a:lvl3pPr>
              <a:defRPr sz="1800" b="1">
                <a:solidFill>
                  <a:srgbClr val="2F75B5"/>
                </a:solidFill>
                <a:latin typeface="微软雅黑" panose="020B0503020204020204" charset="-122"/>
                <a:ea typeface="微软雅黑" panose="020B0503020204020204" charset="-122"/>
                <a:cs typeface="微软雅黑" panose="020B0503020204020204" charset="-122"/>
              </a:defRPr>
            </a:lvl3pPr>
            <a:lvl4pPr>
              <a:defRPr sz="1800" b="1">
                <a:solidFill>
                  <a:srgbClr val="2F75B5"/>
                </a:solidFill>
                <a:latin typeface="微软雅黑" panose="020B0503020204020204" charset="-122"/>
                <a:ea typeface="微软雅黑" panose="020B0503020204020204" charset="-122"/>
                <a:cs typeface="微软雅黑" panose="020B0503020204020204" charset="-122"/>
              </a:defRPr>
            </a:lvl4pPr>
            <a:lvl5pPr>
              <a:defRPr sz="1800" b="1">
                <a:solidFill>
                  <a:srgbClr val="2F75B5"/>
                </a:solidFill>
                <a:latin typeface="微软雅黑" panose="020B0503020204020204" charset="-122"/>
                <a:ea typeface="微软雅黑" panose="020B0503020204020204" charset="-122"/>
                <a:cs typeface="微软雅黑" panose="020B0503020204020204" charset="-122"/>
              </a:defRPr>
            </a:lvl5pPr>
            <a:lvl6pPr>
              <a:defRPr sz="1800" b="1">
                <a:solidFill>
                  <a:srgbClr val="2F75B5"/>
                </a:solidFill>
                <a:latin typeface="微软雅黑" panose="020B0503020204020204" charset="-122"/>
                <a:ea typeface="微软雅黑" panose="020B0503020204020204" charset="-122"/>
                <a:cs typeface="微软雅黑" panose="020B0503020204020204" charset="-122"/>
              </a:defRPr>
            </a:lvl6pPr>
            <a:lvl7pPr>
              <a:defRPr sz="1800" b="1">
                <a:solidFill>
                  <a:srgbClr val="2F75B5"/>
                </a:solidFill>
                <a:latin typeface="微软雅黑" panose="020B0503020204020204" charset="-122"/>
                <a:ea typeface="微软雅黑" panose="020B0503020204020204" charset="-122"/>
                <a:cs typeface="微软雅黑" panose="020B0503020204020204" charset="-122"/>
              </a:defRPr>
            </a:lvl7pPr>
            <a:lvl8pPr>
              <a:defRPr sz="1800" b="1">
                <a:solidFill>
                  <a:srgbClr val="2F75B5"/>
                </a:solidFill>
                <a:latin typeface="微软雅黑" panose="020B0503020204020204" charset="-122"/>
                <a:ea typeface="微软雅黑" panose="020B0503020204020204" charset="-122"/>
                <a:cs typeface="微软雅黑" panose="020B0503020204020204" charset="-122"/>
              </a:defRPr>
            </a:lvl8pPr>
            <a:lvl9pPr>
              <a:defRPr sz="1800"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2F75B5"/>
                </a:solidFill>
                <a:latin typeface="微软雅黑" panose="020B0503020204020204" charset="-122"/>
                <a:ea typeface="微软雅黑" panose="020B0503020204020204" charset="-122"/>
                <a:cs typeface="微软雅黑" panose="020B0503020204020204" charset="-122"/>
              </a:defRPr>
            </a:pPr>
            <a:r>
              <a:rPr sz="1800" b="1">
                <a:solidFill>
                  <a:srgbClr val="2F75B5"/>
                </a:solidFill>
                <a:latin typeface="微软雅黑" panose="020B0503020204020204" charset="-122"/>
                <a:ea typeface="微软雅黑" panose="020B0503020204020204" charset="-122"/>
                <a:cs typeface="微软雅黑" panose="020B0503020204020204" charset="-122"/>
              </a:rPr>
              <a:t>数据孤岛与样本覆盖不足</a:t>
            </a:r>
            <a:endParaRPr sz="1800"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7" name="detail-1"/>
          <p:cNvSpPr>
            <a:spLocks noGrp="1"/>
          </p:cNvSpPr>
          <p:nvPr>
            <p:custDataLst>
              <p:tags r:id="rId6"/>
            </p:custDataLst>
          </p:nvPr>
        </p:nvSpPr>
        <p:spPr>
          <a:xfrm>
            <a:off x="2210701" y="4031450"/>
            <a:ext cx="5283569" cy="706215"/>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无法汇集的数据难以用于联合训练，单一机构的数据可能缺少</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足够的样本或场景，影响模型的泛化能力。</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8" name="limitation-2"/>
          <p:cNvSpPr>
            <a:spLocks noGrp="1"/>
          </p:cNvSpPr>
          <p:nvPr>
            <p:custDataLst>
              <p:tags r:id="rId7"/>
            </p:custDataLst>
          </p:nvPr>
        </p:nvSpPr>
        <p:spPr>
          <a:xfrm>
            <a:off x="150495" y="5150471"/>
            <a:ext cx="1891648" cy="557927"/>
          </a:xfrm>
          <a:prstGeom prst="rect">
            <a:avLst/>
          </a:prstGeom>
          <a:noFill/>
          <a:ln w="0">
            <a:noFill/>
          </a:ln>
        </p:spPr>
        <p:txBody>
          <a:bodyPr anchor="ctr"/>
          <a:lstStyle>
            <a:defPPr>
              <a:defRPr sz="1800" b="1">
                <a:solidFill>
                  <a:srgbClr val="2F75B5"/>
                </a:solidFill>
                <a:latin typeface="微软雅黑" panose="020B0503020204020204" charset="-122"/>
                <a:ea typeface="微软雅黑" panose="020B0503020204020204" charset="-122"/>
                <a:cs typeface="微软雅黑" panose="020B0503020204020204" charset="-122"/>
              </a:defRPr>
            </a:defPPr>
            <a:lvl1pPr>
              <a:defRPr sz="1800" b="1">
                <a:solidFill>
                  <a:srgbClr val="2F75B5"/>
                </a:solidFill>
                <a:latin typeface="微软雅黑" panose="020B0503020204020204" charset="-122"/>
                <a:ea typeface="微软雅黑" panose="020B0503020204020204" charset="-122"/>
                <a:cs typeface="微软雅黑" panose="020B0503020204020204" charset="-122"/>
              </a:defRPr>
            </a:lvl1pPr>
            <a:lvl2pPr>
              <a:defRPr sz="1800" b="1">
                <a:solidFill>
                  <a:srgbClr val="2F75B5"/>
                </a:solidFill>
                <a:latin typeface="微软雅黑" panose="020B0503020204020204" charset="-122"/>
                <a:ea typeface="微软雅黑" panose="020B0503020204020204" charset="-122"/>
                <a:cs typeface="微软雅黑" panose="020B0503020204020204" charset="-122"/>
              </a:defRPr>
            </a:lvl2pPr>
            <a:lvl3pPr>
              <a:defRPr sz="1800" b="1">
                <a:solidFill>
                  <a:srgbClr val="2F75B5"/>
                </a:solidFill>
                <a:latin typeface="微软雅黑" panose="020B0503020204020204" charset="-122"/>
                <a:ea typeface="微软雅黑" panose="020B0503020204020204" charset="-122"/>
                <a:cs typeface="微软雅黑" panose="020B0503020204020204" charset="-122"/>
              </a:defRPr>
            </a:lvl3pPr>
            <a:lvl4pPr>
              <a:defRPr sz="1800" b="1">
                <a:solidFill>
                  <a:srgbClr val="2F75B5"/>
                </a:solidFill>
                <a:latin typeface="微软雅黑" panose="020B0503020204020204" charset="-122"/>
                <a:ea typeface="微软雅黑" panose="020B0503020204020204" charset="-122"/>
                <a:cs typeface="微软雅黑" panose="020B0503020204020204" charset="-122"/>
              </a:defRPr>
            </a:lvl4pPr>
            <a:lvl5pPr>
              <a:defRPr sz="1800" b="1">
                <a:solidFill>
                  <a:srgbClr val="2F75B5"/>
                </a:solidFill>
                <a:latin typeface="微软雅黑" panose="020B0503020204020204" charset="-122"/>
                <a:ea typeface="微软雅黑" panose="020B0503020204020204" charset="-122"/>
                <a:cs typeface="微软雅黑" panose="020B0503020204020204" charset="-122"/>
              </a:defRPr>
            </a:lvl5pPr>
            <a:lvl6pPr>
              <a:defRPr sz="1800" b="1">
                <a:solidFill>
                  <a:srgbClr val="2F75B5"/>
                </a:solidFill>
                <a:latin typeface="微软雅黑" panose="020B0503020204020204" charset="-122"/>
                <a:ea typeface="微软雅黑" panose="020B0503020204020204" charset="-122"/>
                <a:cs typeface="微软雅黑" panose="020B0503020204020204" charset="-122"/>
              </a:defRPr>
            </a:lvl6pPr>
            <a:lvl7pPr>
              <a:defRPr sz="1800" b="1">
                <a:solidFill>
                  <a:srgbClr val="2F75B5"/>
                </a:solidFill>
                <a:latin typeface="微软雅黑" panose="020B0503020204020204" charset="-122"/>
                <a:ea typeface="微软雅黑" panose="020B0503020204020204" charset="-122"/>
                <a:cs typeface="微软雅黑" panose="020B0503020204020204" charset="-122"/>
              </a:defRPr>
            </a:lvl7pPr>
            <a:lvl8pPr>
              <a:defRPr sz="1800" b="1">
                <a:solidFill>
                  <a:srgbClr val="2F75B5"/>
                </a:solidFill>
                <a:latin typeface="微软雅黑" panose="020B0503020204020204" charset="-122"/>
                <a:ea typeface="微软雅黑" panose="020B0503020204020204" charset="-122"/>
                <a:cs typeface="微软雅黑" panose="020B0503020204020204" charset="-122"/>
              </a:defRPr>
            </a:lvl8pPr>
            <a:lvl9pPr>
              <a:defRPr sz="1800"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2F75B5"/>
                </a:solidFill>
                <a:latin typeface="微软雅黑" panose="020B0503020204020204" charset="-122"/>
                <a:ea typeface="微软雅黑" panose="020B0503020204020204" charset="-122"/>
                <a:cs typeface="微软雅黑" panose="020B0503020204020204" charset="-122"/>
              </a:defRPr>
            </a:pPr>
            <a:r>
              <a:rPr sz="1800" b="1">
                <a:solidFill>
                  <a:srgbClr val="2F75B5"/>
                </a:solidFill>
                <a:latin typeface="微软雅黑" panose="020B0503020204020204" charset="-122"/>
                <a:ea typeface="微软雅黑" panose="020B0503020204020204" charset="-122"/>
                <a:cs typeface="微软雅黑" panose="020B0503020204020204" charset="-122"/>
              </a:rPr>
              <a:t>传输、存储与集中风险</a:t>
            </a:r>
            <a:endParaRPr sz="1800"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9" name="detail-2"/>
          <p:cNvSpPr>
            <a:spLocks noGrp="1"/>
          </p:cNvSpPr>
          <p:nvPr>
            <p:custDataLst>
              <p:tags r:id="rId8"/>
            </p:custDataLst>
          </p:nvPr>
        </p:nvSpPr>
        <p:spPr>
          <a:xfrm>
            <a:off x="2210701" y="5000611"/>
            <a:ext cx="5283569" cy="818844"/>
          </a:xfrm>
          <a:prstGeom prst="rect">
            <a:avLst/>
          </a:prstGeom>
          <a:noFill/>
          <a:ln w="0">
            <a:noFill/>
          </a:ln>
        </p:spPr>
        <p:txBody>
          <a:bodyPr anchor="ctr"/>
          <a:lstStyle>
            <a:defPPr>
              <a:defRPr sz="1575" b="0">
                <a:solidFill>
                  <a:srgbClr val="333333"/>
                </a:solidFill>
                <a:latin typeface="微软雅黑" panose="020B0503020204020204" charset="-122"/>
                <a:ea typeface="微软雅黑" panose="020B0503020204020204" charset="-122"/>
                <a:cs typeface="微软雅黑" panose="020B0503020204020204" charset="-122"/>
              </a:defRPr>
            </a:defPPr>
            <a:lvl1pPr>
              <a:defRPr sz="1575" b="0">
                <a:solidFill>
                  <a:srgbClr val="333333"/>
                </a:solidFill>
                <a:latin typeface="微软雅黑" panose="020B0503020204020204" charset="-122"/>
                <a:ea typeface="微软雅黑" panose="020B0503020204020204" charset="-122"/>
                <a:cs typeface="微软雅黑" panose="020B0503020204020204" charset="-122"/>
              </a:defRPr>
            </a:lvl1pPr>
            <a:lvl2pPr>
              <a:defRPr sz="1575" b="0">
                <a:solidFill>
                  <a:srgbClr val="333333"/>
                </a:solidFill>
                <a:latin typeface="微软雅黑" panose="020B0503020204020204" charset="-122"/>
                <a:ea typeface="微软雅黑" panose="020B0503020204020204" charset="-122"/>
                <a:cs typeface="微软雅黑" panose="020B0503020204020204" charset="-122"/>
              </a:defRPr>
            </a:lvl2pPr>
            <a:lvl3pPr>
              <a:defRPr sz="1575" b="0">
                <a:solidFill>
                  <a:srgbClr val="333333"/>
                </a:solidFill>
                <a:latin typeface="微软雅黑" panose="020B0503020204020204" charset="-122"/>
                <a:ea typeface="微软雅黑" panose="020B0503020204020204" charset="-122"/>
                <a:cs typeface="微软雅黑" panose="020B0503020204020204" charset="-122"/>
              </a:defRPr>
            </a:lvl3pPr>
            <a:lvl4pPr>
              <a:defRPr sz="1575" b="0">
                <a:solidFill>
                  <a:srgbClr val="333333"/>
                </a:solidFill>
                <a:latin typeface="微软雅黑" panose="020B0503020204020204" charset="-122"/>
                <a:ea typeface="微软雅黑" panose="020B0503020204020204" charset="-122"/>
                <a:cs typeface="微软雅黑" panose="020B0503020204020204" charset="-122"/>
              </a:defRPr>
            </a:lvl4pPr>
            <a:lvl5pPr>
              <a:defRPr sz="1575" b="0">
                <a:solidFill>
                  <a:srgbClr val="333333"/>
                </a:solidFill>
                <a:latin typeface="微软雅黑" panose="020B0503020204020204" charset="-122"/>
                <a:ea typeface="微软雅黑" panose="020B0503020204020204" charset="-122"/>
                <a:cs typeface="微软雅黑" panose="020B0503020204020204" charset="-122"/>
              </a:defRPr>
            </a:lvl5pPr>
            <a:lvl6pPr>
              <a:defRPr sz="1575" b="0">
                <a:solidFill>
                  <a:srgbClr val="333333"/>
                </a:solidFill>
                <a:latin typeface="微软雅黑" panose="020B0503020204020204" charset="-122"/>
                <a:ea typeface="微软雅黑" panose="020B0503020204020204" charset="-122"/>
                <a:cs typeface="微软雅黑" panose="020B0503020204020204" charset="-122"/>
              </a:defRPr>
            </a:lvl6pPr>
            <a:lvl7pPr>
              <a:defRPr sz="1575" b="0">
                <a:solidFill>
                  <a:srgbClr val="333333"/>
                </a:solidFill>
                <a:latin typeface="微软雅黑" panose="020B0503020204020204" charset="-122"/>
                <a:ea typeface="微软雅黑" panose="020B0503020204020204" charset="-122"/>
                <a:cs typeface="微软雅黑" panose="020B0503020204020204" charset="-122"/>
              </a:defRPr>
            </a:lvl7pPr>
            <a:lvl8pPr>
              <a:defRPr sz="1575" b="0">
                <a:solidFill>
                  <a:srgbClr val="333333"/>
                </a:solidFill>
                <a:latin typeface="微软雅黑" panose="020B0503020204020204" charset="-122"/>
                <a:ea typeface="微软雅黑" panose="020B0503020204020204" charset="-122"/>
                <a:cs typeface="微软雅黑" panose="020B0503020204020204" charset="-122"/>
              </a:defRPr>
            </a:lvl8pPr>
            <a:lvl9pPr>
              <a:defRPr sz="1575"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大量原始数据上传、清洗和集中保存会带来成本；</a:t>
            </a:r>
            <a:endParaRPr sz="1575" b="0">
              <a:solidFill>
                <a:srgbClr val="333333"/>
              </a:solidFill>
              <a:latin typeface="微软雅黑" panose="020B0503020204020204" charset="-122"/>
              <a:ea typeface="微软雅黑" panose="020B0503020204020204" charset="-122"/>
              <a:cs typeface="微软雅黑" panose="020B0503020204020204" charset="-122"/>
            </a:endParaRPr>
          </a:p>
          <a:p>
            <a:pPr>
              <a:defRPr sz="1575" b="0">
                <a:solidFill>
                  <a:srgbClr val="333333"/>
                </a:solidFill>
                <a:latin typeface="微软雅黑" panose="020B0503020204020204" charset="-122"/>
                <a:ea typeface="微软雅黑" panose="020B0503020204020204" charset="-122"/>
                <a:cs typeface="微软雅黑" panose="020B0503020204020204" charset="-122"/>
              </a:defRPr>
            </a:pPr>
            <a:r>
              <a:rPr sz="1575" b="0">
                <a:solidFill>
                  <a:srgbClr val="333333"/>
                </a:solidFill>
                <a:latin typeface="微软雅黑" panose="020B0503020204020204" charset="-122"/>
                <a:ea typeface="微软雅黑" panose="020B0503020204020204" charset="-122"/>
                <a:cs typeface="微软雅黑" panose="020B0503020204020204" charset="-122"/>
              </a:rPr>
              <a:t>数据汇聚于同一位置，也会扩大泄露事件可能影响的范围。</a:t>
            </a:r>
            <a:endParaRPr sz="1575" b="0">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9"/>
          <a:stretch>
            <a:fillRect/>
          </a:stretch>
        </p:blipFill>
        <p:spPr>
          <a:xfrm>
            <a:off x="7538085" y="1157605"/>
            <a:ext cx="4500245" cy="4679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03</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联邦学习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32" name="definition"/>
          <p:cNvSpPr>
            <a:spLocks noGrp="1"/>
          </p:cNvSpPr>
          <p:nvPr/>
        </p:nvSpPr>
        <p:spPr>
          <a:xfrm>
            <a:off x="400050" y="1957070"/>
            <a:ext cx="10668000" cy="457200"/>
          </a:xfrm>
          <a:prstGeom prst="rect">
            <a:avLst/>
          </a:prstGeom>
          <a:noFill/>
          <a:ln w="0">
            <a:noFill/>
          </a:ln>
        </p:spPr>
        <p:txBody>
          <a:bodyPr anchor="ctr"/>
          <a:lstStyle>
            <a:defPPr>
              <a:defRPr sz="1950" b="1">
                <a:solidFill>
                  <a:srgbClr val="A7101D"/>
                </a:solidFill>
                <a:latin typeface="微软雅黑" panose="020B0503020204020204" charset="-122"/>
                <a:ea typeface="微软雅黑" panose="020B0503020204020204" charset="-122"/>
                <a:cs typeface="微软雅黑" panose="020B0503020204020204" charset="-122"/>
              </a:defRPr>
            </a:defPPr>
            <a:lvl1pPr>
              <a:defRPr sz="1950" b="1">
                <a:solidFill>
                  <a:srgbClr val="A7101D"/>
                </a:solidFill>
                <a:latin typeface="微软雅黑" panose="020B0503020204020204" charset="-122"/>
                <a:ea typeface="微软雅黑" panose="020B0503020204020204" charset="-122"/>
                <a:cs typeface="微软雅黑" panose="020B0503020204020204" charset="-122"/>
              </a:defRPr>
            </a:lvl1pPr>
            <a:lvl2pPr>
              <a:defRPr sz="1950" b="1">
                <a:solidFill>
                  <a:srgbClr val="A7101D"/>
                </a:solidFill>
                <a:latin typeface="微软雅黑" panose="020B0503020204020204" charset="-122"/>
                <a:ea typeface="微软雅黑" panose="020B0503020204020204" charset="-122"/>
                <a:cs typeface="微软雅黑" panose="020B0503020204020204" charset="-122"/>
              </a:defRPr>
            </a:lvl2pPr>
            <a:lvl3pPr>
              <a:defRPr sz="1950" b="1">
                <a:solidFill>
                  <a:srgbClr val="A7101D"/>
                </a:solidFill>
                <a:latin typeface="微软雅黑" panose="020B0503020204020204" charset="-122"/>
                <a:ea typeface="微软雅黑" panose="020B0503020204020204" charset="-122"/>
                <a:cs typeface="微软雅黑" panose="020B0503020204020204" charset="-122"/>
              </a:defRPr>
            </a:lvl3pPr>
            <a:lvl4pPr>
              <a:defRPr sz="1950" b="1">
                <a:solidFill>
                  <a:srgbClr val="A7101D"/>
                </a:solidFill>
                <a:latin typeface="微软雅黑" panose="020B0503020204020204" charset="-122"/>
                <a:ea typeface="微软雅黑" panose="020B0503020204020204" charset="-122"/>
                <a:cs typeface="微软雅黑" panose="020B0503020204020204" charset="-122"/>
              </a:defRPr>
            </a:lvl4pPr>
            <a:lvl5pPr>
              <a:defRPr sz="1950" b="1">
                <a:solidFill>
                  <a:srgbClr val="A7101D"/>
                </a:solidFill>
                <a:latin typeface="微软雅黑" panose="020B0503020204020204" charset="-122"/>
                <a:ea typeface="微软雅黑" panose="020B0503020204020204" charset="-122"/>
                <a:cs typeface="微软雅黑" panose="020B0503020204020204" charset="-122"/>
              </a:defRPr>
            </a:lvl5pPr>
            <a:lvl6pPr>
              <a:defRPr sz="1950" b="1">
                <a:solidFill>
                  <a:srgbClr val="A7101D"/>
                </a:solidFill>
                <a:latin typeface="微软雅黑" panose="020B0503020204020204" charset="-122"/>
                <a:ea typeface="微软雅黑" panose="020B0503020204020204" charset="-122"/>
                <a:cs typeface="微软雅黑" panose="020B0503020204020204" charset="-122"/>
              </a:defRPr>
            </a:lvl6pPr>
            <a:lvl7pPr>
              <a:defRPr sz="1950" b="1">
                <a:solidFill>
                  <a:srgbClr val="A7101D"/>
                </a:solidFill>
                <a:latin typeface="微软雅黑" panose="020B0503020204020204" charset="-122"/>
                <a:ea typeface="微软雅黑" panose="020B0503020204020204" charset="-122"/>
                <a:cs typeface="微软雅黑" panose="020B0503020204020204" charset="-122"/>
              </a:defRPr>
            </a:lvl7pPr>
            <a:lvl8pPr>
              <a:defRPr sz="1950" b="1">
                <a:solidFill>
                  <a:srgbClr val="A7101D"/>
                </a:solidFill>
                <a:latin typeface="微软雅黑" panose="020B0503020204020204" charset="-122"/>
                <a:ea typeface="微软雅黑" panose="020B0503020204020204" charset="-122"/>
                <a:cs typeface="微软雅黑" panose="020B0503020204020204" charset="-122"/>
              </a:defRPr>
            </a:lvl8pPr>
            <a:lvl9pPr>
              <a:defRPr sz="1950" b="1">
                <a:solidFill>
                  <a:srgbClr val="A7101D"/>
                </a:solidFill>
                <a:latin typeface="微软雅黑" panose="020B0503020204020204" charset="-122"/>
                <a:ea typeface="微软雅黑" panose="020B0503020204020204" charset="-122"/>
                <a:cs typeface="微软雅黑" panose="020B0503020204020204" charset="-122"/>
              </a:defRPr>
            </a:lvl9pPr>
          </a:lstStyle>
          <a:p>
            <a:pPr>
              <a:defRPr sz="1950" b="1">
                <a:solidFill>
                  <a:srgbClr val="A7101D"/>
                </a:solidFill>
                <a:latin typeface="微软雅黑" panose="020B0503020204020204" charset="-122"/>
                <a:ea typeface="微软雅黑" panose="020B0503020204020204" charset="-122"/>
                <a:cs typeface="微软雅黑" panose="020B0503020204020204" charset="-122"/>
              </a:defRPr>
            </a:pPr>
            <a:r>
              <a:rPr sz="1950" b="1">
                <a:solidFill>
                  <a:srgbClr val="A7101D"/>
                </a:solidFill>
                <a:latin typeface="微软雅黑" panose="020B0503020204020204" charset="-122"/>
                <a:ea typeface="微软雅黑" panose="020B0503020204020204" charset="-122"/>
                <a:cs typeface="微软雅黑" panose="020B0503020204020204" charset="-122"/>
              </a:rPr>
              <a:t>联邦学习让多个客户端在不集中原始数据的条件下，共同训练模型。</a:t>
            </a:r>
            <a:endParaRPr sz="1950" b="1">
              <a:solidFill>
                <a:srgbClr val="A7101D"/>
              </a:solidFill>
              <a:latin typeface="微软雅黑" panose="020B0503020204020204" charset="-122"/>
              <a:ea typeface="微软雅黑" panose="020B0503020204020204" charset="-122"/>
              <a:cs typeface="微软雅黑" panose="020B0503020204020204" charset="-122"/>
            </a:endParaRPr>
          </a:p>
        </p:txBody>
      </p:sp>
      <p:sp>
        <p:nvSpPr>
          <p:cNvPr id="33" name="intro"/>
          <p:cNvSpPr>
            <a:spLocks noGrp="1"/>
          </p:cNvSpPr>
          <p:nvPr/>
        </p:nvSpPr>
        <p:spPr>
          <a:xfrm>
            <a:off x="457200" y="2524125"/>
            <a:ext cx="10668000" cy="400050"/>
          </a:xfrm>
          <a:prstGeom prst="rect">
            <a:avLst/>
          </a:prstGeom>
          <a:noFill/>
          <a:ln w="0">
            <a:noFill/>
          </a:ln>
        </p:spPr>
        <p:txBody>
          <a:bodyPr anchor="ctr"/>
          <a:lstStyle>
            <a:defPPr>
              <a:defRPr sz="1575" b="0">
                <a:solidFill>
                  <a:srgbClr val="555555"/>
                </a:solidFill>
                <a:latin typeface="微软雅黑" panose="020B0503020204020204" charset="-122"/>
                <a:ea typeface="微软雅黑" panose="020B0503020204020204" charset="-122"/>
                <a:cs typeface="微软雅黑" panose="020B0503020204020204" charset="-122"/>
              </a:defRPr>
            </a:defPPr>
            <a:lvl1pPr>
              <a:defRPr sz="1575" b="0">
                <a:solidFill>
                  <a:srgbClr val="555555"/>
                </a:solidFill>
                <a:latin typeface="微软雅黑" panose="020B0503020204020204" charset="-122"/>
                <a:ea typeface="微软雅黑" panose="020B0503020204020204" charset="-122"/>
                <a:cs typeface="微软雅黑" panose="020B0503020204020204" charset="-122"/>
              </a:defRPr>
            </a:lvl1pPr>
            <a:lvl2pPr>
              <a:defRPr sz="1575" b="0">
                <a:solidFill>
                  <a:srgbClr val="555555"/>
                </a:solidFill>
                <a:latin typeface="微软雅黑" panose="020B0503020204020204" charset="-122"/>
                <a:ea typeface="微软雅黑" panose="020B0503020204020204" charset="-122"/>
                <a:cs typeface="微软雅黑" panose="020B0503020204020204" charset="-122"/>
              </a:defRPr>
            </a:lvl2pPr>
            <a:lvl3pPr>
              <a:defRPr sz="1575" b="0">
                <a:solidFill>
                  <a:srgbClr val="555555"/>
                </a:solidFill>
                <a:latin typeface="微软雅黑" panose="020B0503020204020204" charset="-122"/>
                <a:ea typeface="微软雅黑" panose="020B0503020204020204" charset="-122"/>
                <a:cs typeface="微软雅黑" panose="020B0503020204020204" charset="-122"/>
              </a:defRPr>
            </a:lvl3pPr>
            <a:lvl4pPr>
              <a:defRPr sz="1575" b="0">
                <a:solidFill>
                  <a:srgbClr val="555555"/>
                </a:solidFill>
                <a:latin typeface="微软雅黑" panose="020B0503020204020204" charset="-122"/>
                <a:ea typeface="微软雅黑" panose="020B0503020204020204" charset="-122"/>
                <a:cs typeface="微软雅黑" panose="020B0503020204020204" charset="-122"/>
              </a:defRPr>
            </a:lvl4pPr>
            <a:lvl5pPr>
              <a:defRPr sz="1575" b="0">
                <a:solidFill>
                  <a:srgbClr val="555555"/>
                </a:solidFill>
                <a:latin typeface="微软雅黑" panose="020B0503020204020204" charset="-122"/>
                <a:ea typeface="微软雅黑" panose="020B0503020204020204" charset="-122"/>
                <a:cs typeface="微软雅黑" panose="020B0503020204020204" charset="-122"/>
              </a:defRPr>
            </a:lvl5pPr>
            <a:lvl6pPr>
              <a:defRPr sz="1575" b="0">
                <a:solidFill>
                  <a:srgbClr val="555555"/>
                </a:solidFill>
                <a:latin typeface="微软雅黑" panose="020B0503020204020204" charset="-122"/>
                <a:ea typeface="微软雅黑" panose="020B0503020204020204" charset="-122"/>
                <a:cs typeface="微软雅黑" panose="020B0503020204020204" charset="-122"/>
              </a:defRPr>
            </a:lvl6pPr>
            <a:lvl7pPr>
              <a:defRPr sz="1575" b="0">
                <a:solidFill>
                  <a:srgbClr val="555555"/>
                </a:solidFill>
                <a:latin typeface="微软雅黑" panose="020B0503020204020204" charset="-122"/>
                <a:ea typeface="微软雅黑" panose="020B0503020204020204" charset="-122"/>
                <a:cs typeface="微软雅黑" panose="020B0503020204020204" charset="-122"/>
              </a:defRPr>
            </a:lvl7pPr>
            <a:lvl8pPr>
              <a:defRPr sz="1575" b="0">
                <a:solidFill>
                  <a:srgbClr val="555555"/>
                </a:solidFill>
                <a:latin typeface="微软雅黑" panose="020B0503020204020204" charset="-122"/>
                <a:ea typeface="微软雅黑" panose="020B0503020204020204" charset="-122"/>
                <a:cs typeface="微软雅黑" panose="020B0503020204020204" charset="-122"/>
              </a:defRPr>
            </a:lvl8pPr>
            <a:lvl9pPr>
              <a:defRPr sz="1575" b="0">
                <a:solidFill>
                  <a:srgbClr val="555555"/>
                </a:solidFill>
                <a:latin typeface="微软雅黑" panose="020B0503020204020204" charset="-122"/>
                <a:ea typeface="微软雅黑" panose="020B0503020204020204" charset="-122"/>
                <a:cs typeface="微软雅黑" panose="020B0503020204020204" charset="-122"/>
              </a:defRPr>
            </a:lvl9pPr>
          </a:lstStyle>
          <a:p>
            <a:pPr>
              <a:defRPr sz="1575" b="0">
                <a:solidFill>
                  <a:srgbClr val="555555"/>
                </a:solidFill>
                <a:latin typeface="微软雅黑" panose="020B0503020204020204" charset="-122"/>
                <a:ea typeface="微软雅黑" panose="020B0503020204020204" charset="-122"/>
                <a:cs typeface="微软雅黑" panose="020B0503020204020204" charset="-122"/>
              </a:defRPr>
            </a:pPr>
            <a:r>
              <a:rPr sz="1575" b="0">
                <a:solidFill>
                  <a:srgbClr val="555555"/>
                </a:solidFill>
                <a:latin typeface="微软雅黑" panose="020B0503020204020204" charset="-122"/>
                <a:ea typeface="微软雅黑" panose="020B0503020204020204" charset="-122"/>
                <a:cs typeface="微软雅黑" panose="020B0503020204020204" charset="-122"/>
              </a:rPr>
              <a:t>手机、医院或企业保留各自数据，服务器负责组织训练和聚合模型更新。</a:t>
            </a:r>
            <a:endParaRPr sz="1575" b="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34" name="step-0"/>
          <p:cNvSpPr>
            <a:spLocks noGrp="1"/>
          </p:cNvSpPr>
          <p:nvPr>
            <p:custDataLst>
              <p:tags r:id="rId3"/>
            </p:custDataLst>
          </p:nvPr>
        </p:nvSpPr>
        <p:spPr>
          <a:xfrm>
            <a:off x="462915" y="309372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01</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5" name="name-0"/>
          <p:cNvSpPr>
            <a:spLocks noGrp="1"/>
          </p:cNvSpPr>
          <p:nvPr>
            <p:custDataLst>
              <p:tags r:id="rId4"/>
            </p:custDataLst>
          </p:nvPr>
        </p:nvSpPr>
        <p:spPr>
          <a:xfrm>
            <a:off x="1110615" y="309372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模型下发</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6" name="explain-0"/>
          <p:cNvSpPr>
            <a:spLocks noGrp="1"/>
          </p:cNvSpPr>
          <p:nvPr>
            <p:custDataLst>
              <p:tags r:id="rId5"/>
            </p:custDataLst>
          </p:nvPr>
        </p:nvSpPr>
        <p:spPr>
          <a:xfrm>
            <a:off x="2587625" y="3093720"/>
            <a:ext cx="800354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服务器选择参与客户端，发送当前全局模型</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37" name="step-1"/>
          <p:cNvSpPr>
            <a:spLocks noGrp="1"/>
          </p:cNvSpPr>
          <p:nvPr>
            <p:custDataLst>
              <p:tags r:id="rId6"/>
            </p:custDataLst>
          </p:nvPr>
        </p:nvSpPr>
        <p:spPr>
          <a:xfrm>
            <a:off x="462915" y="372237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02</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38" name="name-1"/>
          <p:cNvSpPr>
            <a:spLocks noGrp="1"/>
          </p:cNvSpPr>
          <p:nvPr>
            <p:custDataLst>
              <p:tags r:id="rId7"/>
            </p:custDataLst>
          </p:nvPr>
        </p:nvSpPr>
        <p:spPr>
          <a:xfrm>
            <a:off x="1110615" y="372237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本地训练</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39" name="explain-1"/>
          <p:cNvSpPr>
            <a:spLocks noGrp="1"/>
          </p:cNvSpPr>
          <p:nvPr>
            <p:custDataLst>
              <p:tags r:id="rId8"/>
            </p:custDataLst>
          </p:nvPr>
        </p:nvSpPr>
        <p:spPr>
          <a:xfrm>
            <a:off x="2586990" y="372237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客户端利用私有数据更新模型，原始样本留在本地</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0" name="step-2"/>
          <p:cNvSpPr>
            <a:spLocks noGrp="1"/>
          </p:cNvSpPr>
          <p:nvPr>
            <p:custDataLst>
              <p:tags r:id="rId9"/>
            </p:custDataLst>
          </p:nvPr>
        </p:nvSpPr>
        <p:spPr>
          <a:xfrm>
            <a:off x="462915" y="435102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03</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41" name="name-2"/>
          <p:cNvSpPr>
            <a:spLocks noGrp="1"/>
          </p:cNvSpPr>
          <p:nvPr>
            <p:custDataLst>
              <p:tags r:id="rId10"/>
            </p:custDataLst>
          </p:nvPr>
        </p:nvSpPr>
        <p:spPr>
          <a:xfrm>
            <a:off x="1110615" y="435102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更新聚合</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42" name="explain-2"/>
          <p:cNvSpPr>
            <a:spLocks noGrp="1"/>
          </p:cNvSpPr>
          <p:nvPr>
            <p:custDataLst>
              <p:tags r:id="rId11"/>
            </p:custDataLst>
          </p:nvPr>
        </p:nvSpPr>
        <p:spPr>
          <a:xfrm>
            <a:off x="2586990" y="435102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客户端上传模型更新，服务器按约定规则进行聚合</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3" name="step-3"/>
          <p:cNvSpPr>
            <a:spLocks noGrp="1"/>
          </p:cNvSpPr>
          <p:nvPr>
            <p:custDataLst>
              <p:tags r:id="rId12"/>
            </p:custDataLst>
          </p:nvPr>
        </p:nvSpPr>
        <p:spPr>
          <a:xfrm>
            <a:off x="462915" y="4979670"/>
            <a:ext cx="523875" cy="381000"/>
          </a:xfrm>
          <a:prstGeom prst="rect">
            <a:avLst/>
          </a:prstGeom>
          <a:noFill/>
          <a:ln w="0">
            <a:noFill/>
          </a:ln>
        </p:spPr>
        <p:txBody>
          <a:bodyPr anchor="ctr"/>
          <a:lstStyle>
            <a:defPPr>
              <a:defRPr sz="1800" b="1">
                <a:solidFill>
                  <a:srgbClr val="B5091E"/>
                </a:solidFill>
                <a:latin typeface="微软雅黑" panose="020B0503020204020204" charset="-122"/>
                <a:ea typeface="微软雅黑" panose="020B0503020204020204" charset="-122"/>
                <a:cs typeface="微软雅黑" panose="020B0503020204020204" charset="-122"/>
              </a:defRPr>
            </a:defPPr>
            <a:lvl1pPr>
              <a:defRPr sz="1800" b="1">
                <a:solidFill>
                  <a:srgbClr val="B5091E"/>
                </a:solidFill>
                <a:latin typeface="微软雅黑" panose="020B0503020204020204" charset="-122"/>
                <a:ea typeface="微软雅黑" panose="020B0503020204020204" charset="-122"/>
                <a:cs typeface="微软雅黑" panose="020B0503020204020204" charset="-122"/>
              </a:defRPr>
            </a:lvl1pPr>
            <a:lvl2pPr>
              <a:defRPr sz="1800" b="1">
                <a:solidFill>
                  <a:srgbClr val="B5091E"/>
                </a:solidFill>
                <a:latin typeface="微软雅黑" panose="020B0503020204020204" charset="-122"/>
                <a:ea typeface="微软雅黑" panose="020B0503020204020204" charset="-122"/>
                <a:cs typeface="微软雅黑" panose="020B0503020204020204" charset="-122"/>
              </a:defRPr>
            </a:lvl2pPr>
            <a:lvl3pPr>
              <a:defRPr sz="1800" b="1">
                <a:solidFill>
                  <a:srgbClr val="B5091E"/>
                </a:solidFill>
                <a:latin typeface="微软雅黑" panose="020B0503020204020204" charset="-122"/>
                <a:ea typeface="微软雅黑" panose="020B0503020204020204" charset="-122"/>
                <a:cs typeface="微软雅黑" panose="020B0503020204020204" charset="-122"/>
              </a:defRPr>
            </a:lvl3pPr>
            <a:lvl4pPr>
              <a:defRPr sz="1800" b="1">
                <a:solidFill>
                  <a:srgbClr val="B5091E"/>
                </a:solidFill>
                <a:latin typeface="微软雅黑" panose="020B0503020204020204" charset="-122"/>
                <a:ea typeface="微软雅黑" panose="020B0503020204020204" charset="-122"/>
                <a:cs typeface="微软雅黑" panose="020B0503020204020204" charset="-122"/>
              </a:defRPr>
            </a:lvl4pPr>
            <a:lvl5pPr>
              <a:defRPr sz="1800" b="1">
                <a:solidFill>
                  <a:srgbClr val="B5091E"/>
                </a:solidFill>
                <a:latin typeface="微软雅黑" panose="020B0503020204020204" charset="-122"/>
                <a:ea typeface="微软雅黑" panose="020B0503020204020204" charset="-122"/>
                <a:cs typeface="微软雅黑" panose="020B0503020204020204" charset="-122"/>
              </a:defRPr>
            </a:lvl5pPr>
            <a:lvl6pPr>
              <a:defRPr sz="1800" b="1">
                <a:solidFill>
                  <a:srgbClr val="B5091E"/>
                </a:solidFill>
                <a:latin typeface="微软雅黑" panose="020B0503020204020204" charset="-122"/>
                <a:ea typeface="微软雅黑" panose="020B0503020204020204" charset="-122"/>
                <a:cs typeface="微软雅黑" panose="020B0503020204020204" charset="-122"/>
              </a:defRPr>
            </a:lvl6pPr>
            <a:lvl7pPr>
              <a:defRPr sz="1800" b="1">
                <a:solidFill>
                  <a:srgbClr val="B5091E"/>
                </a:solidFill>
                <a:latin typeface="微软雅黑" panose="020B0503020204020204" charset="-122"/>
                <a:ea typeface="微软雅黑" panose="020B0503020204020204" charset="-122"/>
                <a:cs typeface="微软雅黑" panose="020B0503020204020204" charset="-122"/>
              </a:defRPr>
            </a:lvl7pPr>
            <a:lvl8pPr>
              <a:defRPr sz="1800" b="1">
                <a:solidFill>
                  <a:srgbClr val="B5091E"/>
                </a:solidFill>
                <a:latin typeface="微软雅黑" panose="020B0503020204020204" charset="-122"/>
                <a:ea typeface="微软雅黑" panose="020B0503020204020204" charset="-122"/>
                <a:cs typeface="微软雅黑" panose="020B0503020204020204" charset="-122"/>
              </a:defRPr>
            </a:lvl8pPr>
            <a:lvl9pPr>
              <a:defRPr sz="1800" b="1">
                <a:solidFill>
                  <a:srgbClr val="B5091E"/>
                </a:solidFill>
                <a:latin typeface="微软雅黑" panose="020B0503020204020204" charset="-122"/>
                <a:ea typeface="微软雅黑" panose="020B0503020204020204" charset="-122"/>
                <a:cs typeface="微软雅黑" panose="020B0503020204020204" charset="-122"/>
              </a:defRPr>
            </a:lvl9pPr>
          </a:lstStyle>
          <a:p>
            <a:pPr>
              <a:defRPr sz="1800" b="1">
                <a:solidFill>
                  <a:srgbClr val="B5091E"/>
                </a:solidFill>
                <a:latin typeface="微软雅黑" panose="020B0503020204020204" charset="-122"/>
                <a:ea typeface="微软雅黑" panose="020B0503020204020204" charset="-122"/>
                <a:cs typeface="微软雅黑" panose="020B0503020204020204" charset="-122"/>
              </a:defRPr>
            </a:pPr>
            <a:r>
              <a:rPr sz="1800" b="1">
                <a:solidFill>
                  <a:srgbClr val="B5091E"/>
                </a:solidFill>
                <a:latin typeface="微软雅黑" panose="020B0503020204020204" charset="-122"/>
                <a:ea typeface="微软雅黑" panose="020B0503020204020204" charset="-122"/>
                <a:cs typeface="微软雅黑" panose="020B0503020204020204" charset="-122"/>
              </a:rPr>
              <a:t>04</a:t>
            </a:r>
            <a:endParaRPr sz="1800" b="1">
              <a:solidFill>
                <a:srgbClr val="B5091E"/>
              </a:solidFill>
              <a:latin typeface="微软雅黑" panose="020B0503020204020204" charset="-122"/>
              <a:ea typeface="微软雅黑" panose="020B0503020204020204" charset="-122"/>
              <a:cs typeface="微软雅黑" panose="020B0503020204020204" charset="-122"/>
            </a:endParaRPr>
          </a:p>
        </p:txBody>
      </p:sp>
      <p:sp>
        <p:nvSpPr>
          <p:cNvPr id="44" name="name-3"/>
          <p:cNvSpPr>
            <a:spLocks noGrp="1"/>
          </p:cNvSpPr>
          <p:nvPr>
            <p:custDataLst>
              <p:tags r:id="rId13"/>
            </p:custDataLst>
          </p:nvPr>
        </p:nvSpPr>
        <p:spPr>
          <a:xfrm>
            <a:off x="1110615" y="4979670"/>
            <a:ext cx="1476375" cy="381000"/>
          </a:xfrm>
          <a:prstGeom prst="rect">
            <a:avLst/>
          </a:prstGeom>
          <a:noFill/>
          <a:ln w="0">
            <a:noFill/>
          </a:ln>
        </p:spPr>
        <p:txBody>
          <a:bodyPr anchor="ctr"/>
          <a:lstStyle>
            <a:defPPr>
              <a:defRPr sz="1725" b="1">
                <a:solidFill>
                  <a:srgbClr val="2F75B5"/>
                </a:solidFill>
                <a:latin typeface="微软雅黑" panose="020B0503020204020204" charset="-122"/>
                <a:ea typeface="微软雅黑" panose="020B0503020204020204" charset="-122"/>
                <a:cs typeface="微软雅黑" panose="020B0503020204020204" charset="-122"/>
              </a:defRPr>
            </a:defPPr>
            <a:lvl1pPr>
              <a:defRPr sz="1725" b="1">
                <a:solidFill>
                  <a:srgbClr val="2F75B5"/>
                </a:solidFill>
                <a:latin typeface="微软雅黑" panose="020B0503020204020204" charset="-122"/>
                <a:ea typeface="微软雅黑" panose="020B0503020204020204" charset="-122"/>
                <a:cs typeface="微软雅黑" panose="020B0503020204020204" charset="-122"/>
              </a:defRPr>
            </a:lvl1pPr>
            <a:lvl2pPr>
              <a:defRPr sz="1725" b="1">
                <a:solidFill>
                  <a:srgbClr val="2F75B5"/>
                </a:solidFill>
                <a:latin typeface="微软雅黑" panose="020B0503020204020204" charset="-122"/>
                <a:ea typeface="微软雅黑" panose="020B0503020204020204" charset="-122"/>
                <a:cs typeface="微软雅黑" panose="020B0503020204020204" charset="-122"/>
              </a:defRPr>
            </a:lvl2pPr>
            <a:lvl3pPr>
              <a:defRPr sz="1725" b="1">
                <a:solidFill>
                  <a:srgbClr val="2F75B5"/>
                </a:solidFill>
                <a:latin typeface="微软雅黑" panose="020B0503020204020204" charset="-122"/>
                <a:ea typeface="微软雅黑" panose="020B0503020204020204" charset="-122"/>
                <a:cs typeface="微软雅黑" panose="020B0503020204020204" charset="-122"/>
              </a:defRPr>
            </a:lvl3pPr>
            <a:lvl4pPr>
              <a:defRPr sz="1725" b="1">
                <a:solidFill>
                  <a:srgbClr val="2F75B5"/>
                </a:solidFill>
                <a:latin typeface="微软雅黑" panose="020B0503020204020204" charset="-122"/>
                <a:ea typeface="微软雅黑" panose="020B0503020204020204" charset="-122"/>
                <a:cs typeface="微软雅黑" panose="020B0503020204020204" charset="-122"/>
              </a:defRPr>
            </a:lvl4pPr>
            <a:lvl5pPr>
              <a:defRPr sz="1725" b="1">
                <a:solidFill>
                  <a:srgbClr val="2F75B5"/>
                </a:solidFill>
                <a:latin typeface="微软雅黑" panose="020B0503020204020204" charset="-122"/>
                <a:ea typeface="微软雅黑" panose="020B0503020204020204" charset="-122"/>
                <a:cs typeface="微软雅黑" panose="020B0503020204020204" charset="-122"/>
              </a:defRPr>
            </a:lvl5pPr>
            <a:lvl6pPr>
              <a:defRPr sz="1725" b="1">
                <a:solidFill>
                  <a:srgbClr val="2F75B5"/>
                </a:solidFill>
                <a:latin typeface="微软雅黑" panose="020B0503020204020204" charset="-122"/>
                <a:ea typeface="微软雅黑" panose="020B0503020204020204" charset="-122"/>
                <a:cs typeface="微软雅黑" panose="020B0503020204020204" charset="-122"/>
              </a:defRPr>
            </a:lvl6pPr>
            <a:lvl7pPr>
              <a:defRPr sz="1725" b="1">
                <a:solidFill>
                  <a:srgbClr val="2F75B5"/>
                </a:solidFill>
                <a:latin typeface="微软雅黑" panose="020B0503020204020204" charset="-122"/>
                <a:ea typeface="微软雅黑" panose="020B0503020204020204" charset="-122"/>
                <a:cs typeface="微软雅黑" panose="020B0503020204020204" charset="-122"/>
              </a:defRPr>
            </a:lvl7pPr>
            <a:lvl8pPr>
              <a:defRPr sz="1725" b="1">
                <a:solidFill>
                  <a:srgbClr val="2F75B5"/>
                </a:solidFill>
                <a:latin typeface="微软雅黑" panose="020B0503020204020204" charset="-122"/>
                <a:ea typeface="微软雅黑" panose="020B0503020204020204" charset="-122"/>
                <a:cs typeface="微软雅黑" panose="020B0503020204020204" charset="-122"/>
              </a:defRPr>
            </a:lvl8pPr>
            <a:lvl9pPr>
              <a:defRPr sz="1725" b="1">
                <a:solidFill>
                  <a:srgbClr val="2F75B5"/>
                </a:solidFill>
                <a:latin typeface="微软雅黑" panose="020B0503020204020204" charset="-122"/>
                <a:ea typeface="微软雅黑" panose="020B0503020204020204" charset="-122"/>
                <a:cs typeface="微软雅黑" panose="020B0503020204020204" charset="-122"/>
              </a:defRPr>
            </a:lvl9pPr>
          </a:lstStyle>
          <a:p>
            <a:pPr>
              <a:defRPr sz="1725" b="1">
                <a:solidFill>
                  <a:srgbClr val="2F75B5"/>
                </a:solidFill>
                <a:latin typeface="微软雅黑" panose="020B0503020204020204" charset="-122"/>
                <a:ea typeface="微软雅黑" panose="020B0503020204020204" charset="-122"/>
                <a:cs typeface="微软雅黑" panose="020B0503020204020204" charset="-122"/>
              </a:defRPr>
            </a:pPr>
            <a:r>
              <a:rPr sz="1725" b="1">
                <a:solidFill>
                  <a:srgbClr val="2F75B5"/>
                </a:solidFill>
                <a:latin typeface="微软雅黑" panose="020B0503020204020204" charset="-122"/>
                <a:ea typeface="微软雅黑" panose="020B0503020204020204" charset="-122"/>
                <a:cs typeface="微软雅黑" panose="020B0503020204020204" charset="-122"/>
              </a:rPr>
              <a:t>多轮迭代</a:t>
            </a:r>
            <a:endParaRPr sz="1725" b="1">
              <a:solidFill>
                <a:srgbClr val="2F75B5"/>
              </a:solidFill>
              <a:latin typeface="微软雅黑" panose="020B0503020204020204" charset="-122"/>
              <a:ea typeface="微软雅黑" panose="020B0503020204020204" charset="-122"/>
              <a:cs typeface="微软雅黑" panose="020B0503020204020204" charset="-122"/>
            </a:endParaRPr>
          </a:p>
        </p:txBody>
      </p:sp>
      <p:sp>
        <p:nvSpPr>
          <p:cNvPr id="45" name="explain-3"/>
          <p:cNvSpPr>
            <a:spLocks noGrp="1"/>
          </p:cNvSpPr>
          <p:nvPr>
            <p:custDataLst>
              <p:tags r:id="rId14"/>
            </p:custDataLst>
          </p:nvPr>
        </p:nvSpPr>
        <p:spPr>
          <a:xfrm>
            <a:off x="2586990" y="4979670"/>
            <a:ext cx="8096250" cy="381000"/>
          </a:xfrm>
          <a:prstGeom prst="rect">
            <a:avLst/>
          </a:prstGeom>
          <a:noFill/>
          <a:ln w="0">
            <a:noFill/>
          </a:ln>
        </p:spPr>
        <p:txBody>
          <a:bodyPr anchor="ctr"/>
          <a:lstStyle>
            <a:defPPr>
              <a:defRPr sz="1650" b="0">
                <a:solidFill>
                  <a:srgbClr val="333333"/>
                </a:solidFill>
                <a:latin typeface="微软雅黑" panose="020B0503020204020204" charset="-122"/>
                <a:ea typeface="微软雅黑" panose="020B0503020204020204" charset="-122"/>
                <a:cs typeface="微软雅黑" panose="020B0503020204020204" charset="-122"/>
              </a:defRPr>
            </a:defPPr>
            <a:lvl1pPr>
              <a:defRPr sz="1650" b="0">
                <a:solidFill>
                  <a:srgbClr val="333333"/>
                </a:solidFill>
                <a:latin typeface="微软雅黑" panose="020B0503020204020204" charset="-122"/>
                <a:ea typeface="微软雅黑" panose="020B0503020204020204" charset="-122"/>
                <a:cs typeface="微软雅黑" panose="020B0503020204020204" charset="-122"/>
              </a:defRPr>
            </a:lvl1pPr>
            <a:lvl2pPr>
              <a:defRPr sz="1650" b="0">
                <a:solidFill>
                  <a:srgbClr val="333333"/>
                </a:solidFill>
                <a:latin typeface="微软雅黑" panose="020B0503020204020204" charset="-122"/>
                <a:ea typeface="微软雅黑" panose="020B0503020204020204" charset="-122"/>
                <a:cs typeface="微软雅黑" panose="020B0503020204020204" charset="-122"/>
              </a:defRPr>
            </a:lvl2pPr>
            <a:lvl3pPr>
              <a:defRPr sz="1650" b="0">
                <a:solidFill>
                  <a:srgbClr val="333333"/>
                </a:solidFill>
                <a:latin typeface="微软雅黑" panose="020B0503020204020204" charset="-122"/>
                <a:ea typeface="微软雅黑" panose="020B0503020204020204" charset="-122"/>
                <a:cs typeface="微软雅黑" panose="020B0503020204020204" charset="-122"/>
              </a:defRPr>
            </a:lvl3pPr>
            <a:lvl4pPr>
              <a:defRPr sz="1650" b="0">
                <a:solidFill>
                  <a:srgbClr val="333333"/>
                </a:solidFill>
                <a:latin typeface="微软雅黑" panose="020B0503020204020204" charset="-122"/>
                <a:ea typeface="微软雅黑" panose="020B0503020204020204" charset="-122"/>
                <a:cs typeface="微软雅黑" panose="020B0503020204020204" charset="-122"/>
              </a:defRPr>
            </a:lvl4pPr>
            <a:lvl5pPr>
              <a:defRPr sz="1650" b="0">
                <a:solidFill>
                  <a:srgbClr val="333333"/>
                </a:solidFill>
                <a:latin typeface="微软雅黑" panose="020B0503020204020204" charset="-122"/>
                <a:ea typeface="微软雅黑" panose="020B0503020204020204" charset="-122"/>
                <a:cs typeface="微软雅黑" panose="020B0503020204020204" charset="-122"/>
              </a:defRPr>
            </a:lvl5pPr>
            <a:lvl6pPr>
              <a:defRPr sz="1650" b="0">
                <a:solidFill>
                  <a:srgbClr val="333333"/>
                </a:solidFill>
                <a:latin typeface="微软雅黑" panose="020B0503020204020204" charset="-122"/>
                <a:ea typeface="微软雅黑" panose="020B0503020204020204" charset="-122"/>
                <a:cs typeface="微软雅黑" panose="020B0503020204020204" charset="-122"/>
              </a:defRPr>
            </a:lvl6pPr>
            <a:lvl7pPr>
              <a:defRPr sz="1650" b="0">
                <a:solidFill>
                  <a:srgbClr val="333333"/>
                </a:solidFill>
                <a:latin typeface="微软雅黑" panose="020B0503020204020204" charset="-122"/>
                <a:ea typeface="微软雅黑" panose="020B0503020204020204" charset="-122"/>
                <a:cs typeface="微软雅黑" panose="020B0503020204020204" charset="-122"/>
              </a:defRPr>
            </a:lvl7pPr>
            <a:lvl8pPr>
              <a:defRPr sz="1650" b="0">
                <a:solidFill>
                  <a:srgbClr val="333333"/>
                </a:solidFill>
                <a:latin typeface="微软雅黑" panose="020B0503020204020204" charset="-122"/>
                <a:ea typeface="微软雅黑" panose="020B0503020204020204" charset="-122"/>
                <a:cs typeface="微软雅黑" panose="020B0503020204020204" charset="-122"/>
              </a:defRPr>
            </a:lvl8pPr>
            <a:lvl9pPr>
              <a:defRPr sz="1650" b="0">
                <a:solidFill>
                  <a:srgbClr val="333333"/>
                </a:solidFill>
                <a:latin typeface="微软雅黑" panose="020B0503020204020204" charset="-122"/>
                <a:ea typeface="微软雅黑" panose="020B0503020204020204" charset="-122"/>
                <a:cs typeface="微软雅黑" panose="020B0503020204020204" charset="-122"/>
              </a:defRPr>
            </a:lvl9pPr>
          </a:lstStyle>
          <a:p>
            <a:pPr>
              <a:defRPr sz="1650" b="0">
                <a:solidFill>
                  <a:srgbClr val="333333"/>
                </a:solidFill>
                <a:latin typeface="微软雅黑" panose="020B0503020204020204" charset="-122"/>
                <a:ea typeface="微软雅黑" panose="020B0503020204020204" charset="-122"/>
                <a:cs typeface="微软雅黑" panose="020B0503020204020204" charset="-122"/>
              </a:defRPr>
            </a:pPr>
            <a:r>
              <a:rPr sz="1650" b="0">
                <a:solidFill>
                  <a:srgbClr val="333333"/>
                </a:solidFill>
                <a:latin typeface="微软雅黑" panose="020B0503020204020204" charset="-122"/>
                <a:ea typeface="微软雅黑" panose="020B0503020204020204" charset="-122"/>
                <a:cs typeface="微软雅黑" panose="020B0503020204020204" charset="-122"/>
              </a:rPr>
              <a:t>重复下发、训练和聚合，逐步改善共同任务的表现</a:t>
            </a:r>
            <a:endParaRPr sz="1650" b="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4" name="bridge"/>
          <p:cNvSpPr>
            <a:spLocks noGrp="1"/>
          </p:cNvSpPr>
          <p:nvPr/>
        </p:nvSpPr>
        <p:spPr>
          <a:xfrm>
            <a:off x="400050" y="5943600"/>
            <a:ext cx="10668000" cy="400050"/>
          </a:xfrm>
          <a:prstGeom prst="rect">
            <a:avLst/>
          </a:prstGeom>
          <a:noFill/>
          <a:ln w="0">
            <a:noFill/>
          </a:ln>
        </p:spPr>
        <p:txBody>
          <a:bodyPr anchor="ctr"/>
          <a:lstStyle>
            <a:defPPr>
              <a:defRPr sz="1650" b="1">
                <a:solidFill>
                  <a:srgbClr val="A7101D"/>
                </a:solidFill>
                <a:latin typeface="微软雅黑" panose="020B0503020204020204" charset="-122"/>
                <a:ea typeface="微软雅黑" panose="020B0503020204020204" charset="-122"/>
                <a:cs typeface="微软雅黑" panose="020B0503020204020204" charset="-122"/>
              </a:defRPr>
            </a:defPPr>
            <a:lvl1pPr>
              <a:defRPr sz="1650" b="1">
                <a:solidFill>
                  <a:srgbClr val="A7101D"/>
                </a:solidFill>
                <a:latin typeface="微软雅黑" panose="020B0503020204020204" charset="-122"/>
                <a:ea typeface="微软雅黑" panose="020B0503020204020204" charset="-122"/>
                <a:cs typeface="微软雅黑" panose="020B0503020204020204" charset="-122"/>
              </a:defRPr>
            </a:lvl1pPr>
            <a:lvl2pPr>
              <a:defRPr sz="1650" b="1">
                <a:solidFill>
                  <a:srgbClr val="A7101D"/>
                </a:solidFill>
                <a:latin typeface="微软雅黑" panose="020B0503020204020204" charset="-122"/>
                <a:ea typeface="微软雅黑" panose="020B0503020204020204" charset="-122"/>
                <a:cs typeface="微软雅黑" panose="020B0503020204020204" charset="-122"/>
              </a:defRPr>
            </a:lvl2pPr>
            <a:lvl3pPr>
              <a:defRPr sz="1650" b="1">
                <a:solidFill>
                  <a:srgbClr val="A7101D"/>
                </a:solidFill>
                <a:latin typeface="微软雅黑" panose="020B0503020204020204" charset="-122"/>
                <a:ea typeface="微软雅黑" panose="020B0503020204020204" charset="-122"/>
                <a:cs typeface="微软雅黑" panose="020B0503020204020204" charset="-122"/>
              </a:defRPr>
            </a:lvl3pPr>
            <a:lvl4pPr>
              <a:defRPr sz="1650" b="1">
                <a:solidFill>
                  <a:srgbClr val="A7101D"/>
                </a:solidFill>
                <a:latin typeface="微软雅黑" panose="020B0503020204020204" charset="-122"/>
                <a:ea typeface="微软雅黑" panose="020B0503020204020204" charset="-122"/>
                <a:cs typeface="微软雅黑" panose="020B0503020204020204" charset="-122"/>
              </a:defRPr>
            </a:lvl4pPr>
            <a:lvl5pPr>
              <a:defRPr sz="1650" b="1">
                <a:solidFill>
                  <a:srgbClr val="A7101D"/>
                </a:solidFill>
                <a:latin typeface="微软雅黑" panose="020B0503020204020204" charset="-122"/>
                <a:ea typeface="微软雅黑" panose="020B0503020204020204" charset="-122"/>
                <a:cs typeface="微软雅黑" panose="020B0503020204020204" charset="-122"/>
              </a:defRPr>
            </a:lvl5pPr>
            <a:lvl6pPr>
              <a:defRPr sz="1650" b="1">
                <a:solidFill>
                  <a:srgbClr val="A7101D"/>
                </a:solidFill>
                <a:latin typeface="微软雅黑" panose="020B0503020204020204" charset="-122"/>
                <a:ea typeface="微软雅黑" panose="020B0503020204020204" charset="-122"/>
                <a:cs typeface="微软雅黑" panose="020B0503020204020204" charset="-122"/>
              </a:defRPr>
            </a:lvl6pPr>
            <a:lvl7pPr>
              <a:defRPr sz="1650" b="1">
                <a:solidFill>
                  <a:srgbClr val="A7101D"/>
                </a:solidFill>
                <a:latin typeface="微软雅黑" panose="020B0503020204020204" charset="-122"/>
                <a:ea typeface="微软雅黑" panose="020B0503020204020204" charset="-122"/>
                <a:cs typeface="微软雅黑" panose="020B0503020204020204" charset="-122"/>
              </a:defRPr>
            </a:lvl7pPr>
            <a:lvl8pPr>
              <a:defRPr sz="1650" b="1">
                <a:solidFill>
                  <a:srgbClr val="A7101D"/>
                </a:solidFill>
                <a:latin typeface="微软雅黑" panose="020B0503020204020204" charset="-122"/>
                <a:ea typeface="微软雅黑" panose="020B0503020204020204" charset="-122"/>
                <a:cs typeface="微软雅黑" panose="020B0503020204020204" charset="-122"/>
              </a:defRPr>
            </a:lvl8pPr>
            <a:lvl9pPr>
              <a:defRPr sz="1650" b="1">
                <a:solidFill>
                  <a:srgbClr val="A7101D"/>
                </a:solidFill>
                <a:latin typeface="微软雅黑" panose="020B0503020204020204" charset="-122"/>
                <a:ea typeface="微软雅黑" panose="020B0503020204020204" charset="-122"/>
                <a:cs typeface="微软雅黑" panose="020B0503020204020204" charset="-122"/>
              </a:defRPr>
            </a:lvl9pPr>
          </a:lstStyle>
          <a:p>
            <a:pPr>
              <a:defRPr sz="1650" b="1">
                <a:solidFill>
                  <a:srgbClr val="A7101D"/>
                </a:solidFill>
                <a:latin typeface="微软雅黑" panose="020B0503020204020204" charset="-122"/>
                <a:ea typeface="微软雅黑" panose="020B0503020204020204" charset="-122"/>
                <a:cs typeface="微软雅黑" panose="020B0503020204020204" charset="-122"/>
              </a:defRPr>
            </a:pPr>
            <a:r>
              <a:rPr sz="1650" b="1">
                <a:solidFill>
                  <a:srgbClr val="A7101D"/>
                </a:solidFill>
                <a:latin typeface="微软雅黑" panose="020B0503020204020204" charset="-122"/>
                <a:ea typeface="微软雅黑" panose="020B0503020204020204" charset="-122"/>
                <a:cs typeface="微软雅黑" panose="020B0503020204020204" charset="-122"/>
              </a:rPr>
              <a:t>联邦学习的出发点：原始数据留在本地，通过交换模型更新开展协作训练</a:t>
            </a:r>
            <a:endParaRPr sz="1650" b="1">
              <a:solidFill>
                <a:srgbClr val="A7101D"/>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15"/>
          <a:stretch>
            <a:fillRect/>
          </a:stretch>
        </p:blipFill>
        <p:spPr>
          <a:xfrm>
            <a:off x="7769225" y="1409700"/>
            <a:ext cx="4329430" cy="45866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04</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联邦学习的主要挑战</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9" name="orth-prop-0"/>
          <p:cNvSpPr>
            <a:spLocks noGrp="1"/>
          </p:cNvSpPr>
          <p:nvPr/>
        </p:nvSpPr>
        <p:spPr>
          <a:xfrm>
            <a:off x="666750" y="2047875"/>
            <a:ext cx="3352800" cy="3048000"/>
          </a:xfrm>
          <a:prstGeom prst="roundRect">
            <a:avLst>
              <a:gd name="adj" fmla="val 5625"/>
            </a:avLst>
          </a:prstGeom>
          <a:solidFill>
            <a:srgbClr val="FFFFFF"/>
          </a:solidFill>
          <a:ln w="19050">
            <a:solidFill>
              <a:srgbClr val="3577B8"/>
            </a:solidFill>
            <a:prstDash val="solid"/>
          </a:ln>
        </p:spPr>
      </p:sp>
      <p:sp>
        <p:nvSpPr>
          <p:cNvPr id="10" name="圆角矩形 9"/>
          <p:cNvSpPr>
            <a:spLocks noGrp="1"/>
          </p:cNvSpPr>
          <p:nvPr/>
        </p:nvSpPr>
        <p:spPr>
          <a:xfrm>
            <a:off x="1924050" y="1762125"/>
            <a:ext cx="838200" cy="55245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1</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933450" y="2571750"/>
            <a:ext cx="2819400" cy="476250"/>
          </a:xfrm>
          <a:prstGeom prst="rect">
            <a:avLst/>
          </a:prstGeom>
          <a:noFill/>
          <a:ln w="0">
            <a:noFill/>
            <a:prstDash val="solid"/>
          </a:ln>
        </p:spPr>
        <p:txBody>
          <a:bodyPr lIns="0" tIns="0" rIns="0" bIns="0" anchor="ctr"/>
          <a:lstStyle>
            <a:defPPr algn="ctr">
              <a:defRPr sz="2025" b="1" i="0">
                <a:solidFill>
                  <a:srgbClr val="3577B8"/>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3577B8"/>
                </a:solidFill>
                <a:latin typeface="微软雅黑" panose="020B0503020204020204" charset="-122"/>
                <a:ea typeface="微软雅黑" panose="020B0503020204020204" charset="-122"/>
                <a:cs typeface="微软雅黑" panose="020B0503020204020204" charset="-122"/>
              </a:defRPr>
            </a:pPr>
            <a:r>
              <a:rPr sz="2025" b="1" i="0">
                <a:solidFill>
                  <a:srgbClr val="3577B8"/>
                </a:solidFill>
                <a:latin typeface="微软雅黑" panose="020B0503020204020204" charset="-122"/>
                <a:ea typeface="微软雅黑" panose="020B0503020204020204" charset="-122"/>
                <a:cs typeface="微软雅黑" panose="020B0503020204020204" charset="-122"/>
              </a:rPr>
              <a:t>数据异构</a:t>
            </a:r>
            <a:endParaRPr sz="20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953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标签比例、样本分布不同</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（Non-IID）</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0096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本地优化方向不一致，</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可能影响收敛速度</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和全局准确率</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4" name="orth-prop-1"/>
          <p:cNvSpPr>
            <a:spLocks noGrp="1"/>
          </p:cNvSpPr>
          <p:nvPr/>
        </p:nvSpPr>
        <p:spPr>
          <a:xfrm>
            <a:off x="4514850" y="2047875"/>
            <a:ext cx="3352800" cy="3048000"/>
          </a:xfrm>
          <a:prstGeom prst="roundRect">
            <a:avLst>
              <a:gd name="adj" fmla="val 5625"/>
            </a:avLst>
          </a:prstGeom>
          <a:solidFill>
            <a:srgbClr val="FFFFFF"/>
          </a:solidFill>
          <a:ln w="19050">
            <a:solidFill>
              <a:srgbClr val="1598A5"/>
            </a:solidFill>
            <a:prstDash val="solid"/>
          </a:ln>
        </p:spPr>
      </p:sp>
      <p:sp>
        <p:nvSpPr>
          <p:cNvPr id="15" name="圆角矩形 14"/>
          <p:cNvSpPr>
            <a:spLocks noGrp="1"/>
          </p:cNvSpPr>
          <p:nvPr/>
        </p:nvSpPr>
        <p:spPr>
          <a:xfrm>
            <a:off x="5772150" y="1762125"/>
            <a:ext cx="838200" cy="552450"/>
          </a:xfrm>
          <a:prstGeom prst="roundRect">
            <a:avLst>
              <a:gd name="adj" fmla="val 50000"/>
            </a:avLst>
          </a:prstGeom>
          <a:solidFill>
            <a:srgbClr val="1598A5"/>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2</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4781550" y="2447925"/>
            <a:ext cx="2819400" cy="647700"/>
          </a:xfrm>
          <a:prstGeom prst="rect">
            <a:avLst/>
          </a:prstGeom>
          <a:noFill/>
          <a:ln w="0">
            <a:noFill/>
            <a:prstDash val="solid"/>
          </a:ln>
        </p:spPr>
        <p:txBody>
          <a:bodyPr lIns="0" tIns="0" rIns="0" bIns="0" anchor="ctr"/>
          <a:lstStyle>
            <a:defPPr algn="ctr">
              <a:defRPr sz="1875" b="1" i="0">
                <a:solidFill>
                  <a:srgbClr val="1598A5"/>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75" b="1" i="0">
                <a:solidFill>
                  <a:srgbClr val="1598A5"/>
                </a:solidFill>
                <a:latin typeface="微软雅黑" panose="020B0503020204020204" charset="-122"/>
                <a:ea typeface="微软雅黑" panose="020B0503020204020204" charset="-122"/>
                <a:cs typeface="微软雅黑" panose="020B0503020204020204" charset="-122"/>
              </a:defRPr>
            </a:pPr>
            <a:r>
              <a:rPr sz="1875" b="1" i="0">
                <a:solidFill>
                  <a:srgbClr val="1598A5"/>
                </a:solidFill>
                <a:latin typeface="微软雅黑" panose="020B0503020204020204" charset="-122"/>
                <a:ea typeface="微软雅黑" panose="020B0503020204020204" charset="-122"/>
                <a:cs typeface="微软雅黑" panose="020B0503020204020204" charset="-122"/>
              </a:rPr>
              <a:t>系统差异与</a:t>
            </a:r>
            <a:endParaRPr sz="2025"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875" b="1" i="0">
                <a:solidFill>
                  <a:srgbClr val="1598A5"/>
                </a:solidFill>
                <a:latin typeface="微软雅黑" panose="020B0503020204020204" charset="-122"/>
                <a:ea typeface="微软雅黑" panose="020B0503020204020204" charset="-122"/>
                <a:cs typeface="微软雅黑" panose="020B0503020204020204" charset="-122"/>
              </a:defRPr>
            </a:pPr>
            <a:r>
              <a:rPr sz="1875" b="1" i="0">
                <a:solidFill>
                  <a:srgbClr val="1598A5"/>
                </a:solidFill>
                <a:latin typeface="微软雅黑" panose="020B0503020204020204" charset="-122"/>
                <a:ea typeface="微软雅黑" panose="020B0503020204020204" charset="-122"/>
                <a:cs typeface="微软雅黑" panose="020B0503020204020204" charset="-122"/>
              </a:rPr>
              <a:t>通信开销</a:t>
            </a:r>
            <a:endParaRPr sz="20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47434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算力、内存、带宽</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与在线状态不同</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48577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统一训练配置难以适配，</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反复上传与下载</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也会增加通信成本</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9" name="orth-prop-2"/>
          <p:cNvSpPr>
            <a:spLocks noGrp="1"/>
          </p:cNvSpPr>
          <p:nvPr/>
        </p:nvSpPr>
        <p:spPr>
          <a:xfrm>
            <a:off x="8362950" y="2047875"/>
            <a:ext cx="3352800" cy="3048000"/>
          </a:xfrm>
          <a:prstGeom prst="roundRect">
            <a:avLst>
              <a:gd name="adj" fmla="val 5625"/>
            </a:avLst>
          </a:prstGeom>
          <a:solidFill>
            <a:srgbClr val="FFFFFF"/>
          </a:solidFill>
          <a:ln w="19050">
            <a:solidFill>
              <a:srgbClr val="B5121B"/>
            </a:solidFill>
            <a:prstDash val="solid"/>
          </a:ln>
        </p:spPr>
      </p:sp>
      <p:sp>
        <p:nvSpPr>
          <p:cNvPr id="20" name="圆角矩形 19"/>
          <p:cNvSpPr>
            <a:spLocks noGrp="1"/>
          </p:cNvSpPr>
          <p:nvPr/>
        </p:nvSpPr>
        <p:spPr>
          <a:xfrm>
            <a:off x="9620250" y="1762125"/>
            <a:ext cx="838200" cy="552450"/>
          </a:xfrm>
          <a:prstGeom prst="roundRect">
            <a:avLst>
              <a:gd name="adj" fmla="val 50000"/>
            </a:avLst>
          </a:prstGeom>
          <a:solidFill>
            <a:srgbClr val="B5121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3</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8629650" y="2571750"/>
            <a:ext cx="2819400" cy="476250"/>
          </a:xfrm>
          <a:prstGeom prst="rect">
            <a:avLst/>
          </a:prstGeom>
          <a:noFill/>
          <a:ln w="0">
            <a:noFill/>
            <a:prstDash val="solid"/>
          </a:ln>
        </p:spPr>
        <p:txBody>
          <a:bodyPr lIns="0" tIns="0" rIns="0" bIns="0" anchor="ctr"/>
          <a:lstStyle>
            <a:defPPr algn="ctr">
              <a:defRPr sz="2025" b="1" i="0">
                <a:solidFill>
                  <a:srgbClr val="B5121B"/>
                </a:solidFill>
                <a:latin typeface="微软雅黑" panose="020B0503020204020204" charset="-122"/>
                <a:ea typeface="微软雅黑" panose="020B0503020204020204" charset="-122"/>
                <a:cs typeface="微软雅黑" panose="020B0503020204020204" charset="-122"/>
              </a:defRPr>
            </a:defPPr>
            <a:lvl1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1pPr>
            <a:lvl2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2pPr>
            <a:lvl3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3pPr>
            <a:lvl4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4pPr>
            <a:lvl5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5pPr>
            <a:lvl6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6pPr>
            <a:lvl7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7pPr>
            <a:lvl8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8pPr>
            <a:lvl9pPr algn="ctr">
              <a:buNone/>
              <a:defRPr sz="20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B5121B"/>
                </a:solidFill>
                <a:latin typeface="微软雅黑" panose="020B0503020204020204" charset="-122"/>
                <a:ea typeface="微软雅黑" panose="020B0503020204020204" charset="-122"/>
                <a:cs typeface="微软雅黑" panose="020B0503020204020204" charset="-122"/>
              </a:defRPr>
            </a:pPr>
            <a:r>
              <a:rPr sz="2025" b="1" i="0">
                <a:solidFill>
                  <a:srgbClr val="B5121B"/>
                </a:solidFill>
                <a:latin typeface="微软雅黑" panose="020B0503020204020204" charset="-122"/>
                <a:ea typeface="微软雅黑" panose="020B0503020204020204" charset="-122"/>
                <a:cs typeface="微软雅黑" panose="020B0503020204020204" charset="-122"/>
              </a:rPr>
              <a:t>模型异构</a:t>
            </a:r>
            <a:endParaRPr sz="20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85915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1pPr>
            <a:lvl2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2pPr>
            <a:lvl3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3pPr>
            <a:lvl4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4pPr>
            <a:lvl5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5pPr>
            <a:lvl6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6pPr>
            <a:lvl7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7pPr>
            <a:lvl8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8pPr>
            <a:lvl9pPr algn="ctr">
              <a:buNone/>
              <a:defRPr sz="18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客户端采用不同宽度、</a:t>
            </a:r>
            <a:endParaRPr sz="18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深度或架构的模型</a:t>
            </a:r>
            <a:endParaRPr sz="18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8705850" y="4162425"/>
            <a:ext cx="2667000" cy="819150"/>
          </a:xfrm>
          <a:prstGeom prst="rect">
            <a:avLst/>
          </a:prstGeom>
          <a:noFill/>
          <a:ln w="0">
            <a:noFill/>
            <a:prstDash val="solid"/>
          </a:ln>
        </p:spPr>
        <p:txBody>
          <a:bodyPr lIns="0" tIns="0" rIns="0" bIns="0" anchor="ctr"/>
          <a:lstStyle>
            <a:defPPr algn="ctr">
              <a:defRPr sz="1500" b="0" i="0">
                <a:solidFill>
                  <a:srgbClr val="5B5B5B"/>
                </a:solidFill>
                <a:latin typeface="微软雅黑" panose="020B0503020204020204" charset="-122"/>
                <a:ea typeface="微软雅黑" panose="020B0503020204020204" charset="-122"/>
                <a:cs typeface="微软雅黑" panose="020B0503020204020204" charset="-122"/>
              </a:defRPr>
            </a:defPPr>
            <a:lvl1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buNone/>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参数形状无法直接对齐，</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跨模型的知识聚合</a:t>
            </a:r>
            <a:endParaRPr sz="1350" b="0" i="0">
              <a:solidFill>
                <a:srgbClr val="5B5B5B"/>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5B5B5B"/>
                </a:solidFill>
                <a:latin typeface="微软雅黑" panose="020B0503020204020204" charset="-122"/>
                <a:ea typeface="微软雅黑" panose="020B0503020204020204" charset="-122"/>
                <a:cs typeface="微软雅黑" panose="020B0503020204020204" charset="-122"/>
              </a:defRPr>
            </a:pPr>
            <a:r>
              <a:rPr sz="1500" b="0" i="0">
                <a:solidFill>
                  <a:srgbClr val="5B5B5B"/>
                </a:solidFill>
                <a:latin typeface="微软雅黑" panose="020B0503020204020204" charset="-122"/>
                <a:ea typeface="微软雅黑" panose="020B0503020204020204" charset="-122"/>
                <a:cs typeface="微软雅黑" panose="020B0503020204020204" charset="-122"/>
              </a:rPr>
              <a:t>成为关键问题</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41" name="focus"/>
          <p:cNvSpPr>
            <a:spLocks noGrp="1"/>
          </p:cNvSpPr>
          <p:nvPr/>
        </p:nvSpPr>
        <p:spPr>
          <a:xfrm>
            <a:off x="635" y="5467350"/>
            <a:ext cx="12191365" cy="885825"/>
          </a:xfrm>
          <a:prstGeom prst="rect">
            <a:avLst/>
          </a:prstGeom>
          <a:noFill/>
          <a:ln w="0">
            <a:noFill/>
          </a:ln>
        </p:spPr>
        <p:txBody>
          <a:bodyPr anchor="ctr"/>
          <a:lstStyle>
            <a:defPPr>
              <a:defRPr sz="1725" b="1">
                <a:solidFill>
                  <a:srgbClr val="A7101D"/>
                </a:solidFill>
                <a:latin typeface="微软雅黑" panose="020B0503020204020204" charset="-122"/>
                <a:ea typeface="微软雅黑" panose="020B0503020204020204" charset="-122"/>
                <a:cs typeface="微软雅黑" panose="020B0503020204020204" charset="-122"/>
              </a:defRPr>
            </a:defPPr>
            <a:lvl1pPr>
              <a:defRPr sz="1725" b="1">
                <a:solidFill>
                  <a:srgbClr val="A7101D"/>
                </a:solidFill>
                <a:latin typeface="微软雅黑" panose="020B0503020204020204" charset="-122"/>
                <a:ea typeface="微软雅黑" panose="020B0503020204020204" charset="-122"/>
                <a:cs typeface="微软雅黑" panose="020B0503020204020204" charset="-122"/>
              </a:defRPr>
            </a:lvl1pPr>
            <a:lvl2pPr>
              <a:defRPr sz="1725" b="1">
                <a:solidFill>
                  <a:srgbClr val="A7101D"/>
                </a:solidFill>
                <a:latin typeface="微软雅黑" panose="020B0503020204020204" charset="-122"/>
                <a:ea typeface="微软雅黑" panose="020B0503020204020204" charset="-122"/>
                <a:cs typeface="微软雅黑" panose="020B0503020204020204" charset="-122"/>
              </a:defRPr>
            </a:lvl2pPr>
            <a:lvl3pPr>
              <a:defRPr sz="1725" b="1">
                <a:solidFill>
                  <a:srgbClr val="A7101D"/>
                </a:solidFill>
                <a:latin typeface="微软雅黑" panose="020B0503020204020204" charset="-122"/>
                <a:ea typeface="微软雅黑" panose="020B0503020204020204" charset="-122"/>
                <a:cs typeface="微软雅黑" panose="020B0503020204020204" charset="-122"/>
              </a:defRPr>
            </a:lvl3pPr>
            <a:lvl4pPr>
              <a:defRPr sz="1725" b="1">
                <a:solidFill>
                  <a:srgbClr val="A7101D"/>
                </a:solidFill>
                <a:latin typeface="微软雅黑" panose="020B0503020204020204" charset="-122"/>
                <a:ea typeface="微软雅黑" panose="020B0503020204020204" charset="-122"/>
                <a:cs typeface="微软雅黑" panose="020B0503020204020204" charset="-122"/>
              </a:defRPr>
            </a:lvl4pPr>
            <a:lvl5pPr>
              <a:defRPr sz="1725" b="1">
                <a:solidFill>
                  <a:srgbClr val="A7101D"/>
                </a:solidFill>
                <a:latin typeface="微软雅黑" panose="020B0503020204020204" charset="-122"/>
                <a:ea typeface="微软雅黑" panose="020B0503020204020204" charset="-122"/>
                <a:cs typeface="微软雅黑" panose="020B0503020204020204" charset="-122"/>
              </a:defRPr>
            </a:lvl5pPr>
            <a:lvl6pPr>
              <a:defRPr sz="1725" b="1">
                <a:solidFill>
                  <a:srgbClr val="A7101D"/>
                </a:solidFill>
                <a:latin typeface="微软雅黑" panose="020B0503020204020204" charset="-122"/>
                <a:ea typeface="微软雅黑" panose="020B0503020204020204" charset="-122"/>
                <a:cs typeface="微软雅黑" panose="020B0503020204020204" charset="-122"/>
              </a:defRPr>
            </a:lvl6pPr>
            <a:lvl7pPr>
              <a:defRPr sz="1725" b="1">
                <a:solidFill>
                  <a:srgbClr val="A7101D"/>
                </a:solidFill>
                <a:latin typeface="微软雅黑" panose="020B0503020204020204" charset="-122"/>
                <a:ea typeface="微软雅黑" panose="020B0503020204020204" charset="-122"/>
                <a:cs typeface="微软雅黑" panose="020B0503020204020204" charset="-122"/>
              </a:defRPr>
            </a:lvl7pPr>
            <a:lvl8pPr>
              <a:defRPr sz="1725" b="1">
                <a:solidFill>
                  <a:srgbClr val="A7101D"/>
                </a:solidFill>
                <a:latin typeface="微软雅黑" panose="020B0503020204020204" charset="-122"/>
                <a:ea typeface="微软雅黑" panose="020B0503020204020204" charset="-122"/>
                <a:cs typeface="微软雅黑" panose="020B0503020204020204" charset="-122"/>
              </a:defRPr>
            </a:lvl8pPr>
            <a:lvl9pPr>
              <a:defRPr sz="1725" b="1">
                <a:solidFill>
                  <a:srgbClr val="A7101D"/>
                </a:solidFill>
                <a:latin typeface="微软雅黑" panose="020B0503020204020204" charset="-122"/>
                <a:ea typeface="微软雅黑" panose="020B0503020204020204" charset="-122"/>
                <a:cs typeface="微软雅黑" panose="020B0503020204020204" charset="-122"/>
              </a:defRPr>
            </a:lvl9pPr>
          </a:lstStyle>
          <a:p>
            <a:pPr algn="ctr">
              <a:defRPr sz="1725" b="1">
                <a:solidFill>
                  <a:srgbClr val="A7101D"/>
                </a:solidFill>
                <a:latin typeface="微软雅黑" panose="020B0503020204020204" charset="-122"/>
                <a:ea typeface="微软雅黑" panose="020B0503020204020204" charset="-122"/>
                <a:cs typeface="微软雅黑" panose="020B0503020204020204" charset="-122"/>
              </a:defRPr>
            </a:pPr>
            <a:r>
              <a:rPr sz="2400" b="1">
                <a:solidFill>
                  <a:srgbClr val="A7101D"/>
                </a:solidFill>
                <a:latin typeface="微软雅黑" panose="020B0503020204020204" charset="-122"/>
                <a:ea typeface="微软雅黑" panose="020B0503020204020204" charset="-122"/>
                <a:cs typeface="微软雅黑" panose="020B0503020204020204" charset="-122"/>
              </a:rPr>
              <a:t>本文聚焦模型异构：如何把不同结构客户端的知识稳定蒸馏到全局模型？</a:t>
            </a:r>
            <a:endParaRPr sz="2400" b="1">
              <a:solidFill>
                <a:srgbClr val="A7101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05</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研究对象：模型异构联邦学习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2000250"/>
            <a:ext cx="2857500" cy="419100"/>
          </a:xfrm>
          <a:prstGeom prst="rect">
            <a:avLst/>
          </a:prstGeom>
          <a:noFill/>
          <a:ln w="0">
            <a:noFill/>
            <a:prstDash val="solid"/>
          </a:ln>
        </p:spPr>
        <p:txBody>
          <a:bodyPr lIns="0" tIns="0" rIns="0" bIns="0" anchor="ctr"/>
          <a:lstStyle>
            <a:defPPr algn="ctr">
              <a:defRPr sz="1800" b="1" i="0">
                <a:solidFill>
                  <a:srgbClr val="E89CA2"/>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E89CA2"/>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E89CA2"/>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E89CA2"/>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E89CA2"/>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E89CA2"/>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E89CA2"/>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E89CA2"/>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E89CA2"/>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E89CA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E89CA2"/>
                </a:solidFill>
                <a:latin typeface="微软雅黑" panose="020B0503020204020204" charset="-122"/>
                <a:ea typeface="微软雅黑" panose="020B0503020204020204" charset="-122"/>
                <a:cs typeface="微软雅黑" panose="020B0503020204020204" charset="-122"/>
              </a:defRPr>
            </a:pPr>
            <a:r>
              <a:rPr sz="1800" b="1" i="0">
                <a:solidFill>
                  <a:srgbClr val="E89CA2"/>
                </a:solidFill>
                <a:latin typeface="微软雅黑" panose="020B0503020204020204" charset="-122"/>
                <a:ea typeface="微软雅黑" panose="020B0503020204020204" charset="-122"/>
                <a:cs typeface="微软雅黑" panose="020B0503020204020204" charset="-122"/>
              </a:rPr>
              <a:t>弱算力客户端</a:t>
            </a:r>
            <a:endParaRPr sz="1800" b="1" i="0">
              <a:solidFill>
                <a:srgbClr val="E89CA2"/>
              </a:solidFill>
              <a:latin typeface="微软雅黑" panose="020B0503020204020204" charset="-122"/>
              <a:ea typeface="微软雅黑" panose="020B0503020204020204" charset="-122"/>
              <a:cs typeface="微软雅黑" panose="020B0503020204020204" charset="-122"/>
            </a:endParaRPr>
          </a:p>
        </p:txBody>
      </p:sp>
      <p:sp>
        <p:nvSpPr>
          <p:cNvPr id="10" name="client-0-layer-0"/>
          <p:cNvSpPr>
            <a:spLocks noGrp="1"/>
          </p:cNvSpPr>
          <p:nvPr/>
        </p:nvSpPr>
        <p:spPr>
          <a:xfrm>
            <a:off x="1200150" y="2762250"/>
            <a:ext cx="495300" cy="1714500"/>
          </a:xfrm>
          <a:prstGeom prst="roundRect">
            <a:avLst>
              <a:gd name="adj" fmla="val 15385"/>
            </a:avLst>
          </a:prstGeom>
          <a:solidFill>
            <a:srgbClr val="F6D8DB"/>
          </a:solidFill>
          <a:ln w="19050">
            <a:solidFill>
              <a:srgbClr val="FFFFFF"/>
            </a:solidFill>
            <a:prstDash val="solid"/>
          </a:ln>
        </p:spPr>
      </p:sp>
      <p:sp>
        <p:nvSpPr>
          <p:cNvPr id="11" name="client-0-layer-1"/>
          <p:cNvSpPr>
            <a:spLocks noGrp="1"/>
          </p:cNvSpPr>
          <p:nvPr/>
        </p:nvSpPr>
        <p:spPr>
          <a:xfrm>
            <a:off x="1628775" y="2657475"/>
            <a:ext cx="495300" cy="1924050"/>
          </a:xfrm>
          <a:prstGeom prst="roundRect">
            <a:avLst>
              <a:gd name="adj" fmla="val 15385"/>
            </a:avLst>
          </a:prstGeom>
          <a:solidFill>
            <a:srgbClr val="E89CA2"/>
          </a:solidFill>
          <a:ln w="19050">
            <a:solidFill>
              <a:srgbClr val="FFFFFF"/>
            </a:solidFill>
            <a:prstDash val="solid"/>
          </a:ln>
        </p:spPr>
      </p:sp>
      <p:sp>
        <p:nvSpPr>
          <p:cNvPr id="12" name="矩形 11"/>
          <p:cNvSpPr>
            <a:spLocks noGrp="1"/>
          </p:cNvSpPr>
          <p:nvPr/>
        </p:nvSpPr>
        <p:spPr>
          <a:xfrm>
            <a:off x="7810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小模型 / 低通信负担</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4667250" y="2000250"/>
            <a:ext cx="2857500" cy="419100"/>
          </a:xfrm>
          <a:prstGeom prst="rect">
            <a:avLst/>
          </a:prstGeom>
          <a:noFill/>
          <a:ln w="0">
            <a:noFill/>
            <a:prstDash val="solid"/>
          </a:ln>
        </p:spPr>
        <p:txBody>
          <a:bodyPr lIns="0" tIns="0" rIns="0" bIns="0" anchor="ctr"/>
          <a:lstStyle>
            <a:defPPr algn="ctr">
              <a:defRPr sz="1800" b="1" i="0">
                <a:solidFill>
                  <a:srgbClr val="E15A64"/>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E15A64"/>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E15A64"/>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E15A64"/>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E15A64"/>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E15A64"/>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E15A64"/>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E15A64"/>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E15A64"/>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E15A64"/>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E15A64"/>
                </a:solidFill>
                <a:latin typeface="微软雅黑" panose="020B0503020204020204" charset="-122"/>
                <a:ea typeface="微软雅黑" panose="020B0503020204020204" charset="-122"/>
                <a:cs typeface="微软雅黑" panose="020B0503020204020204" charset="-122"/>
              </a:defRPr>
            </a:pPr>
            <a:r>
              <a:rPr sz="1800" b="1" i="0">
                <a:solidFill>
                  <a:srgbClr val="E15A64"/>
                </a:solidFill>
                <a:latin typeface="微软雅黑" panose="020B0503020204020204" charset="-122"/>
                <a:ea typeface="微软雅黑" panose="020B0503020204020204" charset="-122"/>
                <a:cs typeface="微软雅黑" panose="020B0503020204020204" charset="-122"/>
              </a:rPr>
              <a:t>中等算力客户端</a:t>
            </a:r>
            <a:endParaRPr sz="1800" b="1" i="0">
              <a:solidFill>
                <a:srgbClr val="E15A64"/>
              </a:solidFill>
              <a:latin typeface="微软雅黑" panose="020B0503020204020204" charset="-122"/>
              <a:ea typeface="微软雅黑" panose="020B0503020204020204" charset="-122"/>
              <a:cs typeface="微软雅黑" panose="020B0503020204020204" charset="-122"/>
            </a:endParaRPr>
          </a:p>
        </p:txBody>
      </p:sp>
      <p:sp>
        <p:nvSpPr>
          <p:cNvPr id="14" name="client-1-layer-0"/>
          <p:cNvSpPr>
            <a:spLocks noGrp="1"/>
          </p:cNvSpPr>
          <p:nvPr/>
        </p:nvSpPr>
        <p:spPr>
          <a:xfrm>
            <a:off x="5086350" y="2762250"/>
            <a:ext cx="495300" cy="1714500"/>
          </a:xfrm>
          <a:prstGeom prst="roundRect">
            <a:avLst>
              <a:gd name="adj" fmla="val 15385"/>
            </a:avLst>
          </a:prstGeom>
          <a:solidFill>
            <a:srgbClr val="F6D8DB"/>
          </a:solidFill>
          <a:ln w="19050">
            <a:solidFill>
              <a:srgbClr val="FFFFFF"/>
            </a:solidFill>
            <a:prstDash val="solid"/>
          </a:ln>
        </p:spPr>
      </p:sp>
      <p:sp>
        <p:nvSpPr>
          <p:cNvPr id="15" name="client-1-layer-1"/>
          <p:cNvSpPr>
            <a:spLocks noGrp="1"/>
          </p:cNvSpPr>
          <p:nvPr/>
        </p:nvSpPr>
        <p:spPr>
          <a:xfrm>
            <a:off x="5514975" y="2657475"/>
            <a:ext cx="495300" cy="1924050"/>
          </a:xfrm>
          <a:prstGeom prst="roundRect">
            <a:avLst>
              <a:gd name="adj" fmla="val 15385"/>
            </a:avLst>
          </a:prstGeom>
          <a:solidFill>
            <a:srgbClr val="F6D8DB"/>
          </a:solidFill>
          <a:ln w="19050">
            <a:solidFill>
              <a:srgbClr val="FFFFFF"/>
            </a:solidFill>
            <a:prstDash val="solid"/>
          </a:ln>
        </p:spPr>
      </p:sp>
      <p:sp>
        <p:nvSpPr>
          <p:cNvPr id="16" name="client-1-layer-2"/>
          <p:cNvSpPr>
            <a:spLocks noGrp="1"/>
          </p:cNvSpPr>
          <p:nvPr/>
        </p:nvSpPr>
        <p:spPr>
          <a:xfrm>
            <a:off x="5943600" y="2552700"/>
            <a:ext cx="495300" cy="2133600"/>
          </a:xfrm>
          <a:prstGeom prst="roundRect">
            <a:avLst>
              <a:gd name="adj" fmla="val 15385"/>
            </a:avLst>
          </a:prstGeom>
          <a:solidFill>
            <a:srgbClr val="E15A64"/>
          </a:solidFill>
          <a:ln w="19050">
            <a:solidFill>
              <a:srgbClr val="FFFFFF"/>
            </a:solidFill>
            <a:prstDash val="solid"/>
          </a:ln>
        </p:spPr>
      </p:sp>
      <p:sp>
        <p:nvSpPr>
          <p:cNvPr id="17" name="矩形 16"/>
          <p:cNvSpPr>
            <a:spLocks noGrp="1"/>
          </p:cNvSpPr>
          <p:nvPr/>
        </p:nvSpPr>
        <p:spPr>
          <a:xfrm>
            <a:off x="46672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中型模型 / 中等容量</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8553450" y="2000250"/>
            <a:ext cx="2857500" cy="419100"/>
          </a:xfrm>
          <a:prstGeom prst="rect">
            <a:avLst/>
          </a:prstGeom>
          <a:noFill/>
          <a:ln w="0">
            <a:noFill/>
            <a:prstDash val="solid"/>
          </a:ln>
        </p:spPr>
        <p:txBody>
          <a:bodyPr lIns="0" tIns="0" rIns="0" bIns="0" anchor="ctr"/>
          <a:lstStyle>
            <a:defPPr algn="ctr">
              <a:defRPr sz="1800"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B5121B"/>
                </a:solidFill>
                <a:latin typeface="微软雅黑" panose="020B0503020204020204" charset="-122"/>
                <a:ea typeface="微软雅黑" panose="020B0503020204020204" charset="-122"/>
                <a:cs typeface="微软雅黑" panose="020B0503020204020204" charset="-122"/>
              </a:defRPr>
            </a:pPr>
            <a:r>
              <a:rPr sz="1800" b="1" i="0">
                <a:solidFill>
                  <a:srgbClr val="B5121B"/>
                </a:solidFill>
                <a:latin typeface="微软雅黑" panose="020B0503020204020204" charset="-122"/>
                <a:ea typeface="微软雅黑" panose="020B0503020204020204" charset="-122"/>
                <a:cs typeface="微软雅黑" panose="020B0503020204020204" charset="-122"/>
              </a:rPr>
              <a:t>强算力客户端</a:t>
            </a:r>
            <a:endParaRPr sz="180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9" name="client-2-layer-0"/>
          <p:cNvSpPr>
            <a:spLocks noGrp="1"/>
          </p:cNvSpPr>
          <p:nvPr/>
        </p:nvSpPr>
        <p:spPr>
          <a:xfrm>
            <a:off x="8972550" y="2762250"/>
            <a:ext cx="495300" cy="1714500"/>
          </a:xfrm>
          <a:prstGeom prst="roundRect">
            <a:avLst>
              <a:gd name="adj" fmla="val 15385"/>
            </a:avLst>
          </a:prstGeom>
          <a:solidFill>
            <a:srgbClr val="F6D8DB"/>
          </a:solidFill>
          <a:ln w="19050">
            <a:solidFill>
              <a:srgbClr val="FFFFFF"/>
            </a:solidFill>
            <a:prstDash val="solid"/>
          </a:ln>
        </p:spPr>
      </p:sp>
      <p:sp>
        <p:nvSpPr>
          <p:cNvPr id="20" name="client-2-layer-1"/>
          <p:cNvSpPr>
            <a:spLocks noGrp="1"/>
          </p:cNvSpPr>
          <p:nvPr/>
        </p:nvSpPr>
        <p:spPr>
          <a:xfrm>
            <a:off x="9401175" y="2657475"/>
            <a:ext cx="495300" cy="1924050"/>
          </a:xfrm>
          <a:prstGeom prst="roundRect">
            <a:avLst>
              <a:gd name="adj" fmla="val 15385"/>
            </a:avLst>
          </a:prstGeom>
          <a:solidFill>
            <a:srgbClr val="F6D8DB"/>
          </a:solidFill>
          <a:ln w="19050">
            <a:solidFill>
              <a:srgbClr val="FFFFFF"/>
            </a:solidFill>
            <a:prstDash val="solid"/>
          </a:ln>
        </p:spPr>
      </p:sp>
      <p:sp>
        <p:nvSpPr>
          <p:cNvPr id="21" name="client-2-layer-2"/>
          <p:cNvSpPr>
            <a:spLocks noGrp="1"/>
          </p:cNvSpPr>
          <p:nvPr/>
        </p:nvSpPr>
        <p:spPr>
          <a:xfrm>
            <a:off x="9829800" y="2552700"/>
            <a:ext cx="495300" cy="2133600"/>
          </a:xfrm>
          <a:prstGeom prst="roundRect">
            <a:avLst>
              <a:gd name="adj" fmla="val 15385"/>
            </a:avLst>
          </a:prstGeom>
          <a:solidFill>
            <a:srgbClr val="F6D8DB"/>
          </a:solidFill>
          <a:ln w="19050">
            <a:solidFill>
              <a:srgbClr val="FFFFFF"/>
            </a:solidFill>
            <a:prstDash val="solid"/>
          </a:ln>
        </p:spPr>
      </p:sp>
      <p:sp>
        <p:nvSpPr>
          <p:cNvPr id="22" name="client-2-layer-3"/>
          <p:cNvSpPr>
            <a:spLocks noGrp="1"/>
          </p:cNvSpPr>
          <p:nvPr/>
        </p:nvSpPr>
        <p:spPr>
          <a:xfrm>
            <a:off x="10258425" y="2447925"/>
            <a:ext cx="495300" cy="2343150"/>
          </a:xfrm>
          <a:prstGeom prst="roundRect">
            <a:avLst>
              <a:gd name="adj" fmla="val 15385"/>
            </a:avLst>
          </a:prstGeom>
          <a:solidFill>
            <a:srgbClr val="B5121B"/>
          </a:solidFill>
          <a:ln w="19050">
            <a:solidFill>
              <a:srgbClr val="FFFFFF"/>
            </a:solidFill>
            <a:prstDash val="solid"/>
          </a:ln>
        </p:spPr>
      </p:sp>
      <p:sp>
        <p:nvSpPr>
          <p:cNvPr id="23" name="矩形 22"/>
          <p:cNvSpPr>
            <a:spLocks noGrp="1"/>
          </p:cNvSpPr>
          <p:nvPr/>
        </p:nvSpPr>
        <p:spPr>
          <a:xfrm>
            <a:off x="8553450" y="4838700"/>
            <a:ext cx="2857500" cy="400050"/>
          </a:xfrm>
          <a:prstGeom prst="rect">
            <a:avLst/>
          </a:prstGeom>
          <a:noFill/>
          <a:ln w="0">
            <a:noFill/>
            <a:prstDash val="solid"/>
          </a:ln>
        </p:spPr>
        <p:txBody>
          <a:bodyPr lIns="0" tIns="0" rIns="0" bIns="0" anchor="ctr"/>
          <a:lstStyle>
            <a:defPPr algn="ctr">
              <a:defRPr sz="142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5B5B5B"/>
                </a:solidFill>
                <a:latin typeface="微软雅黑" panose="020B0503020204020204" charset="-122"/>
                <a:ea typeface="微软雅黑" panose="020B0503020204020204" charset="-122"/>
                <a:cs typeface="微软雅黑" panose="020B0503020204020204" charset="-122"/>
              </a:defRPr>
            </a:pPr>
            <a:r>
              <a:rPr sz="1425" b="0" i="0">
                <a:solidFill>
                  <a:srgbClr val="5B5B5B"/>
                </a:solidFill>
                <a:latin typeface="微软雅黑" panose="020B0503020204020204" charset="-122"/>
                <a:ea typeface="微软雅黑" panose="020B0503020204020204" charset="-122"/>
                <a:cs typeface="微软雅黑" panose="020B0503020204020204" charset="-122"/>
              </a:rPr>
              <a:t>大模型 / 更强表示能力</a:t>
            </a:r>
            <a:endParaRPr sz="142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2095500" y="5638800"/>
            <a:ext cx="8001000" cy="533400"/>
          </a:xfrm>
          <a:prstGeom prst="roundRect">
            <a:avLst>
              <a:gd name="adj" fmla="val 21429"/>
            </a:avLst>
          </a:prstGeom>
          <a:solidFill>
            <a:srgbClr val="8E1119"/>
          </a:solidFill>
          <a:ln w="0">
            <a:noFill/>
            <a:prstDash val="solid"/>
          </a:ln>
        </p:spPr>
        <p:txBody>
          <a:bodyPr lIns="0" tIns="0" rIns="0" bIns="0" anchor="ctr"/>
          <a:lstStyle>
            <a:defPPr algn="ctr">
              <a:defRPr sz="187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7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7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7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7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7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7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7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7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7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75" b="1" i="0">
                <a:solidFill>
                  <a:srgbClr val="FFFFFF"/>
                </a:solidFill>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同一任务，不同模型参数形状不同，无法直接做标准 FedAvg</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06</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知识聚合</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666750" y="1885950"/>
          <a:ext cx="10858501" cy="3143252"/>
        </p:xfrm>
        <a:graphic>
          <a:graphicData uri="http://schemas.openxmlformats.org/drawingml/2006/table">
            <a:tbl>
              <a:tblPr/>
              <a:tblGrid>
                <a:gridCol w="1809750"/>
                <a:gridCol w="2129118"/>
                <a:gridCol w="2129118"/>
                <a:gridCol w="2129118"/>
                <a:gridCol w="2661397"/>
              </a:tblGrid>
              <a:tr h="785813">
                <a:tc>
                  <a:txBody>
                    <a:bodyPr/>
                    <a:lstStyle/>
                    <a:p>
                      <a:pPr algn="l"/>
                      <a:r>
                        <a:rPr sz="1200" b="1">
                          <a:solidFill>
                            <a:srgbClr val="FFFFFF"/>
                          </a:solidFill>
                          <a:latin typeface="微软雅黑" panose="020B0503020204020204" charset="-122"/>
                          <a:ea typeface="微软雅黑" panose="020B0503020204020204" charset="-122"/>
                          <a:cs typeface="微软雅黑" panose="020B0503020204020204" charset="-122"/>
                        </a:rPr>
                        <a:t>路径</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聚合对象</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模型无关性</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主要优点</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c>
                  <a:txBody>
                    <a:bodyPr/>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模型异构下的主要问题</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T w="9525">
                      <a:solidFill>
                        <a:srgbClr val="DADDE3"/>
                      </a:solidFill>
                      <a:prstDash val="solid"/>
                    </a:lnT>
                    <a:lnB w="9525">
                      <a:solidFill>
                        <a:srgbClr val="DADDE3"/>
                      </a:solidFill>
                      <a:prstDash val="solid"/>
                    </a:lnB>
                    <a:solidFill>
                      <a:srgbClr val="8E1119"/>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参数聚合</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F8EDEE"/>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权重</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低</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通信直接、训练简单</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结构与维度不一致</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Logit 蒸馏</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F8EDEE"/>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类别概率</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高</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容易跨结构传递</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输出层掩盖隐藏表示偏差</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AF5F6"/>
                    </a:solidFill>
                  </a:tcPr>
                </a:tc>
              </a:tr>
              <a:tr h="785813">
                <a:tc>
                  <a:txBody>
                    <a:bodyPr/>
                    <a:lstStyle/>
                    <a:p>
                      <a:pPr algn="l"/>
                      <a:r>
                        <a:rPr sz="1275" b="1">
                          <a:solidFill>
                            <a:srgbClr val="222222"/>
                          </a:solidFill>
                          <a:latin typeface="微软雅黑" panose="020B0503020204020204" charset="-122"/>
                          <a:ea typeface="微软雅黑" panose="020B0503020204020204" charset="-122"/>
                          <a:cs typeface="微软雅黑" panose="020B0503020204020204" charset="-122"/>
                        </a:rPr>
                        <a:t>特征蒸馏</a:t>
                      </a:r>
                      <a:endParaRPr sz="1275" b="1">
                        <a:solidFill>
                          <a:srgbClr val="222222"/>
                        </a:solidFill>
                        <a:latin typeface="微软雅黑" panose="020B0503020204020204" charset="-122"/>
                        <a:ea typeface="微软雅黑" panose="020B0503020204020204" charset="-122"/>
                        <a:cs typeface="微软雅黑" panose="020B0503020204020204" charset="-122"/>
                      </a:endParaRPr>
                    </a:p>
                  </a:txBody>
                  <a:tcPr anchor="ctr">
                    <a:lnL w="9525">
                      <a:solidFill>
                        <a:srgbClr val="DADDE3"/>
                      </a:solidFill>
                      <a:prstDash val="solid"/>
                    </a:lnL>
                    <a:lnR w="9525">
                      <a:solidFill>
                        <a:srgbClr val="DADDE3"/>
                      </a:solidFill>
                      <a:prstDash val="solid"/>
                    </a:lnR>
                    <a:lnB w="9525">
                      <a:solidFill>
                        <a:srgbClr val="DADDE3"/>
                      </a:solidFill>
                      <a:prstDash val="solid"/>
                    </a:lnB>
                    <a:solidFill>
                      <a:srgbClr val="DCEFF1"/>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中间表示</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中</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保留更丰富知识</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FFFFFF"/>
                    </a:solidFill>
                  </a:tcPr>
                </a:tc>
                <a:tc>
                  <a:txBody>
                    <a:bodyPr/>
                    <a:lstStyle/>
                    <a:p>
                      <a:pPr algn="ctr"/>
                      <a:r>
                        <a:rPr sz="1275" b="0">
                          <a:solidFill>
                            <a:srgbClr val="222222"/>
                          </a:solidFill>
                          <a:latin typeface="微软雅黑" panose="020B0503020204020204" charset="-122"/>
                          <a:ea typeface="微软雅黑" panose="020B0503020204020204" charset="-122"/>
                          <a:cs typeface="微软雅黑" panose="020B0503020204020204" charset="-122"/>
                        </a:rPr>
                        <a:t>需解决维度对齐与知识冲突</a:t>
                      </a:r>
                      <a:endParaRPr sz="1275" b="0">
                        <a:solidFill>
                          <a:srgbClr val="222222"/>
                        </a:solidFill>
                        <a:latin typeface="微软雅黑" panose="020B0503020204020204" charset="-122"/>
                        <a:ea typeface="微软雅黑" panose="020B0503020204020204" charset="-122"/>
                        <a:cs typeface="微软雅黑" panose="020B0503020204020204" charset="-122"/>
                      </a:endParaRPr>
                    </a:p>
                  </a:txBody>
                  <a:tcPr anchor="ctr">
                    <a:lnR w="9525">
                      <a:solidFill>
                        <a:srgbClr val="DADDE3"/>
                      </a:solidFill>
                      <a:prstDash val="solid"/>
                    </a:lnR>
                    <a:lnB w="9525">
                      <a:solidFill>
                        <a:srgbClr val="DADDE3"/>
                      </a:solidFill>
                      <a:prstDash val="solid"/>
                    </a:lnB>
                    <a:solidFill>
                      <a:srgbClr val="DCEFF1"/>
                    </a:solidFill>
                  </a:tcPr>
                </a:tc>
              </a:tr>
            </a:tbl>
          </a:graphicData>
        </a:graphic>
      </p:graphicFrame>
      <p:sp>
        <p:nvSpPr>
          <p:cNvPr id="10" name="圆角矩形 9"/>
          <p:cNvSpPr>
            <a:spLocks noGrp="1"/>
          </p:cNvSpPr>
          <p:nvPr/>
        </p:nvSpPr>
        <p:spPr>
          <a:xfrm>
            <a:off x="1095375" y="5448300"/>
            <a:ext cx="10001250" cy="552450"/>
          </a:xfrm>
          <a:prstGeom prst="roundRect">
            <a:avLst>
              <a:gd name="adj" fmla="val 17241"/>
            </a:avLst>
          </a:prstGeom>
          <a:solidFill>
            <a:srgbClr val="FFF7F7"/>
          </a:solidFill>
          <a:ln w="9525">
            <a:solidFill>
              <a:srgbClr val="E7B9BD"/>
            </a:solidFill>
            <a:prstDash val="solid"/>
          </a:ln>
        </p:spPr>
        <p:txBody>
          <a:bodyPr lIns="0" tIns="0" rIns="0" bIns="0" anchor="ctr"/>
          <a:lstStyle>
            <a:defPPr algn="ctr">
              <a:defRPr sz="172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8E1119"/>
                </a:solidFill>
                <a:latin typeface="微软雅黑" panose="020B0503020204020204" charset="-122"/>
                <a:ea typeface="微软雅黑" panose="020B0503020204020204" charset="-122"/>
                <a:cs typeface="微软雅黑" panose="020B0503020204020204" charset="-122"/>
              </a:defRPr>
            </a:pPr>
            <a:r>
              <a:rPr lang="zh-CN" sz="1725" b="1" i="0">
                <a:solidFill>
                  <a:srgbClr val="8E1119"/>
                </a:solidFill>
                <a:latin typeface="微软雅黑" panose="020B0503020204020204" charset="-122"/>
                <a:ea typeface="微软雅黑" panose="020B0503020204020204" charset="-122"/>
                <a:cs typeface="微软雅黑" panose="020B0503020204020204" charset="-122"/>
              </a:rPr>
              <a:t>为</a:t>
            </a:r>
            <a:r>
              <a:rPr sz="1725" b="1" i="0">
                <a:solidFill>
                  <a:srgbClr val="8E1119"/>
                </a:solidFill>
                <a:latin typeface="微软雅黑" panose="020B0503020204020204" charset="-122"/>
                <a:ea typeface="微软雅黑" panose="020B0503020204020204" charset="-122"/>
                <a:cs typeface="微软雅黑" panose="020B0503020204020204" charset="-122"/>
              </a:rPr>
              <a:t>保留特征蒸馏的信息量，</a:t>
            </a:r>
            <a:r>
              <a:rPr lang="zh-CN" sz="1725" b="1" i="0">
                <a:solidFill>
                  <a:srgbClr val="8E1119"/>
                </a:solidFill>
                <a:latin typeface="微软雅黑" panose="020B0503020204020204" charset="-122"/>
                <a:ea typeface="微软雅黑" panose="020B0503020204020204" charset="-122"/>
                <a:cs typeface="微软雅黑" panose="020B0503020204020204" charset="-122"/>
              </a:rPr>
              <a:t>论文</a:t>
            </a:r>
            <a:r>
              <a:rPr sz="1725" b="1" i="0">
                <a:solidFill>
                  <a:srgbClr val="8E1119"/>
                </a:solidFill>
                <a:latin typeface="微软雅黑" panose="020B0503020204020204" charset="-122"/>
                <a:ea typeface="微软雅黑" panose="020B0503020204020204" charset="-122"/>
                <a:cs typeface="微软雅黑" panose="020B0503020204020204" charset="-122"/>
              </a:rPr>
              <a:t>同时把“对齐”和“冲突”拆成两个可处理的问题</a:t>
            </a:r>
            <a:endParaRPr sz="1725"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32" name="直接箭头连接符 31"/>
          <p:cNvCxnSpPr>
            <a:stCxn id="21" idx="3"/>
            <a:endCxn id="25" idx="1"/>
          </p:cNvCxnSpPr>
          <p:nvPr>
            <p:custDataLst>
              <p:tags r:id="rId1"/>
            </p:custDataLst>
          </p:nvPr>
        </p:nvCxnSpPr>
        <p:spPr>
          <a:xfrm>
            <a:off x="9353550" y="3248025"/>
            <a:ext cx="419100" cy="0"/>
          </a:xfrm>
          <a:prstGeom prst="straightConnector1">
            <a:avLst/>
          </a:prstGeom>
          <a:ln w="19050">
            <a:solidFill>
              <a:srgbClr val="8C8C8C"/>
            </a:solidFill>
            <a:prstDash val="solid"/>
            <a:tailEnd type="triangle" w="sm" len="sm"/>
          </a:ln>
        </p:spPr>
      </p:cxnSp>
      <p:cxnSp>
        <p:nvCxnSpPr>
          <p:cNvPr id="31" name="直接箭头连接符 30"/>
          <p:cNvCxnSpPr>
            <a:stCxn id="17" idx="3"/>
            <a:endCxn id="21" idx="1"/>
          </p:cNvCxnSpPr>
          <p:nvPr>
            <p:custDataLst>
              <p:tags r:id="rId2"/>
            </p:custDataLst>
          </p:nvPr>
        </p:nvCxnSpPr>
        <p:spPr>
          <a:xfrm>
            <a:off x="7048500" y="3248025"/>
            <a:ext cx="419100" cy="0"/>
          </a:xfrm>
          <a:prstGeom prst="straightConnector1">
            <a:avLst/>
          </a:prstGeom>
          <a:ln w="19050">
            <a:solidFill>
              <a:srgbClr val="8C8C8C"/>
            </a:solidFill>
            <a:prstDash val="solid"/>
            <a:tailEnd type="triangle" w="sm" len="sm"/>
          </a:ln>
        </p:spPr>
      </p:cxnSp>
      <p:cxnSp>
        <p:nvCxnSpPr>
          <p:cNvPr id="30" name="直接箭头连接符 29"/>
          <p:cNvCxnSpPr>
            <a:stCxn id="13" idx="3"/>
            <a:endCxn id="17" idx="1"/>
          </p:cNvCxnSpPr>
          <p:nvPr>
            <p:custDataLst>
              <p:tags r:id="rId3"/>
            </p:custDataLst>
          </p:nvPr>
        </p:nvCxnSpPr>
        <p:spPr>
          <a:xfrm>
            <a:off x="4743450" y="3248025"/>
            <a:ext cx="419100" cy="0"/>
          </a:xfrm>
          <a:prstGeom prst="straightConnector1">
            <a:avLst/>
          </a:prstGeom>
          <a:ln w="19050">
            <a:solidFill>
              <a:srgbClr val="8C8C8C"/>
            </a:solidFill>
            <a:prstDash val="solid"/>
            <a:tailEnd type="triangle" w="sm" len="sm"/>
          </a:ln>
        </p:spPr>
      </p:cxnSp>
      <p:cxnSp>
        <p:nvCxnSpPr>
          <p:cNvPr id="29" name="直接箭头连接符 28"/>
          <p:cNvCxnSpPr>
            <a:stCxn id="9" idx="3"/>
            <a:endCxn id="13" idx="1"/>
          </p:cNvCxnSpPr>
          <p:nvPr>
            <p:custDataLst>
              <p:tags r:id="rId4"/>
            </p:custDataLst>
          </p:nvPr>
        </p:nvCxnSpPr>
        <p:spPr>
          <a:xfrm>
            <a:off x="2438400" y="3248025"/>
            <a:ext cx="419100" cy="0"/>
          </a:xfrm>
          <a:prstGeom prst="straightConnector1">
            <a:avLst/>
          </a:prstGeom>
          <a:ln w="19050">
            <a:solidFill>
              <a:srgbClr val="8C8C8C"/>
            </a:solidFill>
            <a:prstDash val="solid"/>
            <a:tailEnd type="triangle" w="sm" len="sm"/>
          </a:ln>
        </p:spPr>
      </p:cxnSp>
      <p:sp>
        <p:nvSpPr>
          <p:cNvPr id="3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5"/>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07</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logit 蒸馏失效</a:t>
            </a:r>
            <a:r>
              <a:rPr lang="zh-CN" sz="2550" b="1" i="0">
                <a:solidFill>
                  <a:srgbClr val="222222"/>
                </a:solidFill>
                <a:latin typeface="微软雅黑" panose="020B0503020204020204" charset="-122"/>
                <a:ea typeface="微软雅黑" panose="020B0503020204020204" charset="-122"/>
                <a:cs typeface="微软雅黑" panose="020B0503020204020204" charset="-122"/>
              </a:rPr>
              <a:t>原因</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problem-0"/>
          <p:cNvSpPr>
            <a:spLocks noGrp="1"/>
          </p:cNvSpPr>
          <p:nvPr>
            <p:custDataLst>
              <p:tags r:id="rId6"/>
            </p:custDataLst>
          </p:nvPr>
        </p:nvSpPr>
        <p:spPr>
          <a:xfrm>
            <a:off x="552450" y="2476500"/>
            <a:ext cx="1885950" cy="1543050"/>
          </a:xfrm>
          <a:prstGeom prst="roundRect">
            <a:avLst>
              <a:gd name="adj" fmla="val 9877"/>
            </a:avLst>
          </a:prstGeom>
          <a:solidFill>
            <a:srgbClr val="FFFFFF"/>
          </a:solidFill>
          <a:ln w="19050">
            <a:solidFill>
              <a:srgbClr val="3577B8"/>
            </a:solidFill>
            <a:prstDash val="solid"/>
          </a:ln>
        </p:spPr>
      </p:sp>
      <p:sp>
        <p:nvSpPr>
          <p:cNvPr id="10" name="圆角矩形 9"/>
          <p:cNvSpPr>
            <a:spLocks noGrp="1"/>
          </p:cNvSpPr>
          <p:nvPr>
            <p:custDataLst>
              <p:tags r:id="rId7"/>
            </p:custDataLst>
          </p:nvPr>
        </p:nvSpPr>
        <p:spPr>
          <a:xfrm>
            <a:off x="1238250" y="2152650"/>
            <a:ext cx="514350" cy="514350"/>
          </a:xfrm>
          <a:prstGeom prst="roundRect">
            <a:avLst>
              <a:gd name="adj" fmla="val 50000"/>
            </a:avLst>
          </a:prstGeom>
          <a:solidFill>
            <a:srgbClr val="3577B8"/>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1</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8"/>
            </p:custDataLst>
          </p:nvPr>
        </p:nvSpPr>
        <p:spPr>
          <a:xfrm>
            <a:off x="685800" y="2781300"/>
            <a:ext cx="1619250"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模型结构不同</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custDataLst>
              <p:tags r:id="rId9"/>
            </p:custDataLst>
          </p:nvPr>
        </p:nvSpPr>
        <p:spPr>
          <a:xfrm>
            <a:off x="695325" y="3238500"/>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隐藏层维度与语义不一致</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problem-1"/>
          <p:cNvSpPr>
            <a:spLocks noGrp="1"/>
          </p:cNvSpPr>
          <p:nvPr>
            <p:custDataLst>
              <p:tags r:id="rId10"/>
            </p:custDataLst>
          </p:nvPr>
        </p:nvSpPr>
        <p:spPr>
          <a:xfrm>
            <a:off x="2857500" y="2476500"/>
            <a:ext cx="1885950" cy="1543050"/>
          </a:xfrm>
          <a:prstGeom prst="roundRect">
            <a:avLst>
              <a:gd name="adj" fmla="val 9877"/>
            </a:avLst>
          </a:prstGeom>
          <a:solidFill>
            <a:srgbClr val="FFFFFF"/>
          </a:solidFill>
          <a:ln w="19050">
            <a:solidFill>
              <a:srgbClr val="3577B8"/>
            </a:solidFill>
            <a:prstDash val="solid"/>
          </a:ln>
        </p:spPr>
      </p:sp>
      <p:sp>
        <p:nvSpPr>
          <p:cNvPr id="14" name="圆角矩形 13"/>
          <p:cNvSpPr>
            <a:spLocks noGrp="1"/>
          </p:cNvSpPr>
          <p:nvPr>
            <p:custDataLst>
              <p:tags r:id="rId11"/>
            </p:custDataLst>
          </p:nvPr>
        </p:nvSpPr>
        <p:spPr>
          <a:xfrm>
            <a:off x="3543300" y="2152650"/>
            <a:ext cx="514350" cy="514350"/>
          </a:xfrm>
          <a:prstGeom prst="roundRect">
            <a:avLst>
              <a:gd name="adj" fmla="val 50000"/>
            </a:avLst>
          </a:prstGeom>
          <a:solidFill>
            <a:srgbClr val="3577B8"/>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2</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custDataLst>
              <p:tags r:id="rId12"/>
            </p:custDataLst>
          </p:nvPr>
        </p:nvSpPr>
        <p:spPr>
          <a:xfrm>
            <a:off x="2990850" y="2781300"/>
            <a:ext cx="1619250"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特征空间错位</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custDataLst>
              <p:tags r:id="rId13"/>
            </p:custDataLst>
          </p:nvPr>
        </p:nvSpPr>
        <p:spPr>
          <a:xfrm>
            <a:off x="3000375" y="3238500"/>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同一样本形成不同表示</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7" name="problem-2"/>
          <p:cNvSpPr>
            <a:spLocks noGrp="1"/>
          </p:cNvSpPr>
          <p:nvPr>
            <p:custDataLst>
              <p:tags r:id="rId14"/>
            </p:custDataLst>
          </p:nvPr>
        </p:nvSpPr>
        <p:spPr>
          <a:xfrm>
            <a:off x="5162550" y="2476500"/>
            <a:ext cx="1885950" cy="1543050"/>
          </a:xfrm>
          <a:prstGeom prst="roundRect">
            <a:avLst>
              <a:gd name="adj" fmla="val 9877"/>
            </a:avLst>
          </a:prstGeom>
          <a:solidFill>
            <a:srgbClr val="FFFFFF"/>
          </a:solidFill>
          <a:ln w="19050">
            <a:solidFill>
              <a:srgbClr val="E0A02B"/>
            </a:solidFill>
            <a:prstDash val="solid"/>
          </a:ln>
        </p:spPr>
      </p:sp>
      <p:sp>
        <p:nvSpPr>
          <p:cNvPr id="18" name="圆角矩形 17"/>
          <p:cNvSpPr>
            <a:spLocks noGrp="1"/>
          </p:cNvSpPr>
          <p:nvPr>
            <p:custDataLst>
              <p:tags r:id="rId15"/>
            </p:custDataLst>
          </p:nvPr>
        </p:nvSpPr>
        <p:spPr>
          <a:xfrm>
            <a:off x="5848350" y="2152650"/>
            <a:ext cx="514350" cy="514350"/>
          </a:xfrm>
          <a:prstGeom prst="roundRect">
            <a:avLst>
              <a:gd name="adj" fmla="val 50000"/>
            </a:avLst>
          </a:prstGeom>
          <a:solidFill>
            <a:srgbClr val="E0A02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3</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custDataLst>
              <p:tags r:id="rId16"/>
            </p:custDataLst>
          </p:nvPr>
        </p:nvSpPr>
        <p:spPr>
          <a:xfrm>
            <a:off x="5295900" y="2781300"/>
            <a:ext cx="1619250"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Softmax 偏差</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custDataLst>
              <p:tags r:id="rId17"/>
            </p:custDataLst>
          </p:nvPr>
        </p:nvSpPr>
        <p:spPr>
          <a:xfrm>
            <a:off x="5305425" y="3238500"/>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聚合 logit 的边界变模糊</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1" name="problem-3"/>
          <p:cNvSpPr>
            <a:spLocks noGrp="1"/>
          </p:cNvSpPr>
          <p:nvPr>
            <p:custDataLst>
              <p:tags r:id="rId18"/>
            </p:custDataLst>
          </p:nvPr>
        </p:nvSpPr>
        <p:spPr>
          <a:xfrm>
            <a:off x="7467600" y="2476500"/>
            <a:ext cx="1885950" cy="1543050"/>
          </a:xfrm>
          <a:prstGeom prst="roundRect">
            <a:avLst>
              <a:gd name="adj" fmla="val 9877"/>
            </a:avLst>
          </a:prstGeom>
          <a:solidFill>
            <a:srgbClr val="FFFFFF"/>
          </a:solidFill>
          <a:ln w="19050">
            <a:solidFill>
              <a:srgbClr val="E0A02B"/>
            </a:solidFill>
            <a:prstDash val="solid"/>
          </a:ln>
        </p:spPr>
      </p:sp>
      <p:sp>
        <p:nvSpPr>
          <p:cNvPr id="22" name="圆角矩形 21"/>
          <p:cNvSpPr>
            <a:spLocks noGrp="1"/>
          </p:cNvSpPr>
          <p:nvPr>
            <p:custDataLst>
              <p:tags r:id="rId19"/>
            </p:custDataLst>
          </p:nvPr>
        </p:nvSpPr>
        <p:spPr>
          <a:xfrm>
            <a:off x="8153400" y="2152650"/>
            <a:ext cx="514350" cy="514350"/>
          </a:xfrm>
          <a:prstGeom prst="roundRect">
            <a:avLst>
              <a:gd name="adj" fmla="val 50000"/>
            </a:avLst>
          </a:prstGeom>
          <a:solidFill>
            <a:srgbClr val="E0A02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4</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custDataLst>
              <p:tags r:id="rId20"/>
            </p:custDataLst>
          </p:nvPr>
        </p:nvSpPr>
        <p:spPr>
          <a:xfrm>
            <a:off x="7600950" y="2781300"/>
            <a:ext cx="1619250"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教师信号波动</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custDataLst>
              <p:tags r:id="rId21"/>
            </p:custDataLst>
          </p:nvPr>
        </p:nvSpPr>
        <p:spPr>
          <a:xfrm>
            <a:off x="7610475" y="3238500"/>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蒸馏过程反复拉扯</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5" name="problem-4"/>
          <p:cNvSpPr>
            <a:spLocks noGrp="1"/>
          </p:cNvSpPr>
          <p:nvPr>
            <p:custDataLst>
              <p:tags r:id="rId22"/>
            </p:custDataLst>
          </p:nvPr>
        </p:nvSpPr>
        <p:spPr>
          <a:xfrm>
            <a:off x="9772650" y="2476500"/>
            <a:ext cx="1885950" cy="1543050"/>
          </a:xfrm>
          <a:prstGeom prst="roundRect">
            <a:avLst>
              <a:gd name="adj" fmla="val 9877"/>
            </a:avLst>
          </a:prstGeom>
          <a:solidFill>
            <a:srgbClr val="FFFFFF"/>
          </a:solidFill>
          <a:ln w="19050">
            <a:solidFill>
              <a:srgbClr val="B5121B"/>
            </a:solidFill>
            <a:prstDash val="solid"/>
          </a:ln>
        </p:spPr>
      </p:sp>
      <p:sp>
        <p:nvSpPr>
          <p:cNvPr id="26" name="圆角矩形 25"/>
          <p:cNvSpPr>
            <a:spLocks noGrp="1"/>
          </p:cNvSpPr>
          <p:nvPr>
            <p:custDataLst>
              <p:tags r:id="rId23"/>
            </p:custDataLst>
          </p:nvPr>
        </p:nvSpPr>
        <p:spPr>
          <a:xfrm>
            <a:off x="10458450" y="2152650"/>
            <a:ext cx="514350" cy="514350"/>
          </a:xfrm>
          <a:prstGeom prst="roundRect">
            <a:avLst>
              <a:gd name="adj" fmla="val 50000"/>
            </a:avLst>
          </a:prstGeom>
          <a:solidFill>
            <a:srgbClr val="B5121B"/>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5</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custDataLst>
              <p:tags r:id="rId24"/>
            </p:custDataLst>
          </p:nvPr>
        </p:nvSpPr>
        <p:spPr>
          <a:xfrm>
            <a:off x="9906000" y="2781300"/>
            <a:ext cx="1619250" cy="400050"/>
          </a:xfrm>
          <a:prstGeom prst="rect">
            <a:avLst/>
          </a:prstGeom>
          <a:noFill/>
          <a:ln w="0">
            <a:noFill/>
            <a:prstDash val="solid"/>
          </a:ln>
        </p:spPr>
        <p:txBody>
          <a:bodyPr lIns="0" tIns="0" rIns="0" bIns="0" anchor="ctr"/>
          <a:lstStyle>
            <a:defPPr algn="ctr">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训练不稳定</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custDataLst>
              <p:tags r:id="rId25"/>
            </p:custDataLst>
          </p:nvPr>
        </p:nvSpPr>
        <p:spPr>
          <a:xfrm>
            <a:off x="9915525" y="3238500"/>
            <a:ext cx="1600200" cy="57150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收敛慢且最终精度受限</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33" name="圆角矩形 32"/>
          <p:cNvSpPr>
            <a:spLocks noGrp="1"/>
          </p:cNvSpPr>
          <p:nvPr/>
        </p:nvSpPr>
        <p:spPr>
          <a:xfrm>
            <a:off x="1619250" y="5000625"/>
            <a:ext cx="8953500" cy="647700"/>
          </a:xfrm>
          <a:prstGeom prst="roundRect">
            <a:avLst>
              <a:gd name="adj" fmla="val 17647"/>
            </a:avLst>
          </a:prstGeom>
          <a:solidFill>
            <a:srgbClr val="8E1119"/>
          </a:solidFill>
          <a:ln w="0">
            <a:noFill/>
            <a:prstDash val="solid"/>
          </a:ln>
        </p:spPr>
        <p:txBody>
          <a:bodyPr lIns="0" tIns="0" rIns="0" bIns="0" anchor="ctr"/>
          <a:lstStyle>
            <a:defPPr algn="ctr">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FedFD 的核心目标：在蒸馏前先把跨架构特征变成可比较、低冲突的教师知识</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35" name="图片 34"/>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08</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边界模糊与训练波动</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85800" y="1828800"/>
            <a:ext cx="2095500" cy="361950"/>
          </a:xfrm>
          <a:prstGeom prst="rect">
            <a:avLst/>
          </a:prstGeom>
          <a:noFill/>
          <a:ln w="0">
            <a:noFill/>
            <a:prstDash val="solid"/>
          </a:ln>
        </p:spPr>
        <p:txBody>
          <a:bodyPr lIns="0" tIns="0" rIns="0" bIns="0" anchor="ctr"/>
          <a:lstStyle>
            <a:defPPr algn="l">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a:sym typeface="+mn-ea"/>
              </a:rPr>
              <a:t>t-SNE</a:t>
            </a:r>
            <a:r>
              <a:rPr lang="en-US">
                <a:sym typeface="+mn-ea"/>
              </a:rPr>
              <a:t> </a:t>
            </a:r>
            <a:r>
              <a:rPr sz="1650" b="1" i="0">
                <a:solidFill>
                  <a:srgbClr val="3577B8"/>
                </a:solidFill>
                <a:latin typeface="微软雅黑" panose="020B0503020204020204" charset="-122"/>
                <a:ea typeface="微软雅黑" panose="020B0503020204020204" charset="-122"/>
                <a:cs typeface="微软雅黑" panose="020B0503020204020204" charset="-122"/>
              </a:rPr>
              <a:t>表示</a:t>
            </a:r>
            <a:r>
              <a:rPr lang="zh-CN" sz="1650" b="1" i="0">
                <a:solidFill>
                  <a:srgbClr val="3577B8"/>
                </a:solidFill>
                <a:latin typeface="微软雅黑" panose="020B0503020204020204" charset="-122"/>
                <a:ea typeface="微软雅黑" panose="020B0503020204020204" charset="-122"/>
                <a:cs typeface="微软雅黑" panose="020B0503020204020204" charset="-122"/>
              </a:rPr>
              <a:t>可视化</a:t>
            </a:r>
            <a:endParaRPr lang="zh-CN" sz="1650" b="1" i="0">
              <a:solidFill>
                <a:srgbClr val="3577B8"/>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a:stretch>
            <a:fillRect/>
          </a:stretch>
        </p:blipFill>
        <p:spPr>
          <a:xfrm>
            <a:off x="552450" y="2543109"/>
            <a:ext cx="5429250" cy="2695708"/>
          </a:xfrm>
          <a:prstGeom prst="rect">
            <a:avLst/>
          </a:prstGeom>
        </p:spPr>
      </p:pic>
      <p:sp>
        <p:nvSpPr>
          <p:cNvPr id="11" name="矩形 10"/>
          <p:cNvSpPr>
            <a:spLocks noGrp="1"/>
          </p:cNvSpPr>
          <p:nvPr/>
        </p:nvSpPr>
        <p:spPr>
          <a:xfrm>
            <a:off x="714375" y="5619750"/>
            <a:ext cx="5143500" cy="428625"/>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sz="1350" b="0" i="0">
                <a:solidFill>
                  <a:srgbClr val="222222"/>
                </a:solidFill>
                <a:latin typeface="微软雅黑" panose="020B0503020204020204" charset="-122"/>
                <a:ea typeface="微软雅黑" panose="020B0503020204020204" charset="-122"/>
                <a:cs typeface="微软雅黑" panose="020B0503020204020204" charset="-122"/>
              </a:rPr>
              <a:t>Logit 聚合后类别边界更模糊，特征表示的簇更清晰</a:t>
            </a:r>
            <a:endParaRPr sz="13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952625"/>
            <a:ext cx="0" cy="4000500"/>
          </a:xfrm>
          <a:prstGeom prst="line">
            <a:avLst/>
          </a:prstGeom>
          <a:noFill/>
          <a:ln w="9525">
            <a:solidFill>
              <a:srgbClr val="D9DCE2"/>
            </a:solidFill>
            <a:prstDash val="solid"/>
          </a:ln>
        </p:spPr>
      </p:sp>
      <p:sp>
        <p:nvSpPr>
          <p:cNvPr id="13" name="矩形 12"/>
          <p:cNvSpPr>
            <a:spLocks noGrp="1"/>
          </p:cNvSpPr>
          <p:nvPr/>
        </p:nvSpPr>
        <p:spPr>
          <a:xfrm>
            <a:off x="6515100" y="1828800"/>
            <a:ext cx="2095500" cy="36195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lang="zh-CN" sz="1650" b="1" i="0">
                <a:solidFill>
                  <a:srgbClr val="B5121B"/>
                </a:solidFill>
                <a:latin typeface="微软雅黑" panose="020B0503020204020204" charset="-122"/>
                <a:ea typeface="微软雅黑" panose="020B0503020204020204" charset="-122"/>
                <a:cs typeface="微软雅黑" panose="020B0503020204020204" charset="-122"/>
              </a:rPr>
              <a:t>学习曲线</a:t>
            </a:r>
            <a:endParaRPr lang="zh-CN" sz="1650" b="1" i="0">
              <a:solidFill>
                <a:srgbClr val="B5121B"/>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3"/>
          <a:stretch>
            <a:fillRect/>
          </a:stretch>
        </p:blipFill>
        <p:spPr>
          <a:xfrm>
            <a:off x="6429375" y="2387112"/>
            <a:ext cx="5143500" cy="2769577"/>
          </a:xfrm>
          <a:prstGeom prst="rect">
            <a:avLst/>
          </a:prstGeom>
        </p:spPr>
      </p:pic>
      <p:sp>
        <p:nvSpPr>
          <p:cNvPr id="15" name="矩形 14"/>
          <p:cNvSpPr>
            <a:spLocks noGrp="1"/>
          </p:cNvSpPr>
          <p:nvPr/>
        </p:nvSpPr>
        <p:spPr>
          <a:xfrm>
            <a:off x="6477000" y="5381625"/>
            <a:ext cx="5095875" cy="552450"/>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sz="1350" b="0" i="0">
                <a:solidFill>
                  <a:srgbClr val="222222"/>
                </a:solidFill>
                <a:latin typeface="微软雅黑" panose="020B0503020204020204" charset="-122"/>
                <a:ea typeface="微软雅黑" panose="020B0503020204020204" charset="-122"/>
                <a:cs typeface="微软雅黑" panose="020B0503020204020204" charset="-122"/>
              </a:rPr>
              <a:t>同构模型快速且稳定；异构模型中多种 logit 方法反复波动</a:t>
            </a:r>
            <a:endParaRPr sz="13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23875" y="6457950"/>
            <a:ext cx="10096500" cy="209550"/>
          </a:xfrm>
          <a:prstGeom prst="rect">
            <a:avLst/>
          </a:prstGeom>
          <a:noFill/>
          <a:ln w="0">
            <a:noFill/>
            <a:prstDash val="solid"/>
          </a:ln>
        </p:spPr>
        <p:txBody>
          <a:bodyPr lIns="0" tIns="0" rIns="0" bIns="0" anchor="ctr"/>
          <a:lstStyle>
            <a:defPPr algn="l">
              <a:defRPr sz="825" b="0" i="0">
                <a:solidFill>
                  <a:srgbClr val="8A8A8A"/>
                </a:solidFill>
                <a:latin typeface="微软雅黑" panose="020B0503020204020204" charset="-122"/>
                <a:ea typeface="微软雅黑" panose="020B0503020204020204" charset="-122"/>
                <a:cs typeface="微软雅黑" panose="020B0503020204020204" charset="-122"/>
              </a:defRPr>
            </a:defPPr>
            <a:lvl1pPr algn="l">
              <a:defRPr sz="825" b="0" i="0">
                <a:solidFill>
                  <a:srgbClr val="8A8A8A"/>
                </a:solidFill>
                <a:latin typeface="微软雅黑" panose="020B0503020204020204" charset="-122"/>
                <a:ea typeface="微软雅黑" panose="020B0503020204020204" charset="-122"/>
                <a:cs typeface="微软雅黑" panose="020B0503020204020204" charset="-122"/>
              </a:defRPr>
            </a:lvl1pPr>
            <a:lvl2pPr algn="l">
              <a:defRPr sz="825" b="0" i="0">
                <a:solidFill>
                  <a:srgbClr val="8A8A8A"/>
                </a:solidFill>
                <a:latin typeface="微软雅黑" panose="020B0503020204020204" charset="-122"/>
                <a:ea typeface="微软雅黑" panose="020B0503020204020204" charset="-122"/>
                <a:cs typeface="微软雅黑" panose="020B0503020204020204" charset="-122"/>
              </a:defRPr>
            </a:lvl2pPr>
            <a:lvl3pPr algn="l">
              <a:defRPr sz="825" b="0" i="0">
                <a:solidFill>
                  <a:srgbClr val="8A8A8A"/>
                </a:solidFill>
                <a:latin typeface="微软雅黑" panose="020B0503020204020204" charset="-122"/>
                <a:ea typeface="微软雅黑" panose="020B0503020204020204" charset="-122"/>
                <a:cs typeface="微软雅黑" panose="020B0503020204020204" charset="-122"/>
              </a:defRPr>
            </a:lvl3pPr>
            <a:lvl4pPr algn="l">
              <a:defRPr sz="825" b="0" i="0">
                <a:solidFill>
                  <a:srgbClr val="8A8A8A"/>
                </a:solidFill>
                <a:latin typeface="微软雅黑" panose="020B0503020204020204" charset="-122"/>
                <a:ea typeface="微软雅黑" panose="020B0503020204020204" charset="-122"/>
                <a:cs typeface="微软雅黑" panose="020B0503020204020204" charset="-122"/>
              </a:defRPr>
            </a:lvl4pPr>
            <a:lvl5pPr algn="l">
              <a:defRPr sz="825" b="0" i="0">
                <a:solidFill>
                  <a:srgbClr val="8A8A8A"/>
                </a:solidFill>
                <a:latin typeface="微软雅黑" panose="020B0503020204020204" charset="-122"/>
                <a:ea typeface="微软雅黑" panose="020B0503020204020204" charset="-122"/>
                <a:cs typeface="微软雅黑" panose="020B0503020204020204" charset="-122"/>
              </a:defRPr>
            </a:lvl5pPr>
            <a:lvl6pPr algn="l">
              <a:defRPr sz="825" b="0" i="0">
                <a:solidFill>
                  <a:srgbClr val="8A8A8A"/>
                </a:solidFill>
                <a:latin typeface="微软雅黑" panose="020B0503020204020204" charset="-122"/>
                <a:ea typeface="微软雅黑" panose="020B0503020204020204" charset="-122"/>
                <a:cs typeface="微软雅黑" panose="020B0503020204020204" charset="-122"/>
              </a:defRPr>
            </a:lvl6pPr>
            <a:lvl7pPr algn="l">
              <a:defRPr sz="825" b="0" i="0">
                <a:solidFill>
                  <a:srgbClr val="8A8A8A"/>
                </a:solidFill>
                <a:latin typeface="微软雅黑" panose="020B0503020204020204" charset="-122"/>
                <a:ea typeface="微软雅黑" panose="020B0503020204020204" charset="-122"/>
                <a:cs typeface="微软雅黑" panose="020B0503020204020204" charset="-122"/>
              </a:defRPr>
            </a:lvl7pPr>
            <a:lvl8pPr algn="l">
              <a:defRPr sz="825" b="0" i="0">
                <a:solidFill>
                  <a:srgbClr val="8A8A8A"/>
                </a:solidFill>
                <a:latin typeface="微软雅黑" panose="020B0503020204020204" charset="-122"/>
                <a:ea typeface="微软雅黑" panose="020B0503020204020204" charset="-122"/>
                <a:cs typeface="微软雅黑" panose="020B0503020204020204" charset="-122"/>
              </a:defRPr>
            </a:lvl8pPr>
            <a:lvl9pPr algn="l">
              <a:defRPr sz="825" b="0" i="0">
                <a:solidFill>
                  <a:srgbClr val="8A8A8A"/>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825" b="0" i="0">
                <a:solidFill>
                  <a:srgbClr val="8A8A8A"/>
                </a:solidFill>
                <a:latin typeface="微软雅黑" panose="020B0503020204020204" charset="-122"/>
                <a:ea typeface="微软雅黑" panose="020B0503020204020204" charset="-122"/>
                <a:cs typeface="微软雅黑" panose="020B0503020204020204" charset="-122"/>
              </a:defRPr>
            </a:pPr>
            <a:r>
              <a:rPr sz="825" b="0" i="0">
                <a:solidFill>
                  <a:srgbClr val="8A8A8A"/>
                </a:solidFill>
                <a:latin typeface="微软雅黑" panose="020B0503020204020204" charset="-122"/>
                <a:ea typeface="微软雅黑" panose="020B0503020204020204" charset="-122"/>
                <a:cs typeface="微软雅黑" panose="020B0503020204020204" charset="-122"/>
              </a:rPr>
              <a:t>来源：论文 Figure 1、Figure 3</a:t>
            </a:r>
            <a:endParaRPr sz="825" b="0" i="0">
              <a:solidFill>
                <a:srgbClr val="8A8A8A"/>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01  背景与问题</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09</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研究问题与论文贡献</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47700" y="1981200"/>
            <a:ext cx="1428750" cy="381000"/>
          </a:xfrm>
          <a:prstGeom prst="roundRect">
            <a:avLst>
              <a:gd name="adj" fmla="val 25000"/>
            </a:avLst>
          </a:prstGeom>
          <a:solidFill>
            <a:srgbClr val="8E1119"/>
          </a:solidFill>
          <a:ln w="0">
            <a:noFill/>
            <a:prstDash val="solid"/>
          </a:ln>
        </p:spPr>
        <p:txBody>
          <a:bodyPr lIns="0" tIns="0" rIns="0" bIns="0" anchor="ctr"/>
          <a:lstStyle>
            <a:defPPr algn="ctr">
              <a:defRPr sz="18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FFFFFF"/>
                </a:solidFill>
                <a:latin typeface="微软雅黑" panose="020B0503020204020204" charset="-122"/>
                <a:ea typeface="微软雅黑" panose="020B0503020204020204" charset="-122"/>
                <a:cs typeface="微软雅黑" panose="020B0503020204020204" charset="-122"/>
              </a:defRPr>
            </a:pPr>
            <a:r>
              <a:rPr sz="1800" b="1" i="0">
                <a:solidFill>
                  <a:srgbClr val="FFFFFF"/>
                </a:solidFill>
                <a:latin typeface="微软雅黑" panose="020B0503020204020204" charset="-122"/>
                <a:ea typeface="微软雅黑" panose="020B0503020204020204" charset="-122"/>
                <a:cs typeface="微软雅黑" panose="020B0503020204020204" charset="-122"/>
              </a:rPr>
              <a:t>总问题</a:t>
            </a:r>
            <a:endParaRPr sz="18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2286000" y="1924050"/>
            <a:ext cx="8763000" cy="495300"/>
          </a:xfrm>
          <a:prstGeom prst="rect">
            <a:avLst/>
          </a:prstGeom>
          <a:noFill/>
          <a:ln w="0">
            <a:noFill/>
            <a:prstDash val="solid"/>
          </a:ln>
        </p:spPr>
        <p:txBody>
          <a:bodyPr lIns="0" tIns="0" rIns="0" bIns="0" anchor="ctr"/>
          <a:lstStyle>
            <a:defPPr algn="l">
              <a:defRPr sz="2025" b="1" i="0">
                <a:solidFill>
                  <a:srgbClr val="8E1119"/>
                </a:solidFill>
                <a:latin typeface="微软雅黑" panose="020B0503020204020204" charset="-122"/>
                <a:ea typeface="微软雅黑" panose="020B0503020204020204" charset="-122"/>
                <a:cs typeface="微软雅黑" panose="020B0503020204020204" charset="-122"/>
              </a:defRPr>
            </a:defPPr>
            <a:lvl1pPr algn="l">
              <a:defRPr sz="2025" b="1" i="0">
                <a:solidFill>
                  <a:srgbClr val="8E1119"/>
                </a:solidFill>
                <a:latin typeface="微软雅黑" panose="020B0503020204020204" charset="-122"/>
                <a:ea typeface="微软雅黑" panose="020B0503020204020204" charset="-122"/>
                <a:cs typeface="微软雅黑" panose="020B0503020204020204" charset="-122"/>
              </a:defRPr>
            </a:lvl1pPr>
            <a:lvl2pPr algn="l">
              <a:defRPr sz="2025" b="1" i="0">
                <a:solidFill>
                  <a:srgbClr val="8E1119"/>
                </a:solidFill>
                <a:latin typeface="微软雅黑" panose="020B0503020204020204" charset="-122"/>
                <a:ea typeface="微软雅黑" panose="020B0503020204020204" charset="-122"/>
                <a:cs typeface="微软雅黑" panose="020B0503020204020204" charset="-122"/>
              </a:defRPr>
            </a:lvl2pPr>
            <a:lvl3pPr algn="l">
              <a:defRPr sz="2025" b="1" i="0">
                <a:solidFill>
                  <a:srgbClr val="8E1119"/>
                </a:solidFill>
                <a:latin typeface="微软雅黑" panose="020B0503020204020204" charset="-122"/>
                <a:ea typeface="微软雅黑" panose="020B0503020204020204" charset="-122"/>
                <a:cs typeface="微软雅黑" panose="020B0503020204020204" charset="-122"/>
              </a:defRPr>
            </a:lvl3pPr>
            <a:lvl4pPr algn="l">
              <a:defRPr sz="2025" b="1" i="0">
                <a:solidFill>
                  <a:srgbClr val="8E1119"/>
                </a:solidFill>
                <a:latin typeface="微软雅黑" panose="020B0503020204020204" charset="-122"/>
                <a:ea typeface="微软雅黑" panose="020B0503020204020204" charset="-122"/>
                <a:cs typeface="微软雅黑" panose="020B0503020204020204" charset="-122"/>
              </a:defRPr>
            </a:lvl4pPr>
            <a:lvl5pPr algn="l">
              <a:defRPr sz="2025" b="1" i="0">
                <a:solidFill>
                  <a:srgbClr val="8E1119"/>
                </a:solidFill>
                <a:latin typeface="微软雅黑" panose="020B0503020204020204" charset="-122"/>
                <a:ea typeface="微软雅黑" panose="020B0503020204020204" charset="-122"/>
                <a:cs typeface="微软雅黑" panose="020B0503020204020204" charset="-122"/>
              </a:defRPr>
            </a:lvl5pPr>
            <a:lvl6pPr algn="l">
              <a:defRPr sz="2025" b="1" i="0">
                <a:solidFill>
                  <a:srgbClr val="8E1119"/>
                </a:solidFill>
                <a:latin typeface="微软雅黑" panose="020B0503020204020204" charset="-122"/>
                <a:ea typeface="微软雅黑" panose="020B0503020204020204" charset="-122"/>
                <a:cs typeface="微软雅黑" panose="020B0503020204020204" charset="-122"/>
              </a:defRPr>
            </a:lvl6pPr>
            <a:lvl7pPr algn="l">
              <a:defRPr sz="2025" b="1" i="0">
                <a:solidFill>
                  <a:srgbClr val="8E1119"/>
                </a:solidFill>
                <a:latin typeface="微软雅黑" panose="020B0503020204020204" charset="-122"/>
                <a:ea typeface="微软雅黑" panose="020B0503020204020204" charset="-122"/>
                <a:cs typeface="微软雅黑" panose="020B0503020204020204" charset="-122"/>
              </a:defRPr>
            </a:lvl7pPr>
            <a:lvl8pPr algn="l">
              <a:defRPr sz="2025" b="1" i="0">
                <a:solidFill>
                  <a:srgbClr val="8E1119"/>
                </a:solidFill>
                <a:latin typeface="微软雅黑" panose="020B0503020204020204" charset="-122"/>
                <a:ea typeface="微软雅黑" panose="020B0503020204020204" charset="-122"/>
                <a:cs typeface="微软雅黑" panose="020B0503020204020204" charset="-122"/>
              </a:defRPr>
            </a:lvl8pPr>
            <a:lvl9pPr algn="l">
              <a:defRPr sz="202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025" b="1" i="0">
                <a:solidFill>
                  <a:srgbClr val="8E1119"/>
                </a:solidFill>
                <a:latin typeface="微软雅黑" panose="020B0503020204020204" charset="-122"/>
                <a:ea typeface="微软雅黑" panose="020B0503020204020204" charset="-122"/>
                <a:cs typeface="微软雅黑" panose="020B0503020204020204" charset="-122"/>
              </a:defRPr>
            </a:pPr>
            <a:r>
              <a:rPr sz="2025" b="1" i="0">
                <a:solidFill>
                  <a:srgbClr val="8E1119"/>
                </a:solidFill>
                <a:latin typeface="微软雅黑" panose="020B0503020204020204" charset="-122"/>
                <a:ea typeface="微软雅黑" panose="020B0503020204020204" charset="-122"/>
                <a:cs typeface="微软雅黑" panose="020B0503020204020204" charset="-122"/>
              </a:rPr>
              <a:t>如何稳定地把多个异构客户端的知识蒸馏到服务器全局模型？</a:t>
            </a:r>
            <a:endParaRPr sz="2025" b="1" i="0">
              <a:solidFill>
                <a:srgbClr val="8E1119"/>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723900" y="2857500"/>
            <a:ext cx="1428750" cy="438150"/>
          </a:xfrm>
          <a:prstGeom prst="roundRect">
            <a:avLst>
              <a:gd name="adj" fmla="val 17391"/>
            </a:avLst>
          </a:prstGeom>
          <a:solidFill>
            <a:srgbClr val="1598A5"/>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sz="1500" b="1" i="0">
                <a:solidFill>
                  <a:srgbClr val="FFFFFF"/>
                </a:solidFill>
                <a:latin typeface="微软雅黑" panose="020B0503020204020204" charset="-122"/>
                <a:ea typeface="微软雅黑" panose="020B0503020204020204" charset="-122"/>
                <a:cs typeface="微软雅黑" panose="020B0503020204020204" charset="-122"/>
              </a:rPr>
              <a:t>子问题 A</a:t>
            </a:r>
            <a:endParaRPr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2476500" y="2838450"/>
            <a:ext cx="3048000" cy="381000"/>
          </a:xfrm>
          <a:prstGeom prst="rect">
            <a:avLst/>
          </a:prstGeom>
          <a:noFill/>
          <a:ln w="0">
            <a:noFill/>
            <a:prstDash val="solid"/>
          </a:ln>
        </p:spPr>
        <p:txBody>
          <a:bodyPr lIns="0" tIns="0" rIns="0" bIns="0" anchor="ctr"/>
          <a:lstStyle>
            <a:defPPr algn="l">
              <a:defRPr sz="1650" b="1" i="0">
                <a:solidFill>
                  <a:srgbClr val="1598A5"/>
                </a:solidFill>
                <a:latin typeface="微软雅黑" panose="020B0503020204020204" charset="-122"/>
                <a:ea typeface="微软雅黑" panose="020B0503020204020204" charset="-122"/>
                <a:cs typeface="微软雅黑" panose="020B0503020204020204" charset="-122"/>
              </a:defRPr>
            </a:defPPr>
            <a:lvl1pPr algn="l">
              <a:defRPr sz="1650" b="1" i="0">
                <a:solidFill>
                  <a:srgbClr val="1598A5"/>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1598A5"/>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1598A5"/>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1598A5"/>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1598A5"/>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1598A5"/>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1598A5"/>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1598A5"/>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650" b="1" i="0">
                <a:solidFill>
                  <a:srgbClr val="1598A5"/>
                </a:solidFill>
                <a:latin typeface="微软雅黑" panose="020B0503020204020204" charset="-122"/>
                <a:ea typeface="微软雅黑" panose="020B0503020204020204" charset="-122"/>
                <a:cs typeface="微软雅黑" panose="020B0503020204020204" charset="-122"/>
              </a:rPr>
              <a:t>投影层数量随客户端增长</a:t>
            </a:r>
            <a:endParaRPr sz="165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476500" y="3228975"/>
            <a:ext cx="8096250" cy="4000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按相同架构分组聚合特征，只维护 m−1 个投影层</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723900" y="3838575"/>
            <a:ext cx="1428750" cy="438150"/>
          </a:xfrm>
          <a:prstGeom prst="roundRect">
            <a:avLst>
              <a:gd name="adj" fmla="val 17391"/>
            </a:avLst>
          </a:prstGeom>
          <a:solidFill>
            <a:srgbClr val="3577B8"/>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sz="1500" b="1" i="0">
                <a:solidFill>
                  <a:srgbClr val="FFFFFF"/>
                </a:solidFill>
                <a:latin typeface="微软雅黑" panose="020B0503020204020204" charset="-122"/>
                <a:ea typeface="微软雅黑" panose="020B0503020204020204" charset="-122"/>
                <a:cs typeface="微软雅黑" panose="020B0503020204020204" charset="-122"/>
              </a:rPr>
              <a:t>子问题 B</a:t>
            </a:r>
            <a:endParaRPr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476500" y="3819525"/>
            <a:ext cx="3048000" cy="381000"/>
          </a:xfrm>
          <a:prstGeom prst="rect">
            <a:avLst/>
          </a:prstGeom>
          <a:noFill/>
          <a:ln w="0">
            <a:noFill/>
            <a:prstDash val="solid"/>
          </a:ln>
        </p:spPr>
        <p:txBody>
          <a:bodyPr lIns="0" tIns="0" rIns="0" bIns="0" anchor="ctr"/>
          <a:lstStyle>
            <a:defPPr algn="l">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不同投影层产生知识冲突</a:t>
            </a:r>
            <a:endParaRPr sz="165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2476500" y="4210050"/>
            <a:ext cx="8096250" cy="4000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用正交参数化限制投影变换，保持形状并分离特征空间</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723900" y="4819650"/>
            <a:ext cx="1428750" cy="438150"/>
          </a:xfrm>
          <a:prstGeom prst="roundRect">
            <a:avLst>
              <a:gd name="adj" fmla="val 17391"/>
            </a:avLst>
          </a:prstGeom>
          <a:solidFill>
            <a:srgbClr val="B5121B"/>
          </a:solidFill>
          <a:ln w="0">
            <a:noFill/>
            <a:prstDash val="solid"/>
          </a:ln>
        </p:spPr>
        <p:txBody>
          <a:bodyPr lIns="0" tIns="0" rIns="0" bIns="0" anchor="ctr"/>
          <a:lstStyle>
            <a:defPPr algn="ctr">
              <a:defRPr sz="15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FFFFFF"/>
                </a:solidFill>
                <a:latin typeface="微软雅黑" panose="020B0503020204020204" charset="-122"/>
                <a:ea typeface="微软雅黑" panose="020B0503020204020204" charset="-122"/>
                <a:cs typeface="微软雅黑" panose="020B0503020204020204" charset="-122"/>
              </a:defRPr>
            </a:pPr>
            <a:r>
              <a:rPr sz="1500" b="1" i="0">
                <a:solidFill>
                  <a:srgbClr val="FFFFFF"/>
                </a:solidFill>
                <a:latin typeface="微软雅黑" panose="020B0503020204020204" charset="-122"/>
                <a:ea typeface="微软雅黑" panose="020B0503020204020204" charset="-122"/>
                <a:cs typeface="微软雅黑" panose="020B0503020204020204" charset="-122"/>
              </a:rPr>
              <a:t>验证问题</a:t>
            </a:r>
            <a:endParaRPr sz="15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476500" y="4800600"/>
            <a:ext cx="3048000" cy="3810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方法是否真正有效且稳定</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2476500" y="5191125"/>
            <a:ext cx="8096250" cy="4000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比较准确率、通信轮数，并进行组件消融与异构敏感性分析</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10</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FedFD 总体框架</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tretch>
            <a:fillRect/>
          </a:stretch>
        </p:blipFill>
        <p:spPr>
          <a:xfrm>
            <a:off x="2508843" y="1809750"/>
            <a:ext cx="7174313" cy="4191000"/>
          </a:xfrm>
          <a:prstGeom prst="rect">
            <a:avLst/>
          </a:prstGeom>
        </p:spPr>
      </p:pic>
      <p:sp>
        <p:nvSpPr>
          <p:cNvPr id="10" name="矩形 9"/>
          <p:cNvSpPr>
            <a:spLocks noGrp="1"/>
          </p:cNvSpPr>
          <p:nvPr/>
        </p:nvSpPr>
        <p:spPr>
          <a:xfrm>
            <a:off x="523875" y="6457950"/>
            <a:ext cx="10096500" cy="209550"/>
          </a:xfrm>
          <a:prstGeom prst="rect">
            <a:avLst/>
          </a:prstGeom>
          <a:noFill/>
          <a:ln w="0">
            <a:noFill/>
            <a:prstDash val="solid"/>
          </a:ln>
        </p:spPr>
        <p:txBody>
          <a:bodyPr lIns="0" tIns="0" rIns="0" bIns="0" anchor="ctr"/>
          <a:lstStyle>
            <a:defPPr algn="l">
              <a:defRPr sz="825" b="0" i="0">
                <a:solidFill>
                  <a:srgbClr val="8A8A8A"/>
                </a:solidFill>
                <a:latin typeface="微软雅黑" panose="020B0503020204020204" charset="-122"/>
                <a:ea typeface="微软雅黑" panose="020B0503020204020204" charset="-122"/>
                <a:cs typeface="微软雅黑" panose="020B0503020204020204" charset="-122"/>
              </a:defRPr>
            </a:defPPr>
            <a:lvl1pPr algn="l">
              <a:defRPr sz="825" b="0" i="0">
                <a:solidFill>
                  <a:srgbClr val="8A8A8A"/>
                </a:solidFill>
                <a:latin typeface="微软雅黑" panose="020B0503020204020204" charset="-122"/>
                <a:ea typeface="微软雅黑" panose="020B0503020204020204" charset="-122"/>
                <a:cs typeface="微软雅黑" panose="020B0503020204020204" charset="-122"/>
              </a:defRPr>
            </a:lvl1pPr>
            <a:lvl2pPr algn="l">
              <a:defRPr sz="825" b="0" i="0">
                <a:solidFill>
                  <a:srgbClr val="8A8A8A"/>
                </a:solidFill>
                <a:latin typeface="微软雅黑" panose="020B0503020204020204" charset="-122"/>
                <a:ea typeface="微软雅黑" panose="020B0503020204020204" charset="-122"/>
                <a:cs typeface="微软雅黑" panose="020B0503020204020204" charset="-122"/>
              </a:defRPr>
            </a:lvl2pPr>
            <a:lvl3pPr algn="l">
              <a:defRPr sz="825" b="0" i="0">
                <a:solidFill>
                  <a:srgbClr val="8A8A8A"/>
                </a:solidFill>
                <a:latin typeface="微软雅黑" panose="020B0503020204020204" charset="-122"/>
                <a:ea typeface="微软雅黑" panose="020B0503020204020204" charset="-122"/>
                <a:cs typeface="微软雅黑" panose="020B0503020204020204" charset="-122"/>
              </a:defRPr>
            </a:lvl3pPr>
            <a:lvl4pPr algn="l">
              <a:defRPr sz="825" b="0" i="0">
                <a:solidFill>
                  <a:srgbClr val="8A8A8A"/>
                </a:solidFill>
                <a:latin typeface="微软雅黑" panose="020B0503020204020204" charset="-122"/>
                <a:ea typeface="微软雅黑" panose="020B0503020204020204" charset="-122"/>
                <a:cs typeface="微软雅黑" panose="020B0503020204020204" charset="-122"/>
              </a:defRPr>
            </a:lvl4pPr>
            <a:lvl5pPr algn="l">
              <a:defRPr sz="825" b="0" i="0">
                <a:solidFill>
                  <a:srgbClr val="8A8A8A"/>
                </a:solidFill>
                <a:latin typeface="微软雅黑" panose="020B0503020204020204" charset="-122"/>
                <a:ea typeface="微软雅黑" panose="020B0503020204020204" charset="-122"/>
                <a:cs typeface="微软雅黑" panose="020B0503020204020204" charset="-122"/>
              </a:defRPr>
            </a:lvl5pPr>
            <a:lvl6pPr algn="l">
              <a:defRPr sz="825" b="0" i="0">
                <a:solidFill>
                  <a:srgbClr val="8A8A8A"/>
                </a:solidFill>
                <a:latin typeface="微软雅黑" panose="020B0503020204020204" charset="-122"/>
                <a:ea typeface="微软雅黑" panose="020B0503020204020204" charset="-122"/>
                <a:cs typeface="微软雅黑" panose="020B0503020204020204" charset="-122"/>
              </a:defRPr>
            </a:lvl6pPr>
            <a:lvl7pPr algn="l">
              <a:defRPr sz="825" b="0" i="0">
                <a:solidFill>
                  <a:srgbClr val="8A8A8A"/>
                </a:solidFill>
                <a:latin typeface="微软雅黑" panose="020B0503020204020204" charset="-122"/>
                <a:ea typeface="微软雅黑" panose="020B0503020204020204" charset="-122"/>
                <a:cs typeface="微软雅黑" panose="020B0503020204020204" charset="-122"/>
              </a:defRPr>
            </a:lvl7pPr>
            <a:lvl8pPr algn="l">
              <a:defRPr sz="825" b="0" i="0">
                <a:solidFill>
                  <a:srgbClr val="8A8A8A"/>
                </a:solidFill>
                <a:latin typeface="微软雅黑" panose="020B0503020204020204" charset="-122"/>
                <a:ea typeface="微软雅黑" panose="020B0503020204020204" charset="-122"/>
                <a:cs typeface="微软雅黑" panose="020B0503020204020204" charset="-122"/>
              </a:defRPr>
            </a:lvl8pPr>
            <a:lvl9pPr algn="l">
              <a:defRPr sz="825" b="0" i="0">
                <a:solidFill>
                  <a:srgbClr val="8A8A8A"/>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825" b="0" i="0">
                <a:solidFill>
                  <a:srgbClr val="8A8A8A"/>
                </a:solidFill>
                <a:latin typeface="微软雅黑" panose="020B0503020204020204" charset="-122"/>
                <a:ea typeface="微软雅黑" panose="020B0503020204020204" charset="-122"/>
                <a:cs typeface="微软雅黑" panose="020B0503020204020204" charset="-122"/>
              </a:defRPr>
            </a:pPr>
            <a:r>
              <a:rPr sz="825" b="0" i="0">
                <a:solidFill>
                  <a:srgbClr val="8A8A8A"/>
                </a:solidFill>
                <a:latin typeface="微软雅黑" panose="020B0503020204020204" charset="-122"/>
                <a:ea typeface="微软雅黑" panose="020B0503020204020204" charset="-122"/>
                <a:cs typeface="微软雅黑" panose="020B0503020204020204" charset="-122"/>
              </a:rPr>
              <a:t>来源：论文 Figure 2</a:t>
            </a:r>
            <a:endParaRPr sz="825" b="0" i="0">
              <a:solidFill>
                <a:srgbClr val="8A8A8A"/>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11</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本地训练与异构聚合</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矩形 3"/>
          <p:cNvSpPr>
            <a:spLocks noGrp="1"/>
          </p:cNvSpPr>
          <p:nvPr/>
        </p:nvSpPr>
        <p:spPr>
          <a:xfrm>
            <a:off x="876300" y="2119630"/>
            <a:ext cx="1809750" cy="381000"/>
          </a:xfrm>
          <a:prstGeom prst="rect">
            <a:avLst/>
          </a:prstGeom>
          <a:noFill/>
          <a:ln w="0">
            <a:noFill/>
            <a:prstDash val="solid"/>
          </a:ln>
        </p:spPr>
        <p:txBody>
          <a:bodyPr lIns="0" tIns="0" rIns="0" bIns="0" anchor="ctr"/>
          <a:lstStyle>
            <a:defPPr algn="l">
              <a:defRPr sz="180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80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80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80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80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80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80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80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80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8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00" b="1" i="0">
                <a:solidFill>
                  <a:srgbClr val="3577B8"/>
                </a:solidFill>
                <a:latin typeface="微软雅黑" panose="020B0503020204020204" charset="-122"/>
                <a:ea typeface="微软雅黑" panose="020B0503020204020204" charset="-122"/>
                <a:cs typeface="微软雅黑" panose="020B0503020204020204" charset="-122"/>
              </a:defRPr>
            </a:pPr>
            <a:r>
              <a:rPr sz="1800" b="1" i="0">
                <a:solidFill>
                  <a:srgbClr val="3577B8"/>
                </a:solidFill>
                <a:latin typeface="微软雅黑" panose="020B0503020204020204" charset="-122"/>
                <a:ea typeface="微软雅黑" panose="020B0503020204020204" charset="-122"/>
                <a:cs typeface="微软雅黑" panose="020B0503020204020204" charset="-122"/>
              </a:rPr>
              <a:t>本地训练</a:t>
            </a:r>
            <a:endParaRPr sz="18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2781300" y="2100580"/>
            <a:ext cx="7810500" cy="400050"/>
          </a:xfrm>
          <a:prstGeom prst="rect">
            <a:avLst/>
          </a:prstGeom>
          <a:noFill/>
          <a:ln w="0">
            <a:noFill/>
            <a:prstDash val="solid"/>
          </a:ln>
        </p:spPr>
        <p:txBody>
          <a:bodyPr lIns="0" tIns="0" rIns="0" bIns="0" anchor="ctr"/>
          <a:lstStyle>
            <a:defPPr algn="l">
              <a:defRPr sz="157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57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57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57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57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57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57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57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57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57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0" i="0">
                <a:solidFill>
                  <a:srgbClr val="222222"/>
                </a:solidFill>
                <a:latin typeface="微软雅黑" panose="020B0503020204020204" charset="-122"/>
                <a:ea typeface="微软雅黑" panose="020B0503020204020204" charset="-122"/>
                <a:cs typeface="微软雅黑" panose="020B0503020204020204" charset="-122"/>
              </a:defRPr>
            </a:pPr>
            <a:r>
              <a:rPr sz="1575" b="0" i="0">
                <a:solidFill>
                  <a:srgbClr val="222222"/>
                </a:solidFill>
                <a:latin typeface="微软雅黑" panose="020B0503020204020204" charset="-122"/>
                <a:ea typeface="微软雅黑" panose="020B0503020204020204" charset="-122"/>
                <a:cs typeface="微软雅黑" panose="020B0503020204020204" charset="-122"/>
              </a:rPr>
              <a:t>客户端 k 只访问私有数据 Dₖ，以交叉熵更新本地模型 wₖ</a:t>
            </a:r>
            <a:endParaRPr sz="157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76300" y="2805430"/>
            <a:ext cx="1809750" cy="381000"/>
          </a:xfrm>
          <a:prstGeom prst="rect">
            <a:avLst/>
          </a:prstGeom>
          <a:noFill/>
          <a:ln w="0">
            <a:noFill/>
            <a:prstDash val="solid"/>
          </a:ln>
        </p:spPr>
        <p:txBody>
          <a:bodyPr lIns="0" tIns="0" rIns="0" bIns="0" anchor="ctr"/>
          <a:lstStyle>
            <a:defPPr algn="l">
              <a:defRPr sz="180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80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80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80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80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80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80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80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80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80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00" b="1" i="0">
                <a:solidFill>
                  <a:srgbClr val="B5121B"/>
                </a:solidFill>
                <a:latin typeface="微软雅黑" panose="020B0503020204020204" charset="-122"/>
                <a:ea typeface="微软雅黑" panose="020B0503020204020204" charset="-122"/>
                <a:cs typeface="微软雅黑" panose="020B0503020204020204" charset="-122"/>
              </a:defRPr>
            </a:pPr>
            <a:r>
              <a:rPr sz="1800" b="1" i="0">
                <a:solidFill>
                  <a:srgbClr val="B5121B"/>
                </a:solidFill>
                <a:latin typeface="微软雅黑" panose="020B0503020204020204" charset="-122"/>
                <a:ea typeface="微软雅黑" panose="020B0503020204020204" charset="-122"/>
                <a:cs typeface="微软雅黑" panose="020B0503020204020204" charset="-122"/>
              </a:rPr>
              <a:t>异构聚合</a:t>
            </a:r>
            <a:endParaRPr sz="180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2781300" y="2786380"/>
            <a:ext cx="7810500" cy="400050"/>
          </a:xfrm>
          <a:prstGeom prst="rect">
            <a:avLst/>
          </a:prstGeom>
          <a:noFill/>
          <a:ln w="0">
            <a:noFill/>
            <a:prstDash val="solid"/>
          </a:ln>
        </p:spPr>
        <p:txBody>
          <a:bodyPr lIns="0" tIns="0" rIns="0" bIns="0" anchor="ctr"/>
          <a:lstStyle>
            <a:defPPr algn="l">
              <a:defRPr sz="157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57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57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57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57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57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57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57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57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57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0" i="0">
                <a:solidFill>
                  <a:srgbClr val="222222"/>
                </a:solidFill>
                <a:latin typeface="微软雅黑" panose="020B0503020204020204" charset="-122"/>
                <a:ea typeface="微软雅黑" panose="020B0503020204020204" charset="-122"/>
                <a:cs typeface="微软雅黑" panose="020B0503020204020204" charset="-122"/>
              </a:defRPr>
            </a:pPr>
            <a:r>
              <a:rPr sz="1575" b="0" i="0">
                <a:solidFill>
                  <a:srgbClr val="222222"/>
                </a:solidFill>
                <a:latin typeface="微软雅黑" panose="020B0503020204020204" charset="-122"/>
                <a:ea typeface="微软雅黑" panose="020B0503020204020204" charset="-122"/>
                <a:cs typeface="微软雅黑" panose="020B0503020204020204" charset="-122"/>
              </a:rPr>
              <a:t>按模型宽度层级聚合同形参数；较大模型的剩余参数由对应层级补齐</a:t>
            </a:r>
            <a:endParaRPr sz="1575" b="0" i="0">
              <a:solidFill>
                <a:srgbClr val="222222"/>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22" name="圆角矩形 21"/>
              <p:cNvSpPr>
                <a:spLocks noGrp="1"/>
              </p:cNvSpPr>
              <p:nvPr/>
            </p:nvSpPr>
            <p:spPr>
              <a:xfrm>
                <a:off x="647065" y="5325110"/>
                <a:ext cx="10935970" cy="1007745"/>
              </a:xfrm>
              <a:prstGeom prst="roundRect">
                <a:avLst>
                  <a:gd name="adj" fmla="val 16216"/>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sym typeface="+mn-ea"/>
                  </a:rPr>
                  <a:t>HeteroFL 的嵌套参数聚合：</a:t>
                </a:r>
                <a:r>
                  <a:rPr lang="en-US" sz="2000">
                    <a:solidFill>
                      <a:srgbClr val="222222"/>
                    </a:solidFill>
                    <a:latin typeface="Cambria Math" panose="02040503050406030204" charset="0"/>
                    <a:ea typeface="Cambria Math" panose="02040503050406030204"/>
                    <a:cs typeface="Cambria Math" panose="02040503050406030204" charset="0"/>
                  </a:rPr>
                  <a:t> </a:t>
                </a:r>
                <a14:m>
                  <m:oMath xmlns:m="http://schemas.openxmlformats.org/officeDocument/2006/math">
                    <m:r>
                      <a:rPr lang="en-US" sz="2000" b="0" i="0">
                        <a:solidFill>
                          <a:srgbClr val="222222"/>
                        </a:solidFill>
                        <a:latin typeface="Cambria Math" panose="02040503050406030204" charset="0"/>
                        <a:ea typeface="Cambria Math" panose="02040503050406030204"/>
                        <a:cs typeface="Cambria Math" panose="02040503050406030204" charset="0"/>
                      </a:rPr>
                      <m:t>𝑤</m:t>
                    </m:r>
                    <m:r>
                      <a:rPr lang="en-US" sz="2000" b="0" i="0">
                        <a:solidFill>
                          <a:srgbClr val="222222"/>
                        </a:solidFill>
                        <a:latin typeface="Cambria Math" panose="02040503050406030204" charset="0"/>
                        <a:ea typeface="Cambria Math" panose="02040503050406030204"/>
                        <a:cs typeface="Cambria Math" panose="02040503050406030204" charset="0"/>
                      </a:rPr>
                      <m:t>=</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r>
                          <a:rPr lang="en-US" sz="2000" b="0" i="0">
                            <a:solidFill>
                              <a:srgbClr val="222222"/>
                            </a:solidFill>
                            <a:latin typeface="Cambria Math" panose="02040503050406030204" charset="0"/>
                            <a:ea typeface="Cambria Math" panose="02040503050406030204"/>
                            <a:cs typeface="Cambria Math" panose="02040503050406030204" charset="0"/>
                          </a:rPr>
                          <m:t>−</m:t>
                        </m:r>
                        <m:r>
                          <a:rPr lang="en-US" sz="2000" b="0" i="0">
                            <a:solidFill>
                              <a:srgbClr val="222222"/>
                            </a:solidFill>
                            <a:latin typeface="Cambria Math" panose="02040503050406030204" charset="0"/>
                            <a:ea typeface="Cambria Math" panose="02040503050406030204"/>
                            <a:cs typeface="Cambria Math" panose="02040503050406030204" charset="0"/>
                          </a:rPr>
                          <m:t>1</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𝑝</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1</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Cambria Math" panose="02040503050406030204"/>
                        <a:cs typeface="Cambria Math" panose="02040503050406030204" charset="0"/>
                      </a:rPr>
                      <m:t> ∖ </m:t>
                    </m:r>
                    <m:sSubSup>
                      <m:sSubSupPr>
                        <m:ctrlPr>
                          <a:rPr sz="2000"/>
                        </m:ctrlPr>
                      </m:sSubSupPr>
                      <m:e>
                        <m:r>
                          <a:rPr lang="en-US" sz="2000" b="0" i="0">
                            <a:solidFill>
                              <a:srgbClr val="222222"/>
                            </a:solidFill>
                            <a:latin typeface="Cambria Math" panose="02040503050406030204" charset="0"/>
                            <a:ea typeface="Cambria Math" panose="02040503050406030204"/>
                            <a:cs typeface="Cambria Math" panose="02040503050406030204" charset="0"/>
                          </a:rPr>
                          <m:t>𝑤</m:t>
                        </m:r>
                      </m:e>
                      <m:sub>
                        <m:r>
                          <a:rPr lang="en-US" sz="2000" b="0" i="0">
                            <a:solidFill>
                              <a:srgbClr val="222222"/>
                            </a:solidFill>
                            <a:latin typeface="Cambria Math" panose="02040503050406030204" charset="0"/>
                            <a:ea typeface="Cambria Math" panose="02040503050406030204"/>
                            <a:cs typeface="Cambria Math" panose="02040503050406030204" charset="0"/>
                          </a:rPr>
                          <m:t>2</m:t>
                        </m:r>
                      </m:sub>
                      <m:sup>
                        <m:r>
                          <a:rPr lang="en-US" sz="2000" b="0" i="0">
                            <a:solidFill>
                              <a:srgbClr val="222222"/>
                            </a:solidFill>
                            <a:latin typeface="Cambria Math" panose="02040503050406030204" charset="0"/>
                            <a:ea typeface="Cambria Math" panose="02040503050406030204"/>
                            <a:cs typeface="Cambria Math" panose="02040503050406030204" charset="0"/>
                          </a:rPr>
                          <m:t>𝑠</m:t>
                        </m:r>
                      </m:sup>
                    </m:sSubSup>
                    <m:r>
                      <a:rPr lang="en-US" sz="2000" b="0" i="0">
                        <a:solidFill>
                          <a:srgbClr val="222222"/>
                        </a:solidFill>
                        <a:latin typeface="Cambria Math" panose="02040503050406030204" charset="0"/>
                        <a:ea typeface="MS Mincho" charset="0"/>
                        <a:cs typeface="Cambria Math" panose="02040503050406030204" charset="0"/>
                      </a:rPr>
                      <m:t>)</m:t>
                    </m:r>
                  </m:oMath>
                </a14:m>
                <a:endParaRPr lang="en-US" sz="2000" b="0" i="0">
                  <a:solidFill>
                    <a:srgbClr val="222222"/>
                  </a:solidFill>
                  <a:latin typeface="Cambria Math" panose="02040503050406030204" charset="0"/>
                  <a:ea typeface="MS Mincho" charset="0"/>
                  <a:cs typeface="Cambria Math" panose="02040503050406030204" charset="0"/>
                </a:endParaRPr>
              </a:p>
            </p:txBody>
          </p:sp>
        </mc:Choice>
        <mc:Fallback>
          <p:sp>
            <p:nvSpPr>
              <p:cNvPr id="22" name="圆角矩形 21"/>
              <p:cNvSpPr>
                <a:spLocks noRot="1" noChangeAspect="1" noMove="1" noResize="1" noEditPoints="1" noAdjustHandles="1" noChangeArrowheads="1" noChangeShapeType="1" noTextEdit="1"/>
              </p:cNvSpPr>
              <p:nvPr/>
            </p:nvSpPr>
            <p:spPr>
              <a:xfrm>
                <a:off x="647065" y="5325110"/>
                <a:ext cx="10935970" cy="1007745"/>
              </a:xfrm>
              <a:prstGeom prst="roundRect">
                <a:avLst>
                  <a:gd name="adj" fmla="val 16216"/>
                </a:avLst>
              </a:prstGeom>
              <a:blipFill rotWithShape="1">
                <a:blip r:embed="rId3"/>
                <a:stretch>
                  <a:fillRect l="-46" t="-504" r="-41" b="-441"/>
                </a:stretch>
              </a:blipFill>
              <a:ln w="9525">
                <a:solidFill>
                  <a:srgbClr val="D9DCE2"/>
                </a:solidFill>
                <a:prstDash val="solid"/>
              </a:ln>
            </p:spPr>
            <p:txBody>
              <a:bodyPr/>
              <a:lstStyle/>
              <a:p>
                <a:r>
                  <a:rPr lang="zh-CN" altLang="en-US">
                    <a:noFill/>
                  </a:rPr>
                  <a:t> </a:t>
                </a:r>
              </a:p>
            </p:txBody>
          </p:sp>
        </mc:Fallback>
      </mc:AlternateContent>
      <p:sp>
        <p:nvSpPr>
          <p:cNvPr id="16" name="矩形 15"/>
          <p:cNvSpPr>
            <a:spLocks noGrp="1"/>
          </p:cNvSpPr>
          <p:nvPr/>
        </p:nvSpPr>
        <p:spPr>
          <a:xfrm>
            <a:off x="11221085" y="570293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(3)</a:t>
            </a:r>
            <a:endParaRPr sz="1050" b="0" i="0">
              <a:solidFill>
                <a:srgbClr val="5B5B5B"/>
              </a:solidFill>
              <a:latin typeface="Alibaba Sans Medium"/>
              <a:ea typeface="Alibaba Sans Medium"/>
              <a:cs typeface="Alibaba Sans Medium"/>
            </a:endParaRPr>
          </a:p>
        </p:txBody>
      </p:sp>
      <mc:AlternateContent xmlns:mc="http://schemas.openxmlformats.org/markup-compatibility/2006">
        <mc:Choice xmlns:a14="http://schemas.microsoft.com/office/drawing/2010/main" Requires="a14">
          <p:sp>
            <p:nvSpPr>
              <p:cNvPr id="23" name="圆角矩形 22"/>
              <p:cNvSpPr>
                <a:spLocks noGrp="1"/>
              </p:cNvSpPr>
              <p:nvPr/>
            </p:nvSpPr>
            <p:spPr>
              <a:xfrm>
                <a:off x="646430" y="3362960"/>
                <a:ext cx="10936605" cy="1775460"/>
              </a:xfrm>
              <a:prstGeom prst="roundRect">
                <a:avLst>
                  <a:gd name="adj" fmla="val 9375"/>
                </a:avLst>
              </a:prstGeom>
              <a:solidFill>
                <a:srgbClr val="FBFBFC"/>
              </a:solidFill>
              <a:ln w="9525">
                <a:solidFill>
                  <a:srgbClr val="D9DCE2"/>
                </a:solidFill>
                <a:prstDash val="solid"/>
              </a:ln>
            </p:spPr>
            <p:txBody>
              <a:bodyPr lIns="152400" tIns="30000" rIns="152400" bIns="30000" anchor="ctr"/>
              <a:lstStyle>
                <a:defPPr algn="ctr">
                  <a:defRPr sz="1600" b="0" i="0">
                    <a:solidFill>
                      <a:srgbClr val="222222"/>
                    </a:solidFill>
                    <a:latin typeface="Cambria Math" panose="02040503050406030204"/>
                    <a:ea typeface="Cambria Math" panose="02040503050406030204"/>
                    <a:cs typeface="Cambria Math" panose="02040503050406030204"/>
                  </a:defRPr>
                </a:defPPr>
                <a:lvl1pPr algn="ctr">
                  <a:defRPr sz="1600" b="0" i="0">
                    <a:solidFill>
                      <a:srgbClr val="222222"/>
                    </a:solidFill>
                    <a:latin typeface="Cambria Math" panose="02040503050406030204"/>
                    <a:ea typeface="Cambria Math" panose="02040503050406030204"/>
                    <a:cs typeface="Cambria Math" panose="02040503050406030204"/>
                  </a:defRPr>
                </a:lvl1pPr>
                <a:lvl2pPr algn="ctr">
                  <a:defRPr sz="1600" b="0" i="0">
                    <a:solidFill>
                      <a:srgbClr val="222222"/>
                    </a:solidFill>
                    <a:latin typeface="Cambria Math" panose="02040503050406030204"/>
                    <a:ea typeface="Cambria Math" panose="02040503050406030204"/>
                    <a:cs typeface="Cambria Math" panose="02040503050406030204"/>
                  </a:defRPr>
                </a:lvl2pPr>
                <a:lvl3pPr algn="ctr">
                  <a:defRPr sz="1600" b="0" i="0">
                    <a:solidFill>
                      <a:srgbClr val="222222"/>
                    </a:solidFill>
                    <a:latin typeface="Cambria Math" panose="02040503050406030204"/>
                    <a:ea typeface="Cambria Math" panose="02040503050406030204"/>
                    <a:cs typeface="Cambria Math" panose="02040503050406030204"/>
                  </a:defRPr>
                </a:lvl3pPr>
                <a:lvl4pPr algn="ctr">
                  <a:defRPr sz="1600" b="0" i="0">
                    <a:solidFill>
                      <a:srgbClr val="222222"/>
                    </a:solidFill>
                    <a:latin typeface="Cambria Math" panose="02040503050406030204"/>
                    <a:ea typeface="Cambria Math" panose="02040503050406030204"/>
                    <a:cs typeface="Cambria Math" panose="02040503050406030204"/>
                  </a:defRPr>
                </a:lvl4pPr>
                <a:lvl5pPr algn="ctr">
                  <a:defRPr sz="1600" b="0" i="0">
                    <a:solidFill>
                      <a:srgbClr val="222222"/>
                    </a:solidFill>
                    <a:latin typeface="Cambria Math" panose="02040503050406030204"/>
                    <a:ea typeface="Cambria Math" panose="02040503050406030204"/>
                    <a:cs typeface="Cambria Math" panose="02040503050406030204"/>
                  </a:defRPr>
                </a:lvl5pPr>
                <a:lvl6pPr algn="ctr">
                  <a:defRPr sz="1600" b="0" i="0">
                    <a:solidFill>
                      <a:srgbClr val="222222"/>
                    </a:solidFill>
                    <a:latin typeface="Cambria Math" panose="02040503050406030204"/>
                    <a:ea typeface="Cambria Math" panose="02040503050406030204"/>
                    <a:cs typeface="Cambria Math" panose="02040503050406030204"/>
                  </a:defRPr>
                </a:lvl6pPr>
                <a:lvl7pPr algn="ctr">
                  <a:defRPr sz="1600" b="0" i="0">
                    <a:solidFill>
                      <a:srgbClr val="222222"/>
                    </a:solidFill>
                    <a:latin typeface="Cambria Math" panose="02040503050406030204"/>
                    <a:ea typeface="Cambria Math" panose="02040503050406030204"/>
                    <a:cs typeface="Cambria Math" panose="02040503050406030204"/>
                  </a:defRPr>
                </a:lvl7pPr>
                <a:lvl8pPr algn="ctr">
                  <a:defRPr sz="1600" b="0" i="0">
                    <a:solidFill>
                      <a:srgbClr val="222222"/>
                    </a:solidFill>
                    <a:latin typeface="Cambria Math" panose="02040503050406030204"/>
                    <a:ea typeface="Cambria Math" panose="02040503050406030204"/>
                    <a:cs typeface="Cambria Math" panose="02040503050406030204"/>
                  </a:defRPr>
                </a:lvl8pPr>
                <a:lvl9pPr algn="ctr">
                  <a:defRPr sz="1600" b="0" i="0">
                    <a:solidFill>
                      <a:srgbClr val="222222"/>
                    </a:solidFill>
                    <a:latin typeface="Cambria Math" panose="02040503050406030204"/>
                    <a:ea typeface="Cambria Math" panose="02040503050406030204"/>
                    <a:cs typeface="Cambria Math" panose="02040503050406030204"/>
                  </a:defRPr>
                </a:lvl9pPr>
              </a:lstStyle>
              <a:p>
                <a:pPr algn="ctr">
                  <a:lnSpc>
                    <a:spcPct val="150000"/>
                  </a:lnSpc>
                  <a:buNone/>
                  <a:defRPr sz="1600"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rPr>
                  <a:t>服务器全局加权优化目标：</a:t>
                </a:r>
                <a:r>
                  <a:rPr lang="en-US" sz="2000"/>
                  <a:t> </a:t>
                </a:r>
                <a14:m>
                  <m:oMath xmlns:m="http://schemas.openxmlformats.org/officeDocument/2006/math">
                    <m:limLow>
                      <m:limLowPr>
                        <m:ctrlPr>
                          <a:rPr sz="2000"/>
                        </m:ctrlPr>
                      </m:limLowPr>
                      <m:e>
                        <m:r>
                          <m:rPr>
                            <m:sty m:val="p"/>
                          </m:rPr>
                          <a:rPr lang="en-US" altLang="zh-CN" sz="2000" b="0" i="0">
                            <a:solidFill>
                              <a:srgbClr val="222222"/>
                            </a:solidFill>
                            <a:latin typeface="Cambria Math" panose="02040503050406030204" charset="0"/>
                            <a:ea typeface="Cambria Math" panose="02040503050406030204"/>
                            <a:cs typeface="Cambria Math" panose="02040503050406030204" charset="0"/>
                          </a:rPr>
                          <m:t>min</m:t>
                        </m:r>
                      </m:e>
                      <m:lim>
                        <m:r>
                          <a:rPr lang="en-US" altLang="zh-CN" sz="2000" b="0" i="0">
                            <a:solidFill>
                              <a:srgbClr val="222222"/>
                            </a:solidFill>
                            <a:latin typeface="Cambria Math" panose="02040503050406030204" charset="0"/>
                            <a:ea typeface="Cambria Math" panose="02040503050406030204"/>
                            <a:cs typeface="Cambria Math" panose="02040503050406030204" charset="0"/>
                          </a:rPr>
                          <m:t>𝑤</m:t>
                        </m:r>
                      </m:lim>
                    </m:limLow>
                    <m:r>
                      <a:rPr lang="en-US" altLang="zh-CN" sz="2000" b="0" i="0">
                        <a:solidFill>
                          <a:srgbClr val="222222"/>
                        </a:solidFill>
                        <a:latin typeface="Cambria Math" panose="02040503050406030204" charset="0"/>
                        <a:ea typeface="Cambria Math" panose="02040503050406030204"/>
                        <a:cs typeface="Cambria Math" panose="02040503050406030204" charset="0"/>
                      </a:rPr>
                      <m:t> </m:t>
                    </m:r>
                    <m:r>
                      <a:rPr lang="en-US" altLang="zh-CN" sz="2000" b="0" i="0">
                        <a:solidFill>
                          <a:srgbClr val="222222"/>
                        </a:solidFill>
                        <a:latin typeface="Cambria Math" panose="02040503050406030204" charset="0"/>
                        <a:ea typeface="Cambria Math" panose="02040503050406030204"/>
                        <a:cs typeface="Cambria Math" panose="02040503050406030204" charset="0"/>
                      </a:rPr>
                      <m:t>𝐿</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nary>
                      <m:naryPr>
                        <m:chr m:val="∑"/>
                        <m:limLoc m:val="undOvr"/>
                        <m:ctrlPr>
                          <a:rPr sz="2000"/>
                        </m:ctrlPr>
                      </m:naryPr>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1</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𝐾</m:t>
                        </m:r>
                      </m:sup>
                      <m:e>
                        <m:f>
                          <m:fPr>
                            <m:ctrlPr>
                              <a:rPr sz="2000"/>
                            </m:ctrlPr>
                          </m:fPr>
                          <m:num>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num>
                          <m:den>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𝐷</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den>
                        </m:f>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e>
                    </m:nary>
                    <m:r>
                      <a:rPr lang="en-US" altLang="zh-CN" sz="2000" b="0" i="0">
                        <a:solidFill>
                          <a:srgbClr val="222222"/>
                        </a:solidFill>
                        <a:latin typeface="Cambria Math" panose="02040503050406030204" charset="0"/>
                        <a:ea typeface="Cambria Math" panose="02040503050406030204"/>
                        <a:cs typeface="Cambria Math" panose="02040503050406030204" charset="0"/>
                      </a:rPr>
                      <m:t> </m:t>
                    </m:r>
                  </m:oMath>
                </a14:m>
                <a:r>
                  <a:rPr lang="en-US" sz="2000"/>
                  <a:t> </a:t>
                </a:r>
                <a:endParaRPr lang="en-US" sz="2000"/>
              </a:p>
              <a:p>
                <a:pPr algn="ctr">
                  <a:lnSpc>
                    <a:spcPct val="150000"/>
                  </a:lnSpc>
                  <a:buNone/>
                  <a:defRPr sz="1600" b="0" i="0">
                    <a:solidFill>
                      <a:srgbClr val="222222"/>
                    </a:solidFill>
                    <a:latin typeface="Cambria Math" panose="02040503050406030204"/>
                    <a:ea typeface="Cambria Math" panose="02040503050406030204"/>
                    <a:cs typeface="Cambria Math" panose="02040503050406030204"/>
                  </a:defRPr>
                </a:pPr>
                <a:r>
                  <a:rPr lang="zh-CN" sz="2000">
                    <a:latin typeface="微软雅黑" panose="020B0503020204020204" charset="-122"/>
                    <a:ea typeface="微软雅黑" panose="020B0503020204020204" charset="-122"/>
                    <a:sym typeface="+mn-ea"/>
                  </a:rPr>
                  <a:t>客户端最小化本地交叉熵：</a:t>
                </a:r>
                <a14:m>
                  <m:oMath xmlns:m="http://schemas.openxmlformats.org/officeDocument/2006/math">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f>
                      <m:fPr>
                        <m:ctrlPr>
                          <a:rPr sz="2000"/>
                        </m:ctrlPr>
                      </m:fPr>
                      <m:num>
                        <m:r>
                          <a:rPr lang="en-US" altLang="zh-CN" sz="2000" b="0" i="0">
                            <a:solidFill>
                              <a:srgbClr val="222222"/>
                            </a:solidFill>
                            <a:latin typeface="Cambria Math" panose="02040503050406030204" charset="0"/>
                            <a:ea typeface="Cambria Math" panose="02040503050406030204"/>
                            <a:cs typeface="Cambria Math" panose="02040503050406030204" charset="0"/>
                          </a:rPr>
                          <m:t>1</m:t>
                        </m:r>
                      </m:num>
                      <m:den>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den>
                    </m:f>
                    <m:nary>
                      <m:naryPr>
                        <m:chr m:val="∑"/>
                        <m:limLoc m:val="undOvr"/>
                        <m:ctrlPr>
                          <a:rPr sz="2000"/>
                        </m:ctrlPr>
                      </m:naryPr>
                      <m:sub>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1</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𝐷</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e>
                        <m:sSub>
                          <m:sSubPr>
                            <m:ctrlPr>
                              <a:rPr sz="2000"/>
                            </m:ctrlPr>
                          </m:sSubPr>
                          <m:e>
                            <m:r>
                              <a:rPr lang="en-US" altLang="zh-CN" sz="2000" b="0" i="0">
                                <a:solidFill>
                                  <a:srgbClr val="222222"/>
                                </a:solidFill>
                                <a:latin typeface="Cambria Math" panose="02040503050406030204" charset="0"/>
                                <a:ea typeface="Cambria Math" panose="02040503050406030204"/>
                                <a:cs typeface="Cambria Math" panose="02040503050406030204" charset="0"/>
                              </a:rPr>
                              <m:t>𝐿</m:t>
                            </m:r>
                          </m:e>
                          <m:sub>
                            <m:r>
                              <m:rPr>
                                <m:sty m:val="p"/>
                              </m:rPr>
                              <a:rPr lang="en-US" altLang="zh-CN" sz="2000" b="0" i="0">
                                <a:solidFill>
                                  <a:srgbClr val="222222"/>
                                </a:solidFill>
                                <a:latin typeface="Cambria Math" panose="02040503050406030204" charset="0"/>
                                <a:ea typeface="Cambria Math" panose="02040503050406030204"/>
                                <a:cs typeface="Cambria Math" panose="02040503050406030204" charset="0"/>
                              </a:rPr>
                              <m:t>CE</m:t>
                            </m:r>
                          </m:sub>
                        </m:sSub>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𝑤</m:t>
                        </m:r>
                        <m:r>
                          <a:rPr lang="en-US" altLang="zh-CN" sz="2000" b="0" i="0">
                            <a:solidFill>
                              <a:srgbClr val="222222"/>
                            </a:solidFill>
                            <a:latin typeface="Cambria Math" panose="02040503050406030204" charset="0"/>
                            <a:ea typeface="Cambria Math" panose="02040503050406030204"/>
                            <a:cs typeface="Cambria Math" panose="02040503050406030204" charset="0"/>
                          </a:rPr>
                          <m:t>; </m:t>
                        </m:r>
                        <m:sSubSup>
                          <m:sSubSupPr>
                            <m:ctrlPr>
                              <a:rPr sz="2000"/>
                            </m:ctrlPr>
                          </m:sSubSupPr>
                          <m:e>
                            <m:r>
                              <a:rPr lang="en-US" altLang="zh-CN" sz="2000" b="0" i="0">
                                <a:solidFill>
                                  <a:srgbClr val="222222"/>
                                </a:solidFill>
                                <a:latin typeface="Cambria Math" panose="02040503050406030204" charset="0"/>
                                <a:ea typeface="Cambria Math" panose="02040503050406030204"/>
                                <a:cs typeface="Cambria Math" panose="02040503050406030204" charset="0"/>
                              </a:rPr>
                              <m:t>𝑥</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sSubSup>
                        <m:r>
                          <a:rPr lang="en-US" altLang="zh-CN" sz="2000" b="0" i="0">
                            <a:solidFill>
                              <a:srgbClr val="222222"/>
                            </a:solidFill>
                            <a:latin typeface="Cambria Math" panose="02040503050406030204" charset="0"/>
                            <a:ea typeface="Cambria Math" panose="02040503050406030204"/>
                            <a:cs typeface="Cambria Math" panose="02040503050406030204" charset="0"/>
                          </a:rPr>
                          <m:t>, </m:t>
                        </m:r>
                        <m:sSubSup>
                          <m:sSubSupPr>
                            <m:ctrlPr>
                              <a:rPr sz="2000"/>
                            </m:ctrlPr>
                          </m:sSubSupPr>
                          <m:e>
                            <m:r>
                              <a:rPr lang="en-US" altLang="zh-CN" sz="2000" b="0" i="0">
                                <a:solidFill>
                                  <a:srgbClr val="222222"/>
                                </a:solidFill>
                                <a:latin typeface="Cambria Math" panose="02040503050406030204" charset="0"/>
                                <a:ea typeface="Cambria Math" panose="02040503050406030204"/>
                                <a:cs typeface="Cambria Math" panose="02040503050406030204" charset="0"/>
                              </a:rPr>
                              <m:t>𝑦</m:t>
                            </m:r>
                          </m:e>
                          <m:sub>
                            <m:r>
                              <a:rPr lang="en-US" altLang="zh-CN" sz="2000" b="0" i="0">
                                <a:solidFill>
                                  <a:srgbClr val="222222"/>
                                </a:solidFill>
                                <a:latin typeface="Cambria Math" panose="02040503050406030204" charset="0"/>
                                <a:ea typeface="Cambria Math" panose="02040503050406030204"/>
                                <a:cs typeface="Cambria Math" panose="02040503050406030204" charset="0"/>
                              </a:rPr>
                              <m:t>𝑘</m:t>
                            </m:r>
                          </m:sub>
                          <m:sup>
                            <m:r>
                              <a:rPr lang="en-US" altLang="zh-CN" sz="2000" b="0" i="0">
                                <a:solidFill>
                                  <a:srgbClr val="222222"/>
                                </a:solidFill>
                                <a:latin typeface="Cambria Math" panose="02040503050406030204" charset="0"/>
                                <a:ea typeface="Cambria Math" panose="02040503050406030204"/>
                                <a:cs typeface="Cambria Math" panose="02040503050406030204" charset="0"/>
                              </a:rPr>
                              <m:t>(</m:t>
                            </m:r>
                            <m:r>
                              <a:rPr lang="en-US" altLang="zh-CN" sz="2000" b="0" i="0">
                                <a:solidFill>
                                  <a:srgbClr val="222222"/>
                                </a:solidFill>
                                <a:latin typeface="Cambria Math" panose="02040503050406030204" charset="0"/>
                                <a:ea typeface="Cambria Math" panose="02040503050406030204"/>
                                <a:cs typeface="Cambria Math" panose="02040503050406030204" charset="0"/>
                              </a:rPr>
                              <m:t>𝑖</m:t>
                            </m:r>
                            <m:r>
                              <a:rPr lang="en-US" altLang="zh-CN" sz="2000" b="0" i="0">
                                <a:solidFill>
                                  <a:srgbClr val="222222"/>
                                </a:solidFill>
                                <a:latin typeface="Cambria Math" panose="02040503050406030204" charset="0"/>
                                <a:ea typeface="Cambria Math" panose="02040503050406030204"/>
                                <a:cs typeface="Cambria Math" panose="02040503050406030204" charset="0"/>
                              </a:rPr>
                              <m:t>)</m:t>
                            </m:r>
                          </m:sup>
                        </m:sSubSup>
                        <m:r>
                          <a:rPr lang="en-US" altLang="zh-CN" sz="2000" b="0" i="0">
                            <a:solidFill>
                              <a:srgbClr val="222222"/>
                            </a:solidFill>
                            <a:latin typeface="Cambria Math" panose="02040503050406030204" charset="0"/>
                            <a:ea typeface="Cambria Math" panose="02040503050406030204"/>
                            <a:cs typeface="Cambria Math" panose="02040503050406030204" charset="0"/>
                          </a:rPr>
                          <m:t>)</m:t>
                        </m:r>
                      </m:e>
                    </m:nary>
                  </m:oMath>
                </a14:m>
                <a:endParaRPr lang="en-US" altLang="zh-CN" sz="2000"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23" name="圆角矩形 22"/>
              <p:cNvSpPr>
                <a:spLocks noRot="1" noChangeAspect="1" noMove="1" noResize="1" noEditPoints="1" noAdjustHandles="1" noChangeArrowheads="1" noChangeShapeType="1" noTextEdit="1"/>
              </p:cNvSpPr>
              <p:nvPr/>
            </p:nvSpPr>
            <p:spPr>
              <a:xfrm>
                <a:off x="646430" y="3362960"/>
                <a:ext cx="10936605" cy="1775460"/>
              </a:xfrm>
              <a:prstGeom prst="roundRect">
                <a:avLst>
                  <a:gd name="adj" fmla="val 9375"/>
                </a:avLst>
              </a:prstGeom>
              <a:blipFill rotWithShape="1">
                <a:blip r:embed="rId4"/>
                <a:stretch>
                  <a:fillRect l="-46" t="-286" r="-41" b="-250"/>
                </a:stretch>
              </a:blipFill>
              <a:ln w="9525">
                <a:solidFill>
                  <a:srgbClr val="D9DCE2"/>
                </a:solidFill>
                <a:prstDash val="solid"/>
              </a:ln>
            </p:spPr>
            <p:txBody>
              <a:bodyPr/>
              <a:lstStyle/>
              <a:p>
                <a:r>
                  <a:rPr lang="zh-CN" altLang="en-US">
                    <a:noFill/>
                  </a:rPr>
                  <a:t> </a:t>
                </a:r>
              </a:p>
            </p:txBody>
          </p:sp>
        </mc:Fallback>
      </mc:AlternateContent>
      <p:sp>
        <p:nvSpPr>
          <p:cNvPr id="24" name="矩形 23"/>
          <p:cNvSpPr>
            <a:spLocks noGrp="1"/>
          </p:cNvSpPr>
          <p:nvPr/>
        </p:nvSpPr>
        <p:spPr>
          <a:xfrm>
            <a:off x="11221085" y="414591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(1)</a:t>
            </a:r>
            <a:endParaRPr sz="1050" b="0" i="0">
              <a:solidFill>
                <a:srgbClr val="5B5B5B"/>
              </a:solidFill>
              <a:latin typeface="Alibaba Sans Medium"/>
              <a:ea typeface="Alibaba Sans Medium"/>
              <a:cs typeface="Alibaba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8" name="直接箭头连接符 27"/>
          <p:cNvCxnSpPr>
            <a:stCxn id="21" idx="3"/>
            <a:endCxn id="23" idx="1"/>
          </p:cNvCxnSpPr>
          <p:nvPr/>
        </p:nvCxnSpPr>
        <p:spPr>
          <a:xfrm flipV="1">
            <a:off x="4001135" y="5108576"/>
            <a:ext cx="952500" cy="4445"/>
          </a:xfrm>
          <a:prstGeom prst="straightConnector1">
            <a:avLst/>
          </a:prstGeom>
          <a:ln w="19050">
            <a:solidFill>
              <a:srgbClr val="7E8793"/>
            </a:solidFill>
            <a:prstDash val="solid"/>
            <a:tailEnd type="triangle" w="sm" len="sm"/>
          </a:ln>
        </p:spPr>
      </p:cxnSp>
      <p:cxnSp>
        <p:nvCxnSpPr>
          <p:cNvPr id="27" name="直接箭头连接符 26"/>
          <p:cNvCxnSpPr>
            <a:stCxn id="19" idx="3"/>
            <a:endCxn id="23" idx="1"/>
          </p:cNvCxnSpPr>
          <p:nvPr/>
        </p:nvCxnSpPr>
        <p:spPr>
          <a:xfrm flipV="1">
            <a:off x="2286635" y="5108576"/>
            <a:ext cx="2667000" cy="4445"/>
          </a:xfrm>
          <a:prstGeom prst="straightConnector1">
            <a:avLst/>
          </a:prstGeom>
          <a:ln w="19050">
            <a:solidFill>
              <a:srgbClr val="7E8793"/>
            </a:solidFill>
            <a:prstDash val="solid"/>
            <a:tailEnd type="triangle" w="sm" len="sm"/>
          </a:ln>
        </p:spPr>
      </p:cxnSp>
      <p:cxnSp>
        <p:nvCxnSpPr>
          <p:cNvPr id="26" name="直接箭头连接符 25"/>
          <p:cNvCxnSpPr>
            <a:stCxn id="15" idx="3"/>
            <a:endCxn id="17" idx="1"/>
          </p:cNvCxnSpPr>
          <p:nvPr/>
        </p:nvCxnSpPr>
        <p:spPr>
          <a:xfrm flipV="1">
            <a:off x="4001135" y="3775076"/>
            <a:ext cx="952500" cy="4445"/>
          </a:xfrm>
          <a:prstGeom prst="straightConnector1">
            <a:avLst/>
          </a:prstGeom>
          <a:ln w="19050">
            <a:solidFill>
              <a:srgbClr val="7E8793"/>
            </a:solidFill>
            <a:prstDash val="solid"/>
            <a:tailEnd type="triangle" w="sm" len="sm"/>
          </a:ln>
        </p:spPr>
      </p:cxnSp>
      <p:cxnSp>
        <p:nvCxnSpPr>
          <p:cNvPr id="25" name="直接箭头连接符 24"/>
          <p:cNvCxnSpPr>
            <a:stCxn id="13" idx="3"/>
            <a:endCxn id="17" idx="1"/>
          </p:cNvCxnSpPr>
          <p:nvPr/>
        </p:nvCxnSpPr>
        <p:spPr>
          <a:xfrm flipV="1">
            <a:off x="2286635" y="3775076"/>
            <a:ext cx="2667000" cy="4445"/>
          </a:xfrm>
          <a:prstGeom prst="straightConnector1">
            <a:avLst/>
          </a:prstGeom>
          <a:ln w="19050">
            <a:solidFill>
              <a:srgbClr val="7E8793"/>
            </a:solidFill>
            <a:prstDash val="solid"/>
            <a:tailEnd type="triangle" w="sm" len="sm"/>
          </a:ln>
        </p:spPr>
      </p:cxnSp>
      <p:sp>
        <p:nvSpPr>
          <p:cNvPr id="3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12</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分层特征对齐</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圆角矩形 8"/>
              <p:cNvSpPr>
                <a:spLocks noGrp="1"/>
              </p:cNvSpPr>
              <p:nvPr/>
            </p:nvSpPr>
            <p:spPr>
              <a:xfrm>
                <a:off x="857250" y="1809750"/>
                <a:ext cx="4992370" cy="723900"/>
              </a:xfrm>
              <a:prstGeom prst="roundRect">
                <a:avLst>
                  <a:gd name="adj" fmla="val 15789"/>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altLang="en-US" sz="1800"/>
                  <a:t>特征提取：</a:t>
                </a:r>
                <a:r>
                  <a:rPr lang="en-US" sz="1800"/>
                  <a:t> </a:t>
                </a:r>
                <a14:m>
                  <m:oMath xmlns:m="http://schemas.openxmlformats.org/officeDocument/2006/math">
                    <m:sSubSup>
                      <m:sSubSupPr>
                        <m:ctrlPr>
                          <a:rPr sz="1800"/>
                        </m:ctrlPr>
                      </m:sSubSupPr>
                      <m:e>
                        <m:r>
                          <a:rPr lang="en-US" sz="1800" b="0" i="0">
                            <a:solidFill>
                              <a:srgbClr val="222222"/>
                            </a:solidFill>
                            <a:latin typeface="Cambria Math" panose="02040503050406030204" charset="0"/>
                            <a:ea typeface="Cambria Math" panose="02040503050406030204"/>
                            <a:cs typeface="Cambria Math" panose="02040503050406030204" charset="0"/>
                          </a:rPr>
                          <m:t>𝑒</m:t>
                        </m:r>
                      </m:e>
                      <m:sub>
                        <m:r>
                          <a:rPr lang="en-US" sz="1800" b="0" i="0">
                            <a:solidFill>
                              <a:srgbClr val="222222"/>
                            </a:solidFill>
                            <a:latin typeface="Cambria Math" panose="02040503050406030204" charset="0"/>
                            <a:ea typeface="Cambria Math" panose="02040503050406030204"/>
                            <a:cs typeface="Cambria Math" panose="02040503050406030204" charset="0"/>
                          </a:rPr>
                          <m:t>𝑘</m:t>
                        </m:r>
                      </m:sub>
                      <m:sup>
                        <m:r>
                          <a:rPr lang="en-US" sz="1800" b="0" i="0">
                            <a:solidFill>
                              <a:srgbClr val="222222"/>
                            </a:solidFill>
                            <a:latin typeface="Cambria Math" panose="02040503050406030204" charset="0"/>
                            <a:ea typeface="Cambria Math" panose="02040503050406030204"/>
                            <a:cs typeface="Cambria Math" panose="02040503050406030204" charset="0"/>
                          </a:rPr>
                          <m:t>𝑑</m:t>
                        </m:r>
                      </m:sup>
                    </m:sSubSup>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𝑓</m:t>
                    </m:r>
                    <m:r>
                      <a:rPr lang="en-US" sz="1800" b="0" i="0">
                        <a:solidFill>
                          <a:srgbClr val="222222"/>
                        </a:solidFill>
                        <a:latin typeface="Cambria Math" panose="02040503050406030204" charset="0"/>
                        <a:ea typeface="Cambria Math" panose="02040503050406030204"/>
                        <a:cs typeface="Cambria Math" panose="02040503050406030204" charset="0"/>
                      </a:rPr>
                      <m:t>(</m:t>
                    </m:r>
                    <m:sSubSup>
                      <m:sSubSupPr>
                        <m:ctrlPr>
                          <a:rPr sz="1800"/>
                        </m:ctrlPr>
                      </m:sSubSupPr>
                      <m:e>
                        <m:r>
                          <a:rPr lang="en-US" sz="1800" b="0" i="0">
                            <a:solidFill>
                              <a:srgbClr val="222222"/>
                            </a:solidFill>
                            <a:latin typeface="Cambria Math" panose="02040503050406030204" charset="0"/>
                            <a:ea typeface="Cambria Math" panose="02040503050406030204"/>
                            <a:cs typeface="Cambria Math" panose="02040503050406030204" charset="0"/>
                          </a:rPr>
                          <m:t>𝑤</m:t>
                        </m:r>
                      </m:e>
                      <m:sub>
                        <m:r>
                          <a:rPr lang="en-US" sz="1800" b="0" i="0">
                            <a:solidFill>
                              <a:srgbClr val="222222"/>
                            </a:solidFill>
                            <a:latin typeface="Cambria Math" panose="02040503050406030204" charset="0"/>
                            <a:ea typeface="Cambria Math" panose="02040503050406030204"/>
                            <a:cs typeface="Cambria Math" panose="02040503050406030204" charset="0"/>
                          </a:rPr>
                          <m:t>𝑘</m:t>
                        </m:r>
                      </m:sub>
                      <m:sup>
                        <m:r>
                          <a:rPr lang="en-US" sz="1800" b="0" i="0">
                            <a:solidFill>
                              <a:srgbClr val="222222"/>
                            </a:solidFill>
                            <a:latin typeface="Cambria Math" panose="02040503050406030204" charset="0"/>
                            <a:ea typeface="Cambria Math" panose="02040503050406030204"/>
                            <a:cs typeface="Cambria Math" panose="02040503050406030204" charset="0"/>
                          </a:rPr>
                          <m:t>𝑑</m:t>
                        </m:r>
                      </m:sup>
                    </m:sSubSup>
                    <m:r>
                      <a:rPr lang="en-US" sz="1800" b="0" i="0">
                        <a:solidFill>
                          <a:srgbClr val="222222"/>
                        </a:solidFill>
                        <a:latin typeface="Cambria Math" panose="02040503050406030204" charset="0"/>
                        <a:ea typeface="Cambria Math" panose="02040503050406030204"/>
                        <a:cs typeface="Cambria Math" panose="02040503050406030204" charset="0"/>
                      </a:rPr>
                      <m:t>; </m:t>
                    </m:r>
                    <m:r>
                      <a:rPr lang="en-US" sz="1800" b="0" i="0">
                        <a:solidFill>
                          <a:srgbClr val="222222"/>
                        </a:solidFill>
                        <a:latin typeface="Cambria Math" panose="02040503050406030204" charset="0"/>
                        <a:ea typeface="Cambria Math" panose="02040503050406030204"/>
                        <a:cs typeface="Cambria Math" panose="02040503050406030204" charset="0"/>
                      </a:rPr>
                      <m:t>𝑥</m:t>
                    </m:r>
                    <m:r>
                      <a:rPr lang="en-US" sz="1800" b="0" i="0">
                        <a:solidFill>
                          <a:srgbClr val="222222"/>
                        </a:solidFill>
                        <a:latin typeface="Cambria Math" panose="02040503050406030204" charset="0"/>
                        <a:ea typeface="Cambria Math" panose="02040503050406030204"/>
                        <a:cs typeface="Cambria Math" panose="02040503050406030204" charset="0"/>
                      </a:rPr>
                      <m:t>),  ∀</m:t>
                    </m:r>
                    <m:r>
                      <a:rPr lang="en-US" sz="1800" b="0" i="0">
                        <a:solidFill>
                          <a:srgbClr val="222222"/>
                        </a:solidFill>
                        <a:latin typeface="Cambria Math" panose="02040503050406030204" charset="0"/>
                        <a:ea typeface="Cambria Math" panose="02040503050406030204"/>
                        <a:cs typeface="Cambria Math" panose="02040503050406030204" charset="0"/>
                      </a:rPr>
                      <m:t>𝑘</m:t>
                    </m:r>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1</m:t>
                    </m:r>
                    <m:r>
                      <a:rPr lang="en-US" sz="1800" b="0" i="0">
                        <a:solidFill>
                          <a:srgbClr val="222222"/>
                        </a:solidFill>
                        <a:latin typeface="Cambria Math" panose="02040503050406030204" charset="0"/>
                        <a:ea typeface="Cambria Math" panose="02040503050406030204"/>
                        <a:cs typeface="Cambria Math" panose="02040503050406030204" charset="0"/>
                      </a:rPr>
                      <m:t>,…,</m:t>
                    </m:r>
                    <m:r>
                      <a:rPr lang="en-US" sz="1800" b="0" i="0">
                        <a:solidFill>
                          <a:srgbClr val="222222"/>
                        </a:solidFill>
                        <a:latin typeface="Cambria Math" panose="02040503050406030204" charset="0"/>
                        <a:ea typeface="Cambria Math" panose="02040503050406030204"/>
                        <a:cs typeface="Cambria Math" panose="02040503050406030204" charset="0"/>
                      </a:rPr>
                      <m:t>𝐾</m:t>
                    </m:r>
                    <m:r>
                      <a:rPr lang="en-US" sz="1800" b="0" i="0">
                        <a:solidFill>
                          <a:srgbClr val="222222"/>
                        </a:solidFill>
                        <a:latin typeface="Cambria Math" panose="02040503050406030204" charset="0"/>
                        <a:ea typeface="MS Mincho" charset="0"/>
                        <a:cs typeface="Cambria Math" panose="02040503050406030204" charset="0"/>
                      </a:rPr>
                      <m:t>}</m:t>
                    </m:r>
                  </m:oMath>
                </a14:m>
                <a:endParaRPr lang="en-US" sz="1800" b="0" i="0">
                  <a:solidFill>
                    <a:srgbClr val="222222"/>
                  </a:solidFill>
                  <a:latin typeface="Cambria Math" panose="02040503050406030204" charset="0"/>
                  <a:ea typeface="MS Mincho" charset="0"/>
                  <a:cs typeface="Cambria Math" panose="02040503050406030204" charset="0"/>
                </a:endParaRPr>
              </a:p>
            </p:txBody>
          </p:sp>
        </mc:Choice>
        <mc:Fallback>
          <p:sp>
            <p:nvSpPr>
              <p:cNvPr id="9" name="圆角矩形 8"/>
              <p:cNvSpPr>
                <a:spLocks noRot="1" noChangeAspect="1" noMove="1" noResize="1" noEditPoints="1" noAdjustHandles="1" noChangeArrowheads="1" noChangeShapeType="1" noTextEdit="1"/>
              </p:cNvSpPr>
              <p:nvPr/>
            </p:nvSpPr>
            <p:spPr>
              <a:xfrm>
                <a:off x="857250" y="1809750"/>
                <a:ext cx="4992370" cy="723900"/>
              </a:xfrm>
              <a:prstGeom prst="roundRect">
                <a:avLst>
                  <a:gd name="adj" fmla="val 15789"/>
                </a:avLst>
              </a:prstGeom>
              <a:blipFill rotWithShape="1">
                <a:blip r:embed="rId2"/>
                <a:stretch>
                  <a:fillRect l="-102" t="-702" r="-89" b="-614"/>
                </a:stretch>
              </a:blipFill>
              <a:ln w="9525">
                <a:solidFill>
                  <a:srgbClr val="D9DCE2"/>
                </a:solidFill>
                <a:prstDash val="solid"/>
              </a:ln>
            </p:spPr>
            <p:txBody>
              <a:bodyPr/>
              <a:lstStyle/>
              <a:p>
                <a:r>
                  <a:rPr lang="zh-CN" altLang="en-US">
                    <a:noFill/>
                  </a:rPr>
                  <a:t> </a:t>
                </a:r>
              </a:p>
            </p:txBody>
          </p:sp>
        </mc:Fallback>
      </mc:AlternateContent>
      <p:sp>
        <p:nvSpPr>
          <p:cNvPr id="10" name="矩形 9"/>
          <p:cNvSpPr>
            <a:spLocks noGrp="1"/>
          </p:cNvSpPr>
          <p:nvPr/>
        </p:nvSpPr>
        <p:spPr>
          <a:xfrm>
            <a:off x="5487670" y="211010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(4)</a:t>
            </a:r>
            <a:endParaRPr sz="1050" b="0" i="0">
              <a:solidFill>
                <a:srgbClr val="5B5B5B"/>
              </a:solidFill>
              <a:latin typeface="Alibaba Sans Medium"/>
              <a:ea typeface="Alibaba Sans Medium"/>
              <a:cs typeface="Alibaba Sans Medium"/>
            </a:endParaRPr>
          </a:p>
        </p:txBody>
      </p:sp>
      <mc:AlternateContent xmlns:mc="http://schemas.openxmlformats.org/markup-compatibility/2006">
        <mc:Choice xmlns:a14="http://schemas.microsoft.com/office/drawing/2010/main" Requires="a14">
          <p:sp>
            <p:nvSpPr>
              <p:cNvPr id="11" name="圆角矩形 10"/>
              <p:cNvSpPr>
                <a:spLocks noGrp="1"/>
              </p:cNvSpPr>
              <p:nvPr/>
            </p:nvSpPr>
            <p:spPr>
              <a:xfrm>
                <a:off x="6330950" y="1714500"/>
                <a:ext cx="5442585" cy="981075"/>
              </a:xfrm>
              <a:prstGeom prst="roundRect">
                <a:avLst>
                  <a:gd name="adj" fmla="val 15789"/>
                </a:avLst>
              </a:prstGeom>
              <a:solidFill>
                <a:srgbClr val="FBFBFC"/>
              </a:solidFill>
              <a:ln w="9525">
                <a:solidFill>
                  <a:srgbClr val="D9DCE2"/>
                </a:solidFill>
                <a:prstDash val="solid"/>
              </a:ln>
            </p:spPr>
            <p:txBody>
              <a:bodyPr lIns="152400" tIns="20000" rIns="152400" bIns="2000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r>
                  <a:rPr lang="zh-CN" sz="1800">
                    <a:latin typeface="微软雅黑" panose="020B0503020204020204" charset="-122"/>
                    <a:ea typeface="微软雅黑" panose="020B0503020204020204" charset="-122"/>
                    <a:sym typeface="+mn-ea"/>
                  </a:rPr>
                  <a:t>同架构教师特征的组内平均：</a:t>
                </a:r>
                <a:r>
                  <a:rPr lang="en-US" sz="1800"/>
                  <a:t> </a:t>
                </a:r>
                <a14:m>
                  <m:oMath xmlns:m="http://schemas.openxmlformats.org/officeDocument/2006/math">
                    <m:sSup>
                      <m:sSupPr>
                        <m:ctrlPr>
                          <a:rPr sz="1800"/>
                        </m:ctrlPr>
                      </m:sSupPr>
                      <m:e>
                        <m:acc>
                          <m:accPr>
                            <m:chr m:val="̅"/>
                            <m:ctrlPr>
                              <a:rPr sz="1800"/>
                            </m:ctrlPr>
                          </m:acc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𝑒</m:t>
                            </m:r>
                          </m:e>
                        </m:acc>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f>
                      <m:fPr>
                        <m:ctrlPr>
                          <a:rPr sz="1800"/>
                        </m:ctrlPr>
                      </m:fPr>
                      <m:num>
                        <m:r>
                          <a:rPr lang="en-US" altLang="zh-CN" sz="1800" b="0" i="0">
                            <a:solidFill>
                              <a:srgbClr val="222222"/>
                            </a:solidFill>
                            <a:latin typeface="Cambria Math" panose="02040503050406030204" charset="0"/>
                            <a:ea typeface="Cambria Math" panose="02040503050406030204" charset="0"/>
                            <a:cs typeface="Cambria Math" panose="02040503050406030204" charset="0"/>
                          </a:rPr>
                          <m:t>1</m:t>
                        </m:r>
                      </m:num>
                      <m:den>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Sup>
                          <m:sSupPr>
                            <m:ctrlPr>
                              <a:rPr sz="1800"/>
                            </m:ctrlPr>
                          </m:s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𝑆</m:t>
                            </m:r>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den>
                    </m:f>
                    <m:nary>
                      <m:naryPr>
                        <m:chr m:val="∑"/>
                        <m:limLoc m:val="undOvr"/>
                        <m:ctrlPr>
                          <a:rPr sz="1800"/>
                        </m:ctrlPr>
                      </m:naryPr>
                      <m:sub>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𝑖</m:t>
                        </m:r>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r>
                          <a:rPr lang="en-US" altLang="zh-CN" sz="1800" b="0" i="0">
                            <a:solidFill>
                              <a:srgbClr val="222222"/>
                            </a:solidFill>
                            <a:latin typeface="Cambria Math" panose="02040503050406030204" charset="0"/>
                            <a:ea typeface="Cambria Math" panose="02040503050406030204" charset="0"/>
                            <a:cs typeface="Cambria Math" panose="02040503050406030204" charset="0"/>
                          </a:rPr>
                          <m:t>1</m:t>
                        </m:r>
                      </m:sub>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Sup>
                          <m:sSupPr>
                            <m:ctrlPr>
                              <a:rPr sz="1800"/>
                            </m:ctrlPr>
                          </m:s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𝑆</m:t>
                            </m:r>
                          </m:e>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m:t>
                        </m:r>
                      </m:sup>
                      <m:e>
                        <m:sSubSup>
                          <m:sSubSupPr>
                            <m:ctrlPr>
                              <a:rPr sz="1800"/>
                            </m:ctrlPr>
                          </m:sSubSupPr>
                          <m:e>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𝑒</m:t>
                            </m:r>
                          </m:e>
                          <m:sub>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𝑖</m:t>
                            </m:r>
                          </m:sub>
                          <m:sup>
                            <m:r>
                              <a:rPr lang="en-US" altLang="zh-CN" sz="1800" b="0" i="0">
                                <a:solidFill>
                                  <a:srgbClr val="222222"/>
                                </a:solidFill>
                                <a:latin typeface="Cambria Math" panose="02040503050406030204" charset="0"/>
                                <a:ea typeface="Cambria Math" panose="02040503050406030204" charset="0"/>
                                <a:cs typeface="Cambria Math" panose="02040503050406030204" charset="0"/>
                              </a:rPr>
                              <m:t>𝑑</m:t>
                            </m:r>
                          </m:sup>
                        </m:sSubSup>
                      </m:e>
                    </m:nary>
                  </m:oMath>
                </a14:m>
                <a:endParaRPr lang="en-US" altLang="zh-CN" sz="1800" b="0" i="0">
                  <a:solidFill>
                    <a:srgbClr val="222222"/>
                  </a:solidFill>
                  <a:latin typeface="Cambria Math" panose="02040503050406030204" charset="0"/>
                  <a:ea typeface="Cambria Math" panose="02040503050406030204" charset="0"/>
                  <a:cs typeface="Cambria Math" panose="02040503050406030204" charset="0"/>
                </a:endParaRPr>
              </a:p>
            </p:txBody>
          </p:sp>
        </mc:Choice>
        <mc:Fallback>
          <p:sp>
            <p:nvSpPr>
              <p:cNvPr id="11" name="圆角矩形 10"/>
              <p:cNvSpPr>
                <a:spLocks noRot="1" noChangeAspect="1" noMove="1" noResize="1" noEditPoints="1" noAdjustHandles="1" noChangeArrowheads="1" noChangeShapeType="1" noTextEdit="1"/>
              </p:cNvSpPr>
              <p:nvPr/>
            </p:nvSpPr>
            <p:spPr>
              <a:xfrm>
                <a:off x="6330950" y="1714500"/>
                <a:ext cx="5442585" cy="981075"/>
              </a:xfrm>
              <a:prstGeom prst="roundRect">
                <a:avLst>
                  <a:gd name="adj" fmla="val 15789"/>
                </a:avLst>
              </a:prstGeom>
              <a:blipFill rotWithShape="1">
                <a:blip r:embed="rId3"/>
                <a:stretch>
                  <a:fillRect l="-93" t="-518" r="-82" b="-453"/>
                </a:stretch>
              </a:blipFill>
              <a:ln w="9525">
                <a:solidFill>
                  <a:srgbClr val="D9DCE2"/>
                </a:solidFill>
                <a:prstDash val="solid"/>
              </a:ln>
            </p:spPr>
            <p:txBody>
              <a:bodyPr/>
              <a:lstStyle/>
              <a:p>
                <a:r>
                  <a:rPr lang="zh-CN" altLang="en-US">
                    <a:noFill/>
                  </a:rPr>
                  <a:t> </a:t>
                </a:r>
              </a:p>
            </p:txBody>
          </p:sp>
        </mc:Fallback>
      </mc:AlternateContent>
      <p:sp>
        <p:nvSpPr>
          <p:cNvPr id="12" name="矩形 11"/>
          <p:cNvSpPr>
            <a:spLocks noGrp="1"/>
          </p:cNvSpPr>
          <p:nvPr/>
        </p:nvSpPr>
        <p:spPr>
          <a:xfrm>
            <a:off x="11411585" y="2100580"/>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(5)</a:t>
            </a:r>
            <a:endParaRPr sz="1050" b="0" i="0">
              <a:solidFill>
                <a:srgbClr val="5B5B5B"/>
              </a:solidFill>
              <a:latin typeface="Alibaba Sans Medium"/>
              <a:ea typeface="Alibaba Sans Medium"/>
              <a:cs typeface="Alibaba Sans Medium"/>
            </a:endParaRPr>
          </a:p>
        </p:txBody>
      </p:sp>
      <p:sp>
        <p:nvSpPr>
          <p:cNvPr id="13" name="g1-model-a"/>
          <p:cNvSpPr>
            <a:spLocks noGrp="1"/>
          </p:cNvSpPr>
          <p:nvPr/>
        </p:nvSpPr>
        <p:spPr>
          <a:xfrm>
            <a:off x="905510" y="3408045"/>
            <a:ext cx="1381125" cy="742950"/>
          </a:xfrm>
          <a:prstGeom prst="roundRect">
            <a:avLst>
              <a:gd name="adj" fmla="val 10256"/>
            </a:avLst>
          </a:prstGeom>
          <a:solidFill>
            <a:srgbClr val="EAF3FA"/>
          </a:solidFill>
          <a:ln w="19050">
            <a:solidFill>
              <a:srgbClr val="3577B8"/>
            </a:solidFill>
            <a:prstDash val="solid"/>
          </a:ln>
        </p:spPr>
      </p:sp>
      <p:sp>
        <p:nvSpPr>
          <p:cNvPr id="14" name="矩形 13"/>
          <p:cNvSpPr>
            <a:spLocks noGrp="1"/>
          </p:cNvSpPr>
          <p:nvPr/>
        </p:nvSpPr>
        <p:spPr>
          <a:xfrm>
            <a:off x="1000760" y="3474720"/>
            <a:ext cx="1190625" cy="590550"/>
          </a:xfrm>
          <a:prstGeom prst="rect">
            <a:avLst/>
          </a:prstGeom>
          <a:noFill/>
          <a:ln w="0">
            <a:noFill/>
            <a:prstDash val="solid"/>
          </a:ln>
        </p:spPr>
        <p:txBody>
          <a:bodyPr lIns="0" tIns="0" rIns="0" bIns="0" anchor="ctr"/>
          <a:lstStyle>
            <a:defPPr algn="ctr">
              <a:defRPr sz="150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模型 a</a:t>
            </a:r>
            <a:endParaRPr sz="150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d=128</a:t>
            </a:r>
            <a:endParaRPr sz="15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5" name="g1-model-b"/>
          <p:cNvSpPr>
            <a:spLocks noGrp="1"/>
          </p:cNvSpPr>
          <p:nvPr/>
        </p:nvSpPr>
        <p:spPr>
          <a:xfrm>
            <a:off x="2620010" y="3408045"/>
            <a:ext cx="1381125" cy="742950"/>
          </a:xfrm>
          <a:prstGeom prst="roundRect">
            <a:avLst>
              <a:gd name="adj" fmla="val 10256"/>
            </a:avLst>
          </a:prstGeom>
          <a:solidFill>
            <a:srgbClr val="EAF3FA"/>
          </a:solidFill>
          <a:ln w="19050">
            <a:solidFill>
              <a:srgbClr val="3577B8"/>
            </a:solidFill>
            <a:prstDash val="solid"/>
          </a:ln>
        </p:spPr>
      </p:sp>
      <p:sp>
        <p:nvSpPr>
          <p:cNvPr id="16" name="矩形 15"/>
          <p:cNvSpPr>
            <a:spLocks noGrp="1"/>
          </p:cNvSpPr>
          <p:nvPr/>
        </p:nvSpPr>
        <p:spPr>
          <a:xfrm>
            <a:off x="2715260" y="3474720"/>
            <a:ext cx="1190625" cy="590550"/>
          </a:xfrm>
          <a:prstGeom prst="rect">
            <a:avLst/>
          </a:prstGeom>
          <a:noFill/>
          <a:ln w="0">
            <a:noFill/>
            <a:prstDash val="solid"/>
          </a:ln>
        </p:spPr>
        <p:txBody>
          <a:bodyPr lIns="0" tIns="0" rIns="0" bIns="0" anchor="ctr"/>
          <a:lstStyle>
            <a:defPPr algn="ctr">
              <a:defRPr sz="150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模型 a</a:t>
            </a:r>
            <a:endParaRPr sz="150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3577B8"/>
                </a:solidFill>
                <a:latin typeface="微软雅黑" panose="020B0503020204020204" charset="-122"/>
                <a:ea typeface="微软雅黑" panose="020B0503020204020204" charset="-122"/>
                <a:cs typeface="微软雅黑" panose="020B0503020204020204" charset="-122"/>
              </a:defRPr>
            </a:pPr>
            <a:r>
              <a:rPr sz="1500" b="1" i="0">
                <a:solidFill>
                  <a:srgbClr val="3577B8"/>
                </a:solidFill>
                <a:latin typeface="微软雅黑" panose="020B0503020204020204" charset="-122"/>
                <a:ea typeface="微软雅黑" panose="020B0503020204020204" charset="-122"/>
                <a:cs typeface="微软雅黑" panose="020B0503020204020204" charset="-122"/>
              </a:rPr>
              <a:t>d=128</a:t>
            </a:r>
            <a:endParaRPr sz="15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7" name="aggregate-1"/>
          <p:cNvSpPr>
            <a:spLocks noGrp="1"/>
          </p:cNvSpPr>
          <p:nvPr/>
        </p:nvSpPr>
        <p:spPr>
          <a:xfrm>
            <a:off x="4953635" y="3274695"/>
            <a:ext cx="1905000" cy="1000125"/>
          </a:xfrm>
          <a:prstGeom prst="roundRect">
            <a:avLst>
              <a:gd name="adj" fmla="val 7619"/>
            </a:avLst>
          </a:prstGeom>
          <a:solidFill>
            <a:srgbClr val="DDECF8"/>
          </a:solidFill>
          <a:ln w="19050">
            <a:solidFill>
              <a:srgbClr val="3577B8"/>
            </a:solidFill>
            <a:prstDash val="solid"/>
          </a:ln>
        </p:spPr>
      </p:sp>
      <p:sp>
        <p:nvSpPr>
          <p:cNvPr id="18" name="矩形 17"/>
          <p:cNvSpPr>
            <a:spLocks noGrp="1"/>
          </p:cNvSpPr>
          <p:nvPr/>
        </p:nvSpPr>
        <p:spPr>
          <a:xfrm>
            <a:off x="5144135" y="3408045"/>
            <a:ext cx="1524000" cy="723900"/>
          </a:xfrm>
          <a:prstGeom prst="rect">
            <a:avLst/>
          </a:prstGeom>
          <a:noFill/>
          <a:ln w="0">
            <a:noFill/>
            <a:prstDash val="solid"/>
          </a:ln>
        </p:spPr>
        <p:txBody>
          <a:bodyPr lIns="0" tIns="0" rIns="0" bIns="0" anchor="ctr"/>
          <a:lstStyle>
            <a:defPPr algn="ctr">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同架构平均</a:t>
            </a:r>
            <a:endParaRPr sz="1650" b="1" i="0">
              <a:solidFill>
                <a:srgbClr val="3577B8"/>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得到 ē¹</a:t>
            </a:r>
            <a:endParaRPr sz="165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9" name="g2-model-a"/>
          <p:cNvSpPr>
            <a:spLocks noGrp="1"/>
          </p:cNvSpPr>
          <p:nvPr/>
        </p:nvSpPr>
        <p:spPr>
          <a:xfrm>
            <a:off x="905510" y="4741545"/>
            <a:ext cx="1381125" cy="742950"/>
          </a:xfrm>
          <a:prstGeom prst="roundRect">
            <a:avLst>
              <a:gd name="adj" fmla="val 10256"/>
            </a:avLst>
          </a:prstGeom>
          <a:solidFill>
            <a:srgbClr val="E7F4F5"/>
          </a:solidFill>
          <a:ln w="19050">
            <a:solidFill>
              <a:srgbClr val="1598A5"/>
            </a:solidFill>
            <a:prstDash val="solid"/>
          </a:ln>
        </p:spPr>
      </p:sp>
      <p:sp>
        <p:nvSpPr>
          <p:cNvPr id="20" name="矩形 19"/>
          <p:cNvSpPr>
            <a:spLocks noGrp="1"/>
          </p:cNvSpPr>
          <p:nvPr/>
        </p:nvSpPr>
        <p:spPr>
          <a:xfrm>
            <a:off x="1000760" y="4808220"/>
            <a:ext cx="1190625" cy="590550"/>
          </a:xfrm>
          <a:prstGeom prst="rect">
            <a:avLst/>
          </a:prstGeom>
          <a:noFill/>
          <a:ln w="0">
            <a:noFill/>
            <a:prstDash val="solid"/>
          </a:ln>
        </p:spPr>
        <p:txBody>
          <a:bodyPr lIns="0" tIns="0" rIns="0" bIns="0" anchor="ctr"/>
          <a:lstStyle>
            <a:defPPr algn="ctr">
              <a:defRPr sz="150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模型 c</a:t>
            </a:r>
            <a:endParaRPr sz="150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d=64</a:t>
            </a:r>
            <a:endParaRPr sz="150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1" name="g2-model-b"/>
          <p:cNvSpPr>
            <a:spLocks noGrp="1"/>
          </p:cNvSpPr>
          <p:nvPr/>
        </p:nvSpPr>
        <p:spPr>
          <a:xfrm>
            <a:off x="2620010" y="4741545"/>
            <a:ext cx="1381125" cy="742950"/>
          </a:xfrm>
          <a:prstGeom prst="roundRect">
            <a:avLst>
              <a:gd name="adj" fmla="val 10256"/>
            </a:avLst>
          </a:prstGeom>
          <a:solidFill>
            <a:srgbClr val="E7F4F5"/>
          </a:solidFill>
          <a:ln w="19050">
            <a:solidFill>
              <a:srgbClr val="1598A5"/>
            </a:solidFill>
            <a:prstDash val="solid"/>
          </a:ln>
        </p:spPr>
      </p:sp>
      <p:sp>
        <p:nvSpPr>
          <p:cNvPr id="22" name="矩形 21"/>
          <p:cNvSpPr>
            <a:spLocks noGrp="1"/>
          </p:cNvSpPr>
          <p:nvPr/>
        </p:nvSpPr>
        <p:spPr>
          <a:xfrm>
            <a:off x="2715260" y="4808220"/>
            <a:ext cx="1190625" cy="590550"/>
          </a:xfrm>
          <a:prstGeom prst="rect">
            <a:avLst/>
          </a:prstGeom>
          <a:noFill/>
          <a:ln w="0">
            <a:noFill/>
            <a:prstDash val="solid"/>
          </a:ln>
        </p:spPr>
        <p:txBody>
          <a:bodyPr lIns="0" tIns="0" rIns="0" bIns="0" anchor="ctr"/>
          <a:lstStyle>
            <a:defPPr algn="ctr">
              <a:defRPr sz="150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模型 c</a:t>
            </a:r>
            <a:endParaRPr sz="150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1" i="0">
                <a:solidFill>
                  <a:srgbClr val="1598A5"/>
                </a:solidFill>
                <a:latin typeface="微软雅黑" panose="020B0503020204020204" charset="-122"/>
                <a:ea typeface="微软雅黑" panose="020B0503020204020204" charset="-122"/>
                <a:cs typeface="微软雅黑" panose="020B0503020204020204" charset="-122"/>
              </a:defRPr>
            </a:pPr>
            <a:r>
              <a:rPr sz="1500" b="1" i="0">
                <a:solidFill>
                  <a:srgbClr val="1598A5"/>
                </a:solidFill>
                <a:latin typeface="微软雅黑" panose="020B0503020204020204" charset="-122"/>
                <a:ea typeface="微软雅黑" panose="020B0503020204020204" charset="-122"/>
                <a:cs typeface="微软雅黑" panose="020B0503020204020204" charset="-122"/>
              </a:rPr>
              <a:t>d=64</a:t>
            </a:r>
            <a:endParaRPr sz="150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3" name="aggregate-2"/>
          <p:cNvSpPr>
            <a:spLocks noGrp="1"/>
          </p:cNvSpPr>
          <p:nvPr/>
        </p:nvSpPr>
        <p:spPr>
          <a:xfrm>
            <a:off x="4953635" y="4608195"/>
            <a:ext cx="1905000" cy="1000125"/>
          </a:xfrm>
          <a:prstGeom prst="roundRect">
            <a:avLst>
              <a:gd name="adj" fmla="val 7619"/>
            </a:avLst>
          </a:prstGeom>
          <a:solidFill>
            <a:srgbClr val="DDF0F1"/>
          </a:solidFill>
          <a:ln w="19050">
            <a:solidFill>
              <a:srgbClr val="1598A5"/>
            </a:solidFill>
            <a:prstDash val="solid"/>
          </a:ln>
        </p:spPr>
      </p:sp>
      <p:sp>
        <p:nvSpPr>
          <p:cNvPr id="24" name="矩形 23"/>
          <p:cNvSpPr>
            <a:spLocks noGrp="1"/>
          </p:cNvSpPr>
          <p:nvPr/>
        </p:nvSpPr>
        <p:spPr>
          <a:xfrm>
            <a:off x="5144135" y="4741545"/>
            <a:ext cx="1524000" cy="723900"/>
          </a:xfrm>
          <a:prstGeom prst="rect">
            <a:avLst/>
          </a:prstGeom>
          <a:noFill/>
          <a:ln w="0">
            <a:noFill/>
            <a:prstDash val="solid"/>
          </a:ln>
        </p:spPr>
        <p:txBody>
          <a:bodyPr lIns="0" tIns="0" rIns="0" bIns="0" anchor="ctr"/>
          <a:lstStyle>
            <a:defPPr algn="ctr">
              <a:defRPr sz="165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650" b="1" i="0">
                <a:solidFill>
                  <a:srgbClr val="1598A5"/>
                </a:solidFill>
                <a:latin typeface="微软雅黑" panose="020B0503020204020204" charset="-122"/>
                <a:ea typeface="微软雅黑" panose="020B0503020204020204" charset="-122"/>
                <a:cs typeface="微软雅黑" panose="020B0503020204020204" charset="-122"/>
              </a:rPr>
              <a:t>同架构平均</a:t>
            </a:r>
            <a:endParaRPr sz="1650" b="1" i="0">
              <a:solidFill>
                <a:srgbClr val="1598A5"/>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650" b="1" i="0">
                <a:solidFill>
                  <a:srgbClr val="1598A5"/>
                </a:solidFill>
                <a:latin typeface="微软雅黑" panose="020B0503020204020204" charset="-122"/>
                <a:ea typeface="微软雅黑" panose="020B0503020204020204" charset="-122"/>
                <a:cs typeface="微软雅黑" panose="020B0503020204020204" charset="-122"/>
              </a:defRPr>
            </a:pPr>
            <a:r>
              <a:rPr sz="1650" b="1" i="0">
                <a:solidFill>
                  <a:srgbClr val="1598A5"/>
                </a:solidFill>
                <a:latin typeface="微软雅黑" panose="020B0503020204020204" charset="-122"/>
                <a:ea typeface="微软雅黑" panose="020B0503020204020204" charset="-122"/>
                <a:cs typeface="微软雅黑" panose="020B0503020204020204" charset="-122"/>
              </a:rPr>
              <a:t>得到 ē²</a:t>
            </a:r>
            <a:endParaRPr sz="165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7953375" y="3238500"/>
            <a:ext cx="2857500" cy="514350"/>
          </a:xfrm>
          <a:prstGeom prst="roundRect">
            <a:avLst>
              <a:gd name="adj" fmla="val 16667"/>
            </a:avLst>
          </a:prstGeom>
          <a:solidFill>
            <a:srgbClr val="F5F6F8"/>
          </a:solidFill>
          <a:ln w="0">
            <a:noFill/>
            <a:prstDash val="solid"/>
          </a:ln>
        </p:spPr>
        <p:txBody>
          <a:bodyPr lIns="0" tIns="0" rIns="0" bIns="0" anchor="ctr"/>
          <a:lstStyle>
            <a:defPPr algn="ctr">
              <a:defRPr sz="16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6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6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6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6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6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6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6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6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6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0" i="0">
                <a:solidFill>
                  <a:srgbClr val="5B5B5B"/>
                </a:solidFill>
                <a:latin typeface="微软雅黑" panose="020B0503020204020204" charset="-122"/>
                <a:ea typeface="微软雅黑" panose="020B0503020204020204" charset="-122"/>
                <a:cs typeface="微软雅黑" panose="020B0503020204020204" charset="-122"/>
              </a:defRPr>
            </a:pPr>
            <a:r>
              <a:rPr sz="1650" b="0" i="0">
                <a:solidFill>
                  <a:srgbClr val="5B5B5B"/>
                </a:solidFill>
                <a:latin typeface="微软雅黑" panose="020B0503020204020204" charset="-122"/>
                <a:ea typeface="微软雅黑" panose="020B0503020204020204" charset="-122"/>
                <a:cs typeface="微软雅黑" panose="020B0503020204020204" charset="-122"/>
              </a:rPr>
              <a:t>客户端级投影层：K 个</a:t>
            </a:r>
            <a:endParaRPr sz="16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30" name="圆角矩形 29"/>
          <p:cNvSpPr>
            <a:spLocks noGrp="1"/>
          </p:cNvSpPr>
          <p:nvPr/>
        </p:nvSpPr>
        <p:spPr>
          <a:xfrm>
            <a:off x="7953375" y="4419600"/>
            <a:ext cx="2857500" cy="552450"/>
          </a:xfrm>
          <a:prstGeom prst="roundRect">
            <a:avLst>
              <a:gd name="adj" fmla="val 15517"/>
            </a:avLst>
          </a:prstGeom>
          <a:solidFill>
            <a:srgbClr val="B5121B"/>
          </a:solidFill>
          <a:ln w="0">
            <a:noFill/>
            <a:prstDash val="solid"/>
          </a:ln>
        </p:spPr>
        <p:txBody>
          <a:bodyPr lIns="0" tIns="0" rIns="0" bIns="0" anchor="ctr"/>
          <a:lstStyle>
            <a:defPPr algn="ctr">
              <a:defRPr sz="17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FFFFFF"/>
                </a:solidFill>
                <a:latin typeface="微软雅黑" panose="020B0503020204020204" charset="-122"/>
                <a:ea typeface="微软雅黑" panose="020B0503020204020204" charset="-122"/>
                <a:cs typeface="微软雅黑" panose="020B0503020204020204" charset="-122"/>
              </a:defRPr>
            </a:pPr>
            <a:r>
              <a:rPr sz="1725" b="1" i="0">
                <a:solidFill>
                  <a:srgbClr val="FFFFFF"/>
                </a:solidFill>
                <a:latin typeface="微软雅黑" panose="020B0503020204020204" charset="-122"/>
                <a:ea typeface="微软雅黑" panose="020B0503020204020204" charset="-122"/>
                <a:cs typeface="微软雅黑" panose="020B0503020204020204" charset="-122"/>
              </a:rPr>
              <a:t>架构组级投影层：m−1 个</a:t>
            </a:r>
            <a:endParaRPr sz="17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7524750" y="5286375"/>
            <a:ext cx="3762375" cy="628650"/>
          </a:xfrm>
          <a:prstGeom prst="rect">
            <a:avLst/>
          </a:prstGeom>
          <a:noFill/>
          <a:ln w="0">
            <a:noFill/>
            <a:prstDash val="solid"/>
          </a:ln>
        </p:spPr>
        <p:txBody>
          <a:bodyPr lIns="0" tIns="0" rIns="0" bIns="0" anchor="ctr"/>
          <a:lstStyle>
            <a:defPPr algn="ctr">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降低服务器存储，同时让每个投影层获得更充分的教师知识</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3" name="图片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4" name="右箭头 3"/>
          <p:cNvSpPr/>
          <p:nvPr/>
        </p:nvSpPr>
        <p:spPr>
          <a:xfrm>
            <a:off x="4106545" y="3676015"/>
            <a:ext cx="725805" cy="266700"/>
          </a:xfrm>
          <a:prstGeom prst="rightArrow">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右箭头 33"/>
          <p:cNvSpPr/>
          <p:nvPr/>
        </p:nvSpPr>
        <p:spPr>
          <a:xfrm>
            <a:off x="4114800" y="4915535"/>
            <a:ext cx="725805" cy="266700"/>
          </a:xfrm>
          <a:prstGeom prst="rightArrow">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6"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13</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投影层学习</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666750" y="1952625"/>
            <a:ext cx="2857500" cy="361950"/>
          </a:xfrm>
          <a:prstGeom prst="rect">
            <a:avLst/>
          </a:prstGeom>
          <a:noFill/>
          <a:ln w="0">
            <a:noFill/>
            <a:prstDash val="solid"/>
          </a:ln>
        </p:spPr>
        <p:txBody>
          <a:bodyPr lIns="0" tIns="0" rIns="0" bIns="0" anchor="ctr"/>
          <a:lstStyle>
            <a:defPPr algn="ctr">
              <a:defRPr sz="1800"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B5121B"/>
                </a:solidFill>
                <a:latin typeface="微软雅黑" panose="020B0503020204020204" charset="-122"/>
                <a:ea typeface="微软雅黑" panose="020B0503020204020204" charset="-122"/>
                <a:cs typeface="微软雅黑" panose="020B0503020204020204" charset="-122"/>
              </a:defRPr>
            </a:pPr>
            <a:r>
              <a:rPr sz="1800" b="1" i="0">
                <a:solidFill>
                  <a:srgbClr val="B5121B"/>
                </a:solidFill>
                <a:latin typeface="微软雅黑" panose="020B0503020204020204" charset="-122"/>
                <a:ea typeface="微软雅黑" panose="020B0503020204020204" charset="-122"/>
                <a:cs typeface="微软雅黑" panose="020B0503020204020204" charset="-122"/>
              </a:rPr>
              <a:t>普通投影</a:t>
            </a:r>
            <a:endParaRPr sz="180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0" name="ordinary-projection"/>
          <p:cNvSpPr>
            <a:spLocks noGrp="1"/>
          </p:cNvSpPr>
          <p:nvPr/>
        </p:nvSpPr>
        <p:spPr>
          <a:xfrm>
            <a:off x="838200" y="2667000"/>
            <a:ext cx="1905000" cy="1524000"/>
          </a:xfrm>
          <a:prstGeom prst="roundRect">
            <a:avLst>
              <a:gd name="adj" fmla="val 5000"/>
            </a:avLst>
          </a:prstGeom>
          <a:solidFill>
            <a:srgbClr val="F6E4E6"/>
          </a:solidFill>
          <a:ln w="19050">
            <a:solidFill>
              <a:srgbClr val="B5121B"/>
            </a:solidFill>
            <a:prstDash val="solid"/>
          </a:ln>
        </p:spPr>
      </p:sp>
      <p:sp>
        <p:nvSpPr>
          <p:cNvPr id="11" name="矩形 10"/>
          <p:cNvSpPr>
            <a:spLocks noGrp="1"/>
          </p:cNvSpPr>
          <p:nvPr/>
        </p:nvSpPr>
        <p:spPr>
          <a:xfrm>
            <a:off x="1000125" y="2838450"/>
            <a:ext cx="1581150" cy="1143000"/>
          </a:xfrm>
          <a:prstGeom prst="rect">
            <a:avLst/>
          </a:prstGeom>
          <a:noFill/>
          <a:ln w="0">
            <a:noFill/>
            <a:prstDash val="solid"/>
          </a:ln>
        </p:spPr>
        <p:txBody>
          <a:bodyPr lIns="0" tIns="0" rIns="0" bIns="0" anchor="ctr"/>
          <a:lstStyle>
            <a:defPPr algn="ctr">
              <a:defRPr sz="1575" b="0"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575" b="0"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575" b="0"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575" b="0"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575" b="0"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575" b="0"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575" b="0"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575" b="0"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575" b="0"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575" b="0"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0" i="0">
                <a:solidFill>
                  <a:srgbClr val="8E1119"/>
                </a:solidFill>
                <a:latin typeface="微软雅黑" panose="020B0503020204020204" charset="-122"/>
                <a:ea typeface="微软雅黑" panose="020B0503020204020204" charset="-122"/>
                <a:cs typeface="微软雅黑" panose="020B0503020204020204" charset="-122"/>
              </a:defRPr>
            </a:pPr>
            <a:r>
              <a:rPr sz="1575" b="0" i="0">
                <a:solidFill>
                  <a:srgbClr val="8E1119"/>
                </a:solidFill>
                <a:latin typeface="微软雅黑" panose="020B0503020204020204" charset="-122"/>
                <a:ea typeface="微软雅黑" panose="020B0503020204020204" charset="-122"/>
                <a:cs typeface="微软雅黑" panose="020B0503020204020204" charset="-122"/>
              </a:rPr>
              <a:t>M₁、M₂ 任意可训练</a:t>
            </a:r>
            <a:endParaRPr sz="1575" b="0" i="0">
              <a:solidFill>
                <a:srgbClr val="8E1119"/>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8E1119"/>
                </a:solidFill>
                <a:latin typeface="微软雅黑" panose="020B0503020204020204" charset="-122"/>
                <a:ea typeface="微软雅黑" panose="020B0503020204020204" charset="-122"/>
                <a:cs typeface="微软雅黑" panose="020B0503020204020204" charset="-122"/>
              </a:defRPr>
            </a:pPr>
            <a:r>
              <a:rPr sz="1575" b="0" i="0">
                <a:solidFill>
                  <a:srgbClr val="8E1119"/>
                </a:solidFill>
                <a:latin typeface="微软雅黑" panose="020B0503020204020204" charset="-122"/>
                <a:ea typeface="微软雅黑" panose="020B0503020204020204" charset="-122"/>
                <a:cs typeface="微软雅黑" panose="020B0503020204020204" charset="-122"/>
              </a:rPr>
              <a:t>缩放尺度不同</a:t>
            </a:r>
            <a:endParaRPr sz="1575" b="0" i="0">
              <a:solidFill>
                <a:srgbClr val="8E1119"/>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8E1119"/>
                </a:solidFill>
                <a:latin typeface="微软雅黑" panose="020B0503020204020204" charset="-122"/>
                <a:ea typeface="微软雅黑" panose="020B0503020204020204" charset="-122"/>
                <a:cs typeface="微软雅黑" panose="020B0503020204020204" charset="-122"/>
              </a:defRPr>
            </a:pPr>
            <a:r>
              <a:rPr sz="1575" b="0" i="0">
                <a:solidFill>
                  <a:srgbClr val="8E1119"/>
                </a:solidFill>
                <a:latin typeface="微软雅黑" panose="020B0503020204020204" charset="-122"/>
                <a:ea typeface="微软雅黑" panose="020B0503020204020204" charset="-122"/>
                <a:cs typeface="微软雅黑" panose="020B0503020204020204" charset="-122"/>
              </a:rPr>
              <a:t>方向相互重叠</a:t>
            </a:r>
            <a:endParaRPr sz="1575" b="0" i="0">
              <a:solidFill>
                <a:srgbClr val="8E1119"/>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1123950" y="4495800"/>
            <a:ext cx="1333500" cy="400050"/>
          </a:xfrm>
          <a:prstGeom prst="roundRect">
            <a:avLst>
              <a:gd name="adj" fmla="val 19048"/>
            </a:avLst>
          </a:prstGeom>
          <a:solidFill>
            <a:srgbClr val="B5121B"/>
          </a:solidFill>
          <a:ln w="0">
            <a:noFill/>
            <a:prstDash val="solid"/>
          </a:ln>
        </p:spPr>
        <p:txBody>
          <a:bodyPr lIns="0" tIns="0" rIns="0" bIns="0" anchor="ctr"/>
          <a:lstStyle>
            <a:defPPr algn="ctr">
              <a:defRPr sz="16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FFFFFF"/>
                </a:solidFill>
                <a:latin typeface="微软雅黑" panose="020B0503020204020204" charset="-122"/>
                <a:ea typeface="微软雅黑" panose="020B0503020204020204" charset="-122"/>
                <a:cs typeface="微软雅黑" panose="020B0503020204020204" charset="-122"/>
              </a:defRPr>
            </a:pPr>
            <a:r>
              <a:rPr sz="1650" b="1" i="0">
                <a:solidFill>
                  <a:srgbClr val="FFFFFF"/>
                </a:solidFill>
                <a:latin typeface="微软雅黑" panose="020B0503020204020204" charset="-122"/>
                <a:ea typeface="微软雅黑" panose="020B0503020204020204" charset="-122"/>
                <a:cs typeface="微软雅黑" panose="020B0503020204020204" charset="-122"/>
              </a:rPr>
              <a:t>知识冲突</a:t>
            </a:r>
            <a:endParaRPr sz="16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直接连接符 12"/>
          <p:cNvSpPr>
            <a:spLocks noGrp="1"/>
          </p:cNvSpPr>
          <p:nvPr/>
        </p:nvSpPr>
        <p:spPr>
          <a:xfrm>
            <a:off x="3867150" y="2000250"/>
            <a:ext cx="0" cy="3429000"/>
          </a:xfrm>
          <a:prstGeom prst="line">
            <a:avLst/>
          </a:prstGeom>
          <a:noFill/>
          <a:ln w="19050">
            <a:solidFill>
              <a:srgbClr val="D9DCE2"/>
            </a:solidFill>
            <a:prstDash val="solid"/>
          </a:ln>
        </p:spPr>
      </p:sp>
      <p:sp>
        <p:nvSpPr>
          <p:cNvPr id="14" name="矩形 13"/>
          <p:cNvSpPr>
            <a:spLocks noGrp="1"/>
          </p:cNvSpPr>
          <p:nvPr/>
        </p:nvSpPr>
        <p:spPr>
          <a:xfrm>
            <a:off x="4524375" y="1952625"/>
            <a:ext cx="2857500" cy="361950"/>
          </a:xfrm>
          <a:prstGeom prst="rect">
            <a:avLst/>
          </a:prstGeom>
          <a:noFill/>
          <a:ln w="0">
            <a:noFill/>
            <a:prstDash val="solid"/>
          </a:ln>
        </p:spPr>
        <p:txBody>
          <a:bodyPr lIns="0" tIns="0" rIns="0" bIns="0" anchor="ctr"/>
          <a:lstStyle>
            <a:defPPr algn="ctr">
              <a:defRPr sz="1800"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1598A5"/>
                </a:solidFill>
                <a:latin typeface="微软雅黑" panose="020B0503020204020204" charset="-122"/>
                <a:ea typeface="微软雅黑" panose="020B0503020204020204" charset="-122"/>
                <a:cs typeface="微软雅黑" panose="020B0503020204020204" charset="-122"/>
              </a:defRPr>
            </a:pPr>
            <a:r>
              <a:rPr sz="1800" b="1" i="0">
                <a:solidFill>
                  <a:srgbClr val="1598A5"/>
                </a:solidFill>
                <a:latin typeface="微软雅黑" panose="020B0503020204020204" charset="-122"/>
                <a:ea typeface="微软雅黑" panose="020B0503020204020204" charset="-122"/>
                <a:cs typeface="微软雅黑" panose="020B0503020204020204" charset="-122"/>
              </a:rPr>
              <a:t>正交投影</a:t>
            </a:r>
            <a:endParaRPr sz="1800"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5" name="orthogonal-projection"/>
          <p:cNvSpPr>
            <a:spLocks noGrp="1"/>
          </p:cNvSpPr>
          <p:nvPr/>
        </p:nvSpPr>
        <p:spPr>
          <a:xfrm>
            <a:off x="4762500" y="2667000"/>
            <a:ext cx="1905000" cy="1524000"/>
          </a:xfrm>
          <a:prstGeom prst="roundRect">
            <a:avLst>
              <a:gd name="adj" fmla="val 5000"/>
            </a:avLst>
          </a:prstGeom>
          <a:solidFill>
            <a:srgbClr val="E1F2F3"/>
          </a:solidFill>
          <a:ln w="19050">
            <a:solidFill>
              <a:srgbClr val="1598A5"/>
            </a:solidFill>
            <a:prstDash val="solid"/>
          </a:ln>
        </p:spPr>
      </p:sp>
      <p:sp>
        <p:nvSpPr>
          <p:cNvPr id="16" name="矩形 15"/>
          <p:cNvSpPr>
            <a:spLocks noGrp="1"/>
          </p:cNvSpPr>
          <p:nvPr/>
        </p:nvSpPr>
        <p:spPr>
          <a:xfrm>
            <a:off x="4953000" y="2838450"/>
            <a:ext cx="1524000" cy="1143000"/>
          </a:xfrm>
          <a:prstGeom prst="rect">
            <a:avLst/>
          </a:prstGeom>
          <a:noFill/>
          <a:ln w="0">
            <a:noFill/>
            <a:prstDash val="solid"/>
          </a:ln>
        </p:spPr>
        <p:txBody>
          <a:bodyPr lIns="0" tIns="0" rIns="0" bIns="0" anchor="ctr"/>
          <a:lstStyle>
            <a:defPPr algn="ctr">
              <a:defRPr sz="1575" b="0" i="0">
                <a:solidFill>
                  <a:srgbClr val="08707A"/>
                </a:solidFill>
                <a:latin typeface="微软雅黑" panose="020B0503020204020204" charset="-122"/>
                <a:ea typeface="微软雅黑" panose="020B0503020204020204" charset="-122"/>
                <a:cs typeface="微软雅黑" panose="020B0503020204020204" charset="-122"/>
              </a:defRPr>
            </a:defPPr>
            <a:lvl1pPr algn="ctr">
              <a:defRPr sz="1575" b="0" i="0">
                <a:solidFill>
                  <a:srgbClr val="08707A"/>
                </a:solidFill>
                <a:latin typeface="微软雅黑" panose="020B0503020204020204" charset="-122"/>
                <a:ea typeface="微软雅黑" panose="020B0503020204020204" charset="-122"/>
                <a:cs typeface="微软雅黑" panose="020B0503020204020204" charset="-122"/>
              </a:defRPr>
            </a:lvl1pPr>
            <a:lvl2pPr algn="ctr">
              <a:defRPr sz="1575" b="0" i="0">
                <a:solidFill>
                  <a:srgbClr val="08707A"/>
                </a:solidFill>
                <a:latin typeface="微软雅黑" panose="020B0503020204020204" charset="-122"/>
                <a:ea typeface="微软雅黑" panose="020B0503020204020204" charset="-122"/>
                <a:cs typeface="微软雅黑" panose="020B0503020204020204" charset="-122"/>
              </a:defRPr>
            </a:lvl2pPr>
            <a:lvl3pPr algn="ctr">
              <a:defRPr sz="1575" b="0" i="0">
                <a:solidFill>
                  <a:srgbClr val="08707A"/>
                </a:solidFill>
                <a:latin typeface="微软雅黑" panose="020B0503020204020204" charset="-122"/>
                <a:ea typeface="微软雅黑" panose="020B0503020204020204" charset="-122"/>
                <a:cs typeface="微软雅黑" panose="020B0503020204020204" charset="-122"/>
              </a:defRPr>
            </a:lvl3pPr>
            <a:lvl4pPr algn="ctr">
              <a:defRPr sz="1575" b="0" i="0">
                <a:solidFill>
                  <a:srgbClr val="08707A"/>
                </a:solidFill>
                <a:latin typeface="微软雅黑" panose="020B0503020204020204" charset="-122"/>
                <a:ea typeface="微软雅黑" panose="020B0503020204020204" charset="-122"/>
                <a:cs typeface="微软雅黑" panose="020B0503020204020204" charset="-122"/>
              </a:defRPr>
            </a:lvl4pPr>
            <a:lvl5pPr algn="ctr">
              <a:defRPr sz="1575" b="0" i="0">
                <a:solidFill>
                  <a:srgbClr val="08707A"/>
                </a:solidFill>
                <a:latin typeface="微软雅黑" panose="020B0503020204020204" charset="-122"/>
                <a:ea typeface="微软雅黑" panose="020B0503020204020204" charset="-122"/>
                <a:cs typeface="微软雅黑" panose="020B0503020204020204" charset="-122"/>
              </a:defRPr>
            </a:lvl5pPr>
            <a:lvl6pPr algn="ctr">
              <a:defRPr sz="1575" b="0" i="0">
                <a:solidFill>
                  <a:srgbClr val="08707A"/>
                </a:solidFill>
                <a:latin typeface="微软雅黑" panose="020B0503020204020204" charset="-122"/>
                <a:ea typeface="微软雅黑" panose="020B0503020204020204" charset="-122"/>
                <a:cs typeface="微软雅黑" panose="020B0503020204020204" charset="-122"/>
              </a:defRPr>
            </a:lvl6pPr>
            <a:lvl7pPr algn="ctr">
              <a:defRPr sz="1575" b="0" i="0">
                <a:solidFill>
                  <a:srgbClr val="08707A"/>
                </a:solidFill>
                <a:latin typeface="微软雅黑" panose="020B0503020204020204" charset="-122"/>
                <a:ea typeface="微软雅黑" panose="020B0503020204020204" charset="-122"/>
                <a:cs typeface="微软雅黑" panose="020B0503020204020204" charset="-122"/>
              </a:defRPr>
            </a:lvl7pPr>
            <a:lvl8pPr algn="ctr">
              <a:defRPr sz="1575" b="0" i="0">
                <a:solidFill>
                  <a:srgbClr val="08707A"/>
                </a:solidFill>
                <a:latin typeface="微软雅黑" panose="020B0503020204020204" charset="-122"/>
                <a:ea typeface="微软雅黑" panose="020B0503020204020204" charset="-122"/>
                <a:cs typeface="微软雅黑" panose="020B0503020204020204" charset="-122"/>
              </a:defRPr>
            </a:lvl8pPr>
            <a:lvl9pPr algn="ctr">
              <a:defRPr sz="1575" b="0" i="0">
                <a:solidFill>
                  <a:srgbClr val="08707A"/>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0" i="0">
                <a:solidFill>
                  <a:srgbClr val="08707A"/>
                </a:solidFill>
                <a:latin typeface="微软雅黑" panose="020B0503020204020204" charset="-122"/>
                <a:ea typeface="微软雅黑" panose="020B0503020204020204" charset="-122"/>
                <a:cs typeface="微软雅黑" panose="020B0503020204020204" charset="-122"/>
              </a:defRPr>
            </a:pPr>
            <a:r>
              <a:rPr sz="1575" b="0" i="0">
                <a:solidFill>
                  <a:srgbClr val="08707A"/>
                </a:solidFill>
                <a:latin typeface="微软雅黑" panose="020B0503020204020204" charset="-122"/>
                <a:ea typeface="微软雅黑" panose="020B0503020204020204" charset="-122"/>
                <a:cs typeface="微软雅黑" panose="020B0503020204020204" charset="-122"/>
              </a:rPr>
              <a:t>MᵀM = I</a:t>
            </a:r>
            <a:endParaRPr sz="1575" b="0" i="0">
              <a:solidFill>
                <a:srgbClr val="08707A"/>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08707A"/>
                </a:solidFill>
                <a:latin typeface="微软雅黑" panose="020B0503020204020204" charset="-122"/>
                <a:ea typeface="微软雅黑" panose="020B0503020204020204" charset="-122"/>
                <a:cs typeface="微软雅黑" panose="020B0503020204020204" charset="-122"/>
              </a:defRPr>
            </a:pPr>
            <a:r>
              <a:rPr sz="1575" b="0" i="0">
                <a:solidFill>
                  <a:srgbClr val="08707A"/>
                </a:solidFill>
                <a:latin typeface="微软雅黑" panose="020B0503020204020204" charset="-122"/>
                <a:ea typeface="微软雅黑" panose="020B0503020204020204" charset="-122"/>
                <a:cs typeface="微软雅黑" panose="020B0503020204020204" charset="-122"/>
              </a:rPr>
              <a:t>保持长度与夹角</a:t>
            </a:r>
            <a:endParaRPr sz="1575" b="0" i="0">
              <a:solidFill>
                <a:srgbClr val="08707A"/>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75" b="0" i="0">
                <a:solidFill>
                  <a:srgbClr val="08707A"/>
                </a:solidFill>
                <a:latin typeface="微软雅黑" panose="020B0503020204020204" charset="-122"/>
                <a:ea typeface="微软雅黑" panose="020B0503020204020204" charset="-122"/>
                <a:cs typeface="微软雅黑" panose="020B0503020204020204" charset="-122"/>
              </a:defRPr>
            </a:pPr>
            <a:r>
              <a:rPr sz="1575" b="0" i="0">
                <a:solidFill>
                  <a:srgbClr val="08707A"/>
                </a:solidFill>
                <a:latin typeface="微软雅黑" panose="020B0503020204020204" charset="-122"/>
                <a:ea typeface="微软雅黑" panose="020B0503020204020204" charset="-122"/>
                <a:cs typeface="微软雅黑" panose="020B0503020204020204" charset="-122"/>
              </a:rPr>
              <a:t>把知识映射到分离方向</a:t>
            </a:r>
            <a:endParaRPr sz="1575" b="0" i="0">
              <a:solidFill>
                <a:srgbClr val="08707A"/>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5048250" y="4495800"/>
            <a:ext cx="1333500" cy="400050"/>
          </a:xfrm>
          <a:prstGeom prst="roundRect">
            <a:avLst>
              <a:gd name="adj" fmla="val 19048"/>
            </a:avLst>
          </a:prstGeom>
          <a:solidFill>
            <a:srgbClr val="1598A5"/>
          </a:solidFill>
          <a:ln w="0">
            <a:noFill/>
            <a:prstDash val="solid"/>
          </a:ln>
        </p:spPr>
        <p:txBody>
          <a:bodyPr lIns="0" tIns="0" rIns="0" bIns="0" anchor="ctr"/>
          <a:lstStyle>
            <a:defPPr algn="ctr">
              <a:defRPr sz="165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65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65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65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65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65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65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65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65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6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650" b="1" i="0">
                <a:solidFill>
                  <a:srgbClr val="FFFFFF"/>
                </a:solidFill>
                <a:latin typeface="微软雅黑" panose="020B0503020204020204" charset="-122"/>
                <a:ea typeface="微软雅黑" panose="020B0503020204020204" charset="-122"/>
                <a:cs typeface="微软雅黑" panose="020B0503020204020204" charset="-122"/>
              </a:defRPr>
            </a:pPr>
            <a:r>
              <a:rPr sz="1650" b="1" i="0">
                <a:solidFill>
                  <a:srgbClr val="FFFFFF"/>
                </a:solidFill>
                <a:latin typeface="微软雅黑" panose="020B0503020204020204" charset="-122"/>
                <a:ea typeface="微软雅黑" panose="020B0503020204020204" charset="-122"/>
                <a:cs typeface="微软雅黑" panose="020B0503020204020204" charset="-122"/>
              </a:rPr>
              <a:t>冲突减弱</a:t>
            </a:r>
            <a:endParaRPr sz="16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直接连接符 17"/>
          <p:cNvSpPr>
            <a:spLocks noGrp="1"/>
          </p:cNvSpPr>
          <p:nvPr/>
        </p:nvSpPr>
        <p:spPr>
          <a:xfrm>
            <a:off x="7715250" y="2000250"/>
            <a:ext cx="0" cy="3429000"/>
          </a:xfrm>
          <a:prstGeom prst="line">
            <a:avLst/>
          </a:prstGeom>
          <a:noFill/>
          <a:ln w="19050">
            <a:solidFill>
              <a:srgbClr val="D9DCE2"/>
            </a:solidFill>
            <a:prstDash val="solid"/>
          </a:ln>
        </p:spPr>
      </p:sp>
      <p:sp>
        <p:nvSpPr>
          <p:cNvPr id="19" name="矩形 18"/>
          <p:cNvSpPr>
            <a:spLocks noGrp="1"/>
          </p:cNvSpPr>
          <p:nvPr/>
        </p:nvSpPr>
        <p:spPr>
          <a:xfrm>
            <a:off x="8382000" y="1952625"/>
            <a:ext cx="2857500" cy="361950"/>
          </a:xfrm>
          <a:prstGeom prst="rect">
            <a:avLst/>
          </a:prstGeom>
          <a:noFill/>
          <a:ln w="0">
            <a:noFill/>
            <a:prstDash val="solid"/>
          </a:ln>
        </p:spPr>
        <p:txBody>
          <a:bodyPr lIns="0" tIns="0" rIns="0" bIns="0" anchor="ctr"/>
          <a:lstStyle>
            <a:defPPr algn="ctr">
              <a:defRPr sz="1800"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3577B8"/>
                </a:solidFill>
                <a:latin typeface="微软雅黑" panose="020B0503020204020204" charset="-122"/>
                <a:ea typeface="微软雅黑" panose="020B0503020204020204" charset="-122"/>
                <a:cs typeface="微软雅黑" panose="020B0503020204020204" charset="-122"/>
              </a:defRPr>
            </a:pPr>
            <a:r>
              <a:rPr sz="1800" b="1" i="0">
                <a:solidFill>
                  <a:srgbClr val="3577B8"/>
                </a:solidFill>
                <a:latin typeface="微软雅黑" panose="020B0503020204020204" charset="-122"/>
                <a:ea typeface="微软雅黑" panose="020B0503020204020204" charset="-122"/>
                <a:cs typeface="微软雅黑" panose="020B0503020204020204" charset="-122"/>
              </a:rPr>
              <a:t>几何直觉</a:t>
            </a:r>
            <a:endParaRPr sz="180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9696450" y="2762250"/>
            <a:ext cx="0" cy="1143000"/>
          </a:xfrm>
          <a:prstGeom prst="line">
            <a:avLst/>
          </a:prstGeom>
          <a:noFill/>
          <a:ln w="28575">
            <a:solidFill>
              <a:srgbClr val="222222"/>
            </a:solidFill>
            <a:prstDash val="solid"/>
          </a:ln>
        </p:spPr>
      </p:sp>
      <p:sp>
        <p:nvSpPr>
          <p:cNvPr id="21" name="直接连接符 20"/>
          <p:cNvSpPr>
            <a:spLocks noGrp="1"/>
          </p:cNvSpPr>
          <p:nvPr/>
        </p:nvSpPr>
        <p:spPr>
          <a:xfrm>
            <a:off x="9696450" y="3905250"/>
            <a:ext cx="1238250" cy="0"/>
          </a:xfrm>
          <a:prstGeom prst="line">
            <a:avLst/>
          </a:prstGeom>
          <a:noFill/>
          <a:ln w="28575">
            <a:solidFill>
              <a:srgbClr val="222222"/>
            </a:solidFill>
            <a:prstDash val="solid"/>
          </a:ln>
        </p:spPr>
      </p:sp>
      <p:sp>
        <p:nvSpPr>
          <p:cNvPr id="22" name="直接连接符 21"/>
          <p:cNvSpPr>
            <a:spLocks noGrp="1"/>
          </p:cNvSpPr>
          <p:nvPr/>
        </p:nvSpPr>
        <p:spPr>
          <a:xfrm flipV="1">
            <a:off x="9696450" y="3086100"/>
            <a:ext cx="857250" cy="819150"/>
          </a:xfrm>
          <a:prstGeom prst="line">
            <a:avLst/>
          </a:prstGeom>
          <a:noFill/>
          <a:ln w="47625">
            <a:solidFill>
              <a:srgbClr val="3577B8"/>
            </a:solidFill>
            <a:prstDash val="solid"/>
          </a:ln>
        </p:spPr>
      </p:sp>
      <p:sp>
        <p:nvSpPr>
          <p:cNvPr id="23" name="直接连接符 22"/>
          <p:cNvSpPr>
            <a:spLocks noGrp="1"/>
          </p:cNvSpPr>
          <p:nvPr/>
        </p:nvSpPr>
        <p:spPr>
          <a:xfrm>
            <a:off x="8972550" y="3028950"/>
            <a:ext cx="723900" cy="876300"/>
          </a:xfrm>
          <a:prstGeom prst="line">
            <a:avLst/>
          </a:prstGeom>
          <a:noFill/>
          <a:ln w="47625">
            <a:solidFill>
              <a:srgbClr val="1598A5"/>
            </a:solidFill>
            <a:prstDash val="solid"/>
          </a:ln>
        </p:spPr>
      </p:sp>
      <p:sp>
        <p:nvSpPr>
          <p:cNvPr id="24" name="矩形 23"/>
          <p:cNvSpPr>
            <a:spLocks noGrp="1"/>
          </p:cNvSpPr>
          <p:nvPr/>
        </p:nvSpPr>
        <p:spPr>
          <a:xfrm>
            <a:off x="8239125" y="4495800"/>
            <a:ext cx="3143250" cy="666750"/>
          </a:xfrm>
          <a:prstGeom prst="rect">
            <a:avLst/>
          </a:prstGeom>
          <a:noFill/>
          <a:ln w="0">
            <a:noFill/>
            <a:prstDash val="solid"/>
          </a:ln>
        </p:spPr>
        <p:txBody>
          <a:bodyPr lIns="0" tIns="0" rIns="0" bIns="0" anchor="ctr"/>
          <a:lstStyle>
            <a:defPPr algn="ctr">
              <a:defRPr sz="150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50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50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50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50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50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50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50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50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50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0" i="0">
                <a:solidFill>
                  <a:srgbClr val="222222"/>
                </a:solidFill>
                <a:latin typeface="微软雅黑" panose="020B0503020204020204" charset="-122"/>
                <a:ea typeface="微软雅黑" panose="020B0503020204020204" charset="-122"/>
                <a:cs typeface="微软雅黑" panose="020B0503020204020204" charset="-122"/>
              </a:defRPr>
            </a:pPr>
            <a:r>
              <a:rPr sz="1500" b="0" i="0">
                <a:solidFill>
                  <a:srgbClr val="222222"/>
                </a:solidFill>
                <a:latin typeface="微软雅黑" panose="020B0503020204020204" charset="-122"/>
                <a:ea typeface="微软雅黑" panose="020B0503020204020204" charset="-122"/>
                <a:cs typeface="微软雅黑" panose="020B0503020204020204" charset="-122"/>
              </a:rPr>
              <a:t>旋转 / 反射不改变</a:t>
            </a:r>
            <a:endParaRPr sz="1500" b="0" i="0">
              <a:solidFill>
                <a:srgbClr val="222222"/>
              </a:solidFill>
              <a:latin typeface="微软雅黑" panose="020B0503020204020204" charset="-122"/>
              <a:ea typeface="微软雅黑" panose="020B0503020204020204" charset="-122"/>
              <a:cs typeface="微软雅黑" panose="020B0503020204020204" charset="-122"/>
            </a:endParaRPr>
          </a:p>
          <a:p>
            <a:pPr algn="ctr">
              <a:lnSpc>
                <a:spcPct val="112000"/>
              </a:lnSpc>
              <a:buNone/>
              <a:defRPr sz="1500" b="0" i="0">
                <a:solidFill>
                  <a:srgbClr val="222222"/>
                </a:solidFill>
                <a:latin typeface="微软雅黑" panose="020B0503020204020204" charset="-122"/>
                <a:ea typeface="微软雅黑" panose="020B0503020204020204" charset="-122"/>
                <a:cs typeface="微软雅黑" panose="020B0503020204020204" charset="-122"/>
              </a:defRPr>
            </a:pPr>
            <a:r>
              <a:rPr sz="1500" b="0" i="0">
                <a:solidFill>
                  <a:srgbClr val="222222"/>
                </a:solidFill>
                <a:latin typeface="微软雅黑" panose="020B0503020204020204" charset="-122"/>
                <a:ea typeface="微软雅黑" panose="020B0503020204020204" charset="-122"/>
                <a:cs typeface="微软雅黑" panose="020B0503020204020204" charset="-122"/>
              </a:rPr>
              <a:t>特征之间的几何关系</a:t>
            </a:r>
            <a:endParaRPr sz="150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405255" y="5619750"/>
            <a:ext cx="9381490" cy="897255"/>
          </a:xfrm>
          <a:prstGeom prst="rect">
            <a:avLst/>
          </a:prstGeom>
          <a:noFill/>
          <a:ln w="0">
            <a:noFill/>
            <a:prstDash val="solid"/>
          </a:ln>
        </p:spPr>
        <p:txBody>
          <a:bodyPr lIns="0" tIns="0" rIns="0" bIns="0" anchor="ctr"/>
          <a:lstStyle>
            <a:defPPr algn="ctr">
              <a:defRPr sz="172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8E1119"/>
                </a:solidFill>
                <a:latin typeface="微软雅黑" panose="020B0503020204020204" charset="-122"/>
                <a:ea typeface="微软雅黑" panose="020B0503020204020204" charset="-122"/>
                <a:cs typeface="微软雅黑" panose="020B0503020204020204" charset="-122"/>
              </a:defRPr>
            </a:pPr>
            <a:r>
              <a:rPr sz="2400" b="1" i="0">
                <a:solidFill>
                  <a:srgbClr val="8E1119"/>
                </a:solidFill>
                <a:latin typeface="微软雅黑" panose="020B0503020204020204" charset="-122"/>
                <a:ea typeface="微软雅黑" panose="020B0503020204020204" charset="-122"/>
                <a:cs typeface="微软雅黑" panose="020B0503020204020204" charset="-122"/>
              </a:rPr>
              <a:t>论文用正交约束控制投影层，而不是让投影层自由扭曲特征空间</a:t>
            </a:r>
            <a:endParaRPr sz="2400"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14</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正交投影的性质</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orth-prop-0"/>
          <p:cNvSpPr>
            <a:spLocks noGrp="1"/>
          </p:cNvSpPr>
          <p:nvPr>
            <p:custDataLst>
              <p:tags r:id="rId2"/>
            </p:custDataLst>
          </p:nvPr>
        </p:nvSpPr>
        <p:spPr>
          <a:xfrm>
            <a:off x="666750" y="2047875"/>
            <a:ext cx="3352800" cy="3048000"/>
          </a:xfrm>
          <a:prstGeom prst="roundRect">
            <a:avLst>
              <a:gd name="adj" fmla="val 5625"/>
            </a:avLst>
          </a:prstGeom>
          <a:solidFill>
            <a:srgbClr val="FFFFFF"/>
          </a:solidFill>
          <a:ln w="19050">
            <a:solidFill>
              <a:srgbClr val="3577B8"/>
            </a:solidFill>
            <a:prstDash val="solid"/>
          </a:ln>
        </p:spPr>
      </p:sp>
      <p:sp>
        <p:nvSpPr>
          <p:cNvPr id="10" name="圆角矩形 9"/>
          <p:cNvSpPr>
            <a:spLocks noGrp="1"/>
          </p:cNvSpPr>
          <p:nvPr>
            <p:custDataLst>
              <p:tags r:id="rId3"/>
            </p:custDataLst>
          </p:nvPr>
        </p:nvSpPr>
        <p:spPr>
          <a:xfrm>
            <a:off x="1924050" y="1762125"/>
            <a:ext cx="838200" cy="55245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1</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custDataLst>
              <p:tags r:id="rId4"/>
            </p:custDataLst>
          </p:nvPr>
        </p:nvSpPr>
        <p:spPr>
          <a:xfrm>
            <a:off x="933450" y="2571750"/>
            <a:ext cx="2819400" cy="476250"/>
          </a:xfrm>
          <a:prstGeom prst="rect">
            <a:avLst/>
          </a:prstGeom>
          <a:noFill/>
          <a:ln w="0">
            <a:noFill/>
            <a:prstDash val="solid"/>
          </a:ln>
        </p:spPr>
        <p:txBody>
          <a:bodyPr lIns="0" tIns="0" rIns="0" bIns="0" anchor="ctr"/>
          <a:lstStyle>
            <a:defPPr algn="ctr">
              <a:defRPr sz="20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3577B8"/>
                </a:solidFill>
                <a:latin typeface="微软雅黑" panose="020B0503020204020204" charset="-122"/>
                <a:ea typeface="微软雅黑" panose="020B0503020204020204" charset="-122"/>
                <a:cs typeface="微软雅黑" panose="020B0503020204020204" charset="-122"/>
              </a:defRPr>
            </a:pPr>
            <a:r>
              <a:rPr sz="2025" b="1" i="0">
                <a:solidFill>
                  <a:srgbClr val="3577B8"/>
                </a:solidFill>
                <a:latin typeface="微软雅黑" panose="020B0503020204020204" charset="-122"/>
                <a:ea typeface="微软雅黑" panose="020B0503020204020204" charset="-122"/>
                <a:cs typeface="微软雅黑" panose="020B0503020204020204" charset="-122"/>
              </a:rPr>
              <a:t>保持长度</a:t>
            </a:r>
            <a:endParaRPr sz="20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custDataLst>
              <p:tags r:id="rId5"/>
            </p:custDataLst>
          </p:nvPr>
        </p:nvSpPr>
        <p:spPr>
          <a:xfrm>
            <a:off x="8953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800" b="0" i="0">
                <a:solidFill>
                  <a:srgbClr val="222222"/>
                </a:solidFill>
                <a:latin typeface="Cambria Math" panose="02040503050406030204"/>
                <a:ea typeface="Cambria Math" panose="02040503050406030204"/>
                <a:cs typeface="Cambria Math" panose="02040503050406030204"/>
              </a:defRPr>
            </a:defPPr>
            <a:lvl1pPr algn="ctr">
              <a:defRPr sz="1800" b="0" i="0">
                <a:solidFill>
                  <a:srgbClr val="222222"/>
                </a:solidFill>
                <a:latin typeface="Cambria Math" panose="02040503050406030204"/>
                <a:ea typeface="Cambria Math" panose="02040503050406030204"/>
                <a:cs typeface="Cambria Math" panose="02040503050406030204"/>
              </a:defRPr>
            </a:lvl1pPr>
            <a:lvl2pPr algn="ctr">
              <a:defRPr sz="1800" b="0" i="0">
                <a:solidFill>
                  <a:srgbClr val="222222"/>
                </a:solidFill>
                <a:latin typeface="Cambria Math" panose="02040503050406030204"/>
                <a:ea typeface="Cambria Math" panose="02040503050406030204"/>
                <a:cs typeface="Cambria Math" panose="02040503050406030204"/>
              </a:defRPr>
            </a:lvl2pPr>
            <a:lvl3pPr algn="ctr">
              <a:defRPr sz="1800" b="0" i="0">
                <a:solidFill>
                  <a:srgbClr val="222222"/>
                </a:solidFill>
                <a:latin typeface="Cambria Math" panose="02040503050406030204"/>
                <a:ea typeface="Cambria Math" panose="02040503050406030204"/>
                <a:cs typeface="Cambria Math" panose="02040503050406030204"/>
              </a:defRPr>
            </a:lvl3pPr>
            <a:lvl4pPr algn="ctr">
              <a:defRPr sz="1800" b="0" i="0">
                <a:solidFill>
                  <a:srgbClr val="222222"/>
                </a:solidFill>
                <a:latin typeface="Cambria Math" panose="02040503050406030204"/>
                <a:ea typeface="Cambria Math" panose="02040503050406030204"/>
                <a:cs typeface="Cambria Math" panose="02040503050406030204"/>
              </a:defRPr>
            </a:lvl4pPr>
            <a:lvl5pPr algn="ctr">
              <a:defRPr sz="1800" b="0" i="0">
                <a:solidFill>
                  <a:srgbClr val="222222"/>
                </a:solidFill>
                <a:latin typeface="Cambria Math" panose="02040503050406030204"/>
                <a:ea typeface="Cambria Math" panose="02040503050406030204"/>
                <a:cs typeface="Cambria Math" panose="02040503050406030204"/>
              </a:defRPr>
            </a:lvl5pPr>
            <a:lvl6pPr algn="ctr">
              <a:defRPr sz="1800" b="0" i="0">
                <a:solidFill>
                  <a:srgbClr val="222222"/>
                </a:solidFill>
                <a:latin typeface="Cambria Math" panose="02040503050406030204"/>
                <a:ea typeface="Cambria Math" panose="02040503050406030204"/>
                <a:cs typeface="Cambria Math" panose="02040503050406030204"/>
              </a:defRPr>
            </a:lvl6pPr>
            <a:lvl7pPr algn="ctr">
              <a:defRPr sz="1800" b="0" i="0">
                <a:solidFill>
                  <a:srgbClr val="222222"/>
                </a:solidFill>
                <a:latin typeface="Cambria Math" panose="02040503050406030204"/>
                <a:ea typeface="Cambria Math" panose="02040503050406030204"/>
                <a:cs typeface="Cambria Math" panose="02040503050406030204"/>
              </a:defRPr>
            </a:lvl7pPr>
            <a:lvl8pPr algn="ctr">
              <a:defRPr sz="1800" b="0" i="0">
                <a:solidFill>
                  <a:srgbClr val="222222"/>
                </a:solidFill>
                <a:latin typeface="Cambria Math" panose="02040503050406030204"/>
                <a:ea typeface="Cambria Math" panose="02040503050406030204"/>
                <a:cs typeface="Cambria Math" panose="02040503050406030204"/>
              </a:defRPr>
            </a:lvl8pPr>
            <a:lvl9pPr algn="ctr">
              <a:defRPr sz="1800"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800" b="0" i="0">
                <a:solidFill>
                  <a:srgbClr val="222222"/>
                </a:solidFill>
                <a:latin typeface="Cambria Math" panose="02040503050406030204"/>
                <a:ea typeface="Cambria Math" panose="02040503050406030204"/>
                <a:cs typeface="Cambria Math" panose="02040503050406030204"/>
              </a:defRPr>
            </a:pPr>
            <a:r>
              <a:rPr sz="1800" b="0" i="0">
                <a:solidFill>
                  <a:srgbClr val="222222"/>
                </a:solidFill>
                <a:latin typeface="Cambria Math" panose="02040503050406030204"/>
                <a:ea typeface="Cambria Math" panose="02040503050406030204"/>
                <a:cs typeface="Cambria Math" panose="02040503050406030204"/>
              </a:rPr>
              <a:t>‖Mz‖₂ = ‖z‖₂</a:t>
            </a:r>
            <a:endParaRPr sz="1800" b="0" i="0">
              <a:solidFill>
                <a:srgbClr val="222222"/>
              </a:solidFill>
              <a:latin typeface="Cambria Math" panose="02040503050406030204"/>
              <a:ea typeface="Cambria Math" panose="02040503050406030204"/>
              <a:cs typeface="Cambria Math" panose="02040503050406030204"/>
            </a:endParaRPr>
          </a:p>
        </p:txBody>
      </p:sp>
      <p:sp>
        <p:nvSpPr>
          <p:cNvPr id="13" name="矩形 12"/>
          <p:cNvSpPr>
            <a:spLocks noGrp="1"/>
          </p:cNvSpPr>
          <p:nvPr>
            <p:custDataLst>
              <p:tags r:id="rId6"/>
            </p:custDataLst>
          </p:nvPr>
        </p:nvSpPr>
        <p:spPr>
          <a:xfrm>
            <a:off x="1009650" y="4267200"/>
            <a:ext cx="2667000" cy="59055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避免特征幅值被任意放大或缩小</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4" name="orth-prop-1"/>
          <p:cNvSpPr>
            <a:spLocks noGrp="1"/>
          </p:cNvSpPr>
          <p:nvPr>
            <p:custDataLst>
              <p:tags r:id="rId7"/>
            </p:custDataLst>
          </p:nvPr>
        </p:nvSpPr>
        <p:spPr>
          <a:xfrm>
            <a:off x="4514850" y="2047875"/>
            <a:ext cx="3352800" cy="3048000"/>
          </a:xfrm>
          <a:prstGeom prst="roundRect">
            <a:avLst>
              <a:gd name="adj" fmla="val 5625"/>
            </a:avLst>
          </a:prstGeom>
          <a:solidFill>
            <a:srgbClr val="FFFFFF"/>
          </a:solidFill>
          <a:ln w="19050">
            <a:solidFill>
              <a:srgbClr val="1598A5"/>
            </a:solidFill>
            <a:prstDash val="solid"/>
          </a:ln>
        </p:spPr>
      </p:sp>
      <p:sp>
        <p:nvSpPr>
          <p:cNvPr id="15" name="圆角矩形 14"/>
          <p:cNvSpPr>
            <a:spLocks noGrp="1"/>
          </p:cNvSpPr>
          <p:nvPr>
            <p:custDataLst>
              <p:tags r:id="rId8"/>
            </p:custDataLst>
          </p:nvPr>
        </p:nvSpPr>
        <p:spPr>
          <a:xfrm>
            <a:off x="5772150" y="1762125"/>
            <a:ext cx="838200" cy="552450"/>
          </a:xfrm>
          <a:prstGeom prst="roundRect">
            <a:avLst>
              <a:gd name="adj" fmla="val 50000"/>
            </a:avLst>
          </a:prstGeom>
          <a:solidFill>
            <a:srgbClr val="1598A5"/>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2</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custDataLst>
              <p:tags r:id="rId9"/>
            </p:custDataLst>
          </p:nvPr>
        </p:nvSpPr>
        <p:spPr>
          <a:xfrm>
            <a:off x="4781550" y="2571750"/>
            <a:ext cx="2819400" cy="476250"/>
          </a:xfrm>
          <a:prstGeom prst="rect">
            <a:avLst/>
          </a:prstGeom>
          <a:noFill/>
          <a:ln w="0">
            <a:noFill/>
            <a:prstDash val="solid"/>
          </a:ln>
        </p:spPr>
        <p:txBody>
          <a:bodyPr lIns="0" tIns="0" rIns="0" bIns="0" anchor="ctr"/>
          <a:lstStyle>
            <a:defPPr algn="ctr">
              <a:defRPr sz="2025"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1598A5"/>
                </a:solidFill>
                <a:latin typeface="微软雅黑" panose="020B0503020204020204" charset="-122"/>
                <a:ea typeface="微软雅黑" panose="020B0503020204020204" charset="-122"/>
                <a:cs typeface="微软雅黑" panose="020B0503020204020204" charset="-122"/>
              </a:defRPr>
            </a:pPr>
            <a:r>
              <a:rPr sz="2025" b="1" i="0">
                <a:solidFill>
                  <a:srgbClr val="1598A5"/>
                </a:solidFill>
                <a:latin typeface="微软雅黑" panose="020B0503020204020204" charset="-122"/>
                <a:ea typeface="微软雅黑" panose="020B0503020204020204" charset="-122"/>
                <a:cs typeface="微软雅黑" panose="020B0503020204020204" charset="-122"/>
              </a:rPr>
              <a:t>保持夹角</a:t>
            </a:r>
            <a:endParaRPr sz="20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custDataLst>
              <p:tags r:id="rId10"/>
            </p:custDataLst>
          </p:nvPr>
        </p:nvSpPr>
        <p:spPr>
          <a:xfrm>
            <a:off x="47434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800" b="0" i="0">
                <a:solidFill>
                  <a:srgbClr val="222222"/>
                </a:solidFill>
                <a:latin typeface="Cambria Math" panose="02040503050406030204"/>
                <a:ea typeface="Cambria Math" panose="02040503050406030204"/>
                <a:cs typeface="Cambria Math" panose="02040503050406030204"/>
              </a:defRPr>
            </a:defPPr>
            <a:lvl1pPr algn="ctr">
              <a:defRPr sz="1800" b="0" i="0">
                <a:solidFill>
                  <a:srgbClr val="222222"/>
                </a:solidFill>
                <a:latin typeface="Cambria Math" panose="02040503050406030204"/>
                <a:ea typeface="Cambria Math" panose="02040503050406030204"/>
                <a:cs typeface="Cambria Math" panose="02040503050406030204"/>
              </a:defRPr>
            </a:lvl1pPr>
            <a:lvl2pPr algn="ctr">
              <a:defRPr sz="1800" b="0" i="0">
                <a:solidFill>
                  <a:srgbClr val="222222"/>
                </a:solidFill>
                <a:latin typeface="Cambria Math" panose="02040503050406030204"/>
                <a:ea typeface="Cambria Math" panose="02040503050406030204"/>
                <a:cs typeface="Cambria Math" panose="02040503050406030204"/>
              </a:defRPr>
            </a:lvl2pPr>
            <a:lvl3pPr algn="ctr">
              <a:defRPr sz="1800" b="0" i="0">
                <a:solidFill>
                  <a:srgbClr val="222222"/>
                </a:solidFill>
                <a:latin typeface="Cambria Math" panose="02040503050406030204"/>
                <a:ea typeface="Cambria Math" panose="02040503050406030204"/>
                <a:cs typeface="Cambria Math" panose="02040503050406030204"/>
              </a:defRPr>
            </a:lvl3pPr>
            <a:lvl4pPr algn="ctr">
              <a:defRPr sz="1800" b="0" i="0">
                <a:solidFill>
                  <a:srgbClr val="222222"/>
                </a:solidFill>
                <a:latin typeface="Cambria Math" panose="02040503050406030204"/>
                <a:ea typeface="Cambria Math" panose="02040503050406030204"/>
                <a:cs typeface="Cambria Math" panose="02040503050406030204"/>
              </a:defRPr>
            </a:lvl4pPr>
            <a:lvl5pPr algn="ctr">
              <a:defRPr sz="1800" b="0" i="0">
                <a:solidFill>
                  <a:srgbClr val="222222"/>
                </a:solidFill>
                <a:latin typeface="Cambria Math" panose="02040503050406030204"/>
                <a:ea typeface="Cambria Math" panose="02040503050406030204"/>
                <a:cs typeface="Cambria Math" panose="02040503050406030204"/>
              </a:defRPr>
            </a:lvl5pPr>
            <a:lvl6pPr algn="ctr">
              <a:defRPr sz="1800" b="0" i="0">
                <a:solidFill>
                  <a:srgbClr val="222222"/>
                </a:solidFill>
                <a:latin typeface="Cambria Math" panose="02040503050406030204"/>
                <a:ea typeface="Cambria Math" panose="02040503050406030204"/>
                <a:cs typeface="Cambria Math" panose="02040503050406030204"/>
              </a:defRPr>
            </a:lvl6pPr>
            <a:lvl7pPr algn="ctr">
              <a:defRPr sz="1800" b="0" i="0">
                <a:solidFill>
                  <a:srgbClr val="222222"/>
                </a:solidFill>
                <a:latin typeface="Cambria Math" panose="02040503050406030204"/>
                <a:ea typeface="Cambria Math" panose="02040503050406030204"/>
                <a:cs typeface="Cambria Math" panose="02040503050406030204"/>
              </a:defRPr>
            </a:lvl7pPr>
            <a:lvl8pPr algn="ctr">
              <a:defRPr sz="1800" b="0" i="0">
                <a:solidFill>
                  <a:srgbClr val="222222"/>
                </a:solidFill>
                <a:latin typeface="Cambria Math" panose="02040503050406030204"/>
                <a:ea typeface="Cambria Math" panose="02040503050406030204"/>
                <a:cs typeface="Cambria Math" panose="02040503050406030204"/>
              </a:defRPr>
            </a:lvl8pPr>
            <a:lvl9pPr algn="ctr">
              <a:defRPr sz="1800"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800" b="0" i="0">
                <a:solidFill>
                  <a:srgbClr val="222222"/>
                </a:solidFill>
                <a:latin typeface="Cambria Math" panose="02040503050406030204"/>
                <a:ea typeface="Cambria Math" panose="02040503050406030204"/>
                <a:cs typeface="Cambria Math" panose="02040503050406030204"/>
              </a:defRPr>
            </a:pPr>
            <a:r>
              <a:rPr sz="1800" b="0" i="0">
                <a:solidFill>
                  <a:srgbClr val="222222"/>
                </a:solidFill>
                <a:latin typeface="Cambria Math" panose="02040503050406030204"/>
                <a:ea typeface="Cambria Math" panose="02040503050406030204"/>
                <a:cs typeface="Cambria Math" panose="02040503050406030204"/>
              </a:rPr>
              <a:t>(Mz₁)ᵀ(Mz₂) = z₁ᵀz₂</a:t>
            </a:r>
            <a:endParaRPr sz="1800" b="0" i="0">
              <a:solidFill>
                <a:srgbClr val="222222"/>
              </a:solidFill>
              <a:latin typeface="Cambria Math" panose="02040503050406030204"/>
              <a:ea typeface="Cambria Math" panose="02040503050406030204"/>
              <a:cs typeface="Cambria Math" panose="02040503050406030204"/>
            </a:endParaRPr>
          </a:p>
        </p:txBody>
      </p:sp>
      <p:sp>
        <p:nvSpPr>
          <p:cNvPr id="18" name="矩形 17"/>
          <p:cNvSpPr>
            <a:spLocks noGrp="1"/>
          </p:cNvSpPr>
          <p:nvPr>
            <p:custDataLst>
              <p:tags r:id="rId11"/>
            </p:custDataLst>
          </p:nvPr>
        </p:nvSpPr>
        <p:spPr>
          <a:xfrm>
            <a:off x="4857750" y="4267200"/>
            <a:ext cx="2667000" cy="59055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保留样本间相似性与类别结构</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9" name="orth-prop-2"/>
          <p:cNvSpPr>
            <a:spLocks noGrp="1"/>
          </p:cNvSpPr>
          <p:nvPr>
            <p:custDataLst>
              <p:tags r:id="rId12"/>
            </p:custDataLst>
          </p:nvPr>
        </p:nvSpPr>
        <p:spPr>
          <a:xfrm>
            <a:off x="8362950" y="2047875"/>
            <a:ext cx="3352800" cy="3048000"/>
          </a:xfrm>
          <a:prstGeom prst="roundRect">
            <a:avLst>
              <a:gd name="adj" fmla="val 5625"/>
            </a:avLst>
          </a:prstGeom>
          <a:solidFill>
            <a:srgbClr val="FFFFFF"/>
          </a:solidFill>
          <a:ln w="19050">
            <a:solidFill>
              <a:srgbClr val="B5121B"/>
            </a:solidFill>
            <a:prstDash val="solid"/>
          </a:ln>
        </p:spPr>
      </p:sp>
      <p:sp>
        <p:nvSpPr>
          <p:cNvPr id="20" name="圆角矩形 19"/>
          <p:cNvSpPr>
            <a:spLocks noGrp="1"/>
          </p:cNvSpPr>
          <p:nvPr>
            <p:custDataLst>
              <p:tags r:id="rId13"/>
            </p:custDataLst>
          </p:nvPr>
        </p:nvSpPr>
        <p:spPr>
          <a:xfrm>
            <a:off x="9620250" y="1762125"/>
            <a:ext cx="838200" cy="552450"/>
          </a:xfrm>
          <a:prstGeom prst="roundRect">
            <a:avLst>
              <a:gd name="adj" fmla="val 50000"/>
            </a:avLst>
          </a:prstGeom>
          <a:solidFill>
            <a:srgbClr val="B5121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3</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custDataLst>
              <p:tags r:id="rId14"/>
            </p:custDataLst>
          </p:nvPr>
        </p:nvSpPr>
        <p:spPr>
          <a:xfrm>
            <a:off x="8629650" y="2571750"/>
            <a:ext cx="2819400" cy="476250"/>
          </a:xfrm>
          <a:prstGeom prst="rect">
            <a:avLst/>
          </a:prstGeom>
          <a:noFill/>
          <a:ln w="0">
            <a:noFill/>
            <a:prstDash val="solid"/>
          </a:ln>
        </p:spPr>
        <p:txBody>
          <a:bodyPr lIns="0" tIns="0" rIns="0" bIns="0" anchor="ctr"/>
          <a:lstStyle>
            <a:defPPr algn="ctr">
              <a:defRPr sz="2025"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B5121B"/>
                </a:solidFill>
                <a:latin typeface="微软雅黑" panose="020B0503020204020204" charset="-122"/>
                <a:ea typeface="微软雅黑" panose="020B0503020204020204" charset="-122"/>
                <a:cs typeface="微软雅黑" panose="020B0503020204020204" charset="-122"/>
              </a:defRPr>
            </a:pPr>
            <a:r>
              <a:rPr sz="2025" b="1" i="0">
                <a:solidFill>
                  <a:srgbClr val="B5121B"/>
                </a:solidFill>
                <a:latin typeface="微软雅黑" panose="020B0503020204020204" charset="-122"/>
                <a:ea typeface="微软雅黑" panose="020B0503020204020204" charset="-122"/>
                <a:cs typeface="微软雅黑" panose="020B0503020204020204" charset="-122"/>
              </a:rPr>
              <a:t>可梯度更新</a:t>
            </a:r>
            <a:endParaRPr sz="20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custDataLst>
              <p:tags r:id="rId15"/>
            </p:custDataLst>
          </p:nvPr>
        </p:nvSpPr>
        <p:spPr>
          <a:xfrm>
            <a:off x="8591550" y="3305175"/>
            <a:ext cx="2895600" cy="685800"/>
          </a:xfrm>
          <a:prstGeom prst="roundRect">
            <a:avLst>
              <a:gd name="adj" fmla="val 11111"/>
            </a:avLst>
          </a:prstGeom>
          <a:solidFill>
            <a:srgbClr val="F5F6F8"/>
          </a:solidFill>
          <a:ln w="0">
            <a:noFill/>
            <a:prstDash val="solid"/>
          </a:ln>
        </p:spPr>
        <p:txBody>
          <a:bodyPr lIns="0" tIns="0" rIns="0" bIns="0" anchor="ctr"/>
          <a:lstStyle>
            <a:defPPr algn="ctr">
              <a:defRPr sz="1800" b="0" i="0">
                <a:solidFill>
                  <a:srgbClr val="222222"/>
                </a:solidFill>
                <a:latin typeface="Cambria Math" panose="02040503050406030204"/>
                <a:ea typeface="Cambria Math" panose="02040503050406030204"/>
                <a:cs typeface="Cambria Math" panose="02040503050406030204"/>
              </a:defRPr>
            </a:defPPr>
            <a:lvl1pPr algn="ctr">
              <a:defRPr sz="1800" b="0" i="0">
                <a:solidFill>
                  <a:srgbClr val="222222"/>
                </a:solidFill>
                <a:latin typeface="Cambria Math" panose="02040503050406030204"/>
                <a:ea typeface="Cambria Math" panose="02040503050406030204"/>
                <a:cs typeface="Cambria Math" panose="02040503050406030204"/>
              </a:defRPr>
            </a:lvl1pPr>
            <a:lvl2pPr algn="ctr">
              <a:defRPr sz="1800" b="0" i="0">
                <a:solidFill>
                  <a:srgbClr val="222222"/>
                </a:solidFill>
                <a:latin typeface="Cambria Math" panose="02040503050406030204"/>
                <a:ea typeface="Cambria Math" panose="02040503050406030204"/>
                <a:cs typeface="Cambria Math" panose="02040503050406030204"/>
              </a:defRPr>
            </a:lvl2pPr>
            <a:lvl3pPr algn="ctr">
              <a:defRPr sz="1800" b="0" i="0">
                <a:solidFill>
                  <a:srgbClr val="222222"/>
                </a:solidFill>
                <a:latin typeface="Cambria Math" panose="02040503050406030204"/>
                <a:ea typeface="Cambria Math" panose="02040503050406030204"/>
                <a:cs typeface="Cambria Math" panose="02040503050406030204"/>
              </a:defRPr>
            </a:lvl3pPr>
            <a:lvl4pPr algn="ctr">
              <a:defRPr sz="1800" b="0" i="0">
                <a:solidFill>
                  <a:srgbClr val="222222"/>
                </a:solidFill>
                <a:latin typeface="Cambria Math" panose="02040503050406030204"/>
                <a:ea typeface="Cambria Math" panose="02040503050406030204"/>
                <a:cs typeface="Cambria Math" panose="02040503050406030204"/>
              </a:defRPr>
            </a:lvl4pPr>
            <a:lvl5pPr algn="ctr">
              <a:defRPr sz="1800" b="0" i="0">
                <a:solidFill>
                  <a:srgbClr val="222222"/>
                </a:solidFill>
                <a:latin typeface="Cambria Math" panose="02040503050406030204"/>
                <a:ea typeface="Cambria Math" panose="02040503050406030204"/>
                <a:cs typeface="Cambria Math" panose="02040503050406030204"/>
              </a:defRPr>
            </a:lvl5pPr>
            <a:lvl6pPr algn="ctr">
              <a:defRPr sz="1800" b="0" i="0">
                <a:solidFill>
                  <a:srgbClr val="222222"/>
                </a:solidFill>
                <a:latin typeface="Cambria Math" panose="02040503050406030204"/>
                <a:ea typeface="Cambria Math" panose="02040503050406030204"/>
                <a:cs typeface="Cambria Math" panose="02040503050406030204"/>
              </a:defRPr>
            </a:lvl6pPr>
            <a:lvl7pPr algn="ctr">
              <a:defRPr sz="1800" b="0" i="0">
                <a:solidFill>
                  <a:srgbClr val="222222"/>
                </a:solidFill>
                <a:latin typeface="Cambria Math" panose="02040503050406030204"/>
                <a:ea typeface="Cambria Math" panose="02040503050406030204"/>
                <a:cs typeface="Cambria Math" panose="02040503050406030204"/>
              </a:defRPr>
            </a:lvl7pPr>
            <a:lvl8pPr algn="ctr">
              <a:defRPr sz="1800" b="0" i="0">
                <a:solidFill>
                  <a:srgbClr val="222222"/>
                </a:solidFill>
                <a:latin typeface="Cambria Math" panose="02040503050406030204"/>
                <a:ea typeface="Cambria Math" panose="02040503050406030204"/>
                <a:cs typeface="Cambria Math" panose="02040503050406030204"/>
              </a:defRPr>
            </a:lvl8pPr>
            <a:lvl9pPr algn="ctr">
              <a:defRPr sz="1800"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800" b="0" i="0">
                <a:solidFill>
                  <a:srgbClr val="222222"/>
                </a:solidFill>
                <a:latin typeface="Cambria Math" panose="02040503050406030204"/>
                <a:ea typeface="Cambria Math" panose="02040503050406030204"/>
                <a:cs typeface="Cambria Math" panose="02040503050406030204"/>
              </a:defRPr>
            </a:pPr>
            <a:r>
              <a:rPr sz="1800" b="0" i="0">
                <a:solidFill>
                  <a:srgbClr val="222222"/>
                </a:solidFill>
                <a:latin typeface="Cambria Math" panose="02040503050406030204"/>
                <a:ea typeface="Cambria Math" panose="02040503050406030204"/>
                <a:cs typeface="Cambria Math" panose="02040503050406030204"/>
              </a:rPr>
              <a:t>M ∈ St(n,d)</a:t>
            </a:r>
            <a:endParaRPr sz="1800" b="0" i="0">
              <a:solidFill>
                <a:srgbClr val="222222"/>
              </a:solidFill>
              <a:latin typeface="Cambria Math" panose="02040503050406030204"/>
              <a:ea typeface="Cambria Math" panose="02040503050406030204"/>
              <a:cs typeface="Cambria Math" panose="02040503050406030204"/>
            </a:endParaRPr>
          </a:p>
        </p:txBody>
      </p:sp>
      <p:sp>
        <p:nvSpPr>
          <p:cNvPr id="23" name="矩形 22"/>
          <p:cNvSpPr>
            <a:spLocks noGrp="1"/>
          </p:cNvSpPr>
          <p:nvPr>
            <p:custDataLst>
              <p:tags r:id="rId16"/>
            </p:custDataLst>
          </p:nvPr>
        </p:nvSpPr>
        <p:spPr>
          <a:xfrm>
            <a:off x="8705850" y="4267200"/>
            <a:ext cx="2667000" cy="59055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列正交矩阵位于 Stiefel 流形，可参与反向传播</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1252220" y="5467350"/>
            <a:ext cx="9687560" cy="880110"/>
          </a:xfrm>
          <a:prstGeom prst="roundRect">
            <a:avLst>
              <a:gd name="adj" fmla="val 16667"/>
            </a:avLst>
          </a:prstGeom>
          <a:solidFill>
            <a:srgbClr val="FFF7F7"/>
          </a:solidFill>
          <a:ln w="0">
            <a:noFill/>
            <a:prstDash val="solid"/>
          </a:ln>
        </p:spPr>
        <p:txBody>
          <a:bodyPr lIns="0" tIns="0" rIns="0" bIns="0" anchor="ctr"/>
          <a:lstStyle>
            <a:defPPr algn="ctr">
              <a:defRPr sz="1500"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500"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500"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500"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500"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500"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500"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500"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500"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500"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00" b="1" i="0">
                <a:solidFill>
                  <a:srgbClr val="8E1119"/>
                </a:solidFill>
                <a:latin typeface="微软雅黑" panose="020B0503020204020204" charset="-122"/>
                <a:ea typeface="微软雅黑" panose="020B0503020204020204" charset="-122"/>
                <a:cs typeface="微软雅黑" panose="020B0503020204020204" charset="-122"/>
              </a:defRPr>
            </a:pPr>
            <a:r>
              <a:rPr sz="2000" b="1" i="0">
                <a:solidFill>
                  <a:srgbClr val="8E1119"/>
                </a:solidFill>
                <a:latin typeface="微软雅黑" panose="020B0503020204020204" charset="-122"/>
                <a:ea typeface="微软雅黑" panose="020B0503020204020204" charset="-122"/>
                <a:cs typeface="微软雅黑" panose="020B0503020204020204" charset="-122"/>
              </a:rPr>
              <a:t>这些性质解释了“为什么正交约束可能有效”</a:t>
            </a:r>
            <a:r>
              <a:rPr lang="zh-CN" sz="2000" b="1" i="0">
                <a:solidFill>
                  <a:srgbClr val="8E1119"/>
                </a:solidFill>
                <a:latin typeface="微软雅黑" panose="020B0503020204020204" charset="-122"/>
                <a:ea typeface="微软雅黑" panose="020B0503020204020204" charset="-122"/>
                <a:cs typeface="微软雅黑" panose="020B0503020204020204" charset="-122"/>
              </a:rPr>
              <a:t>➡</a:t>
            </a:r>
            <a:r>
              <a:rPr lang="en-US" altLang="zh-CN" sz="2000" b="1" i="0">
                <a:solidFill>
                  <a:srgbClr val="8E1119"/>
                </a:solidFill>
                <a:latin typeface="微软雅黑" panose="020B0503020204020204" charset="-122"/>
                <a:ea typeface="微软雅黑" panose="020B0503020204020204" charset="-122"/>
                <a:cs typeface="微软雅黑" panose="020B0503020204020204" charset="-122"/>
              </a:rPr>
              <a:t> </a:t>
            </a:r>
            <a:r>
              <a:rPr lang="zh-CN" altLang="en-US" sz="2000" b="1" i="0">
                <a:solidFill>
                  <a:srgbClr val="8E1119"/>
                </a:solidFill>
                <a:latin typeface="微软雅黑" panose="020B0503020204020204" charset="-122"/>
                <a:ea typeface="微软雅黑" panose="020B0503020204020204" charset="-122"/>
                <a:cs typeface="微软雅黑" panose="020B0503020204020204" charset="-122"/>
              </a:rPr>
              <a:t>提供稳定的线性对齐空间</a:t>
            </a:r>
            <a:endParaRPr lang="zh-CN" altLang="en-US" sz="2000"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master-cover"/>
          <p:cNvSpPr>
            <a:spLocks noGrp="1"/>
          </p:cNvSpPr>
          <p:nvPr/>
        </p:nvSpPr>
        <p:spPr>
          <a:xfrm>
            <a:off x="0" y="0"/>
            <a:ext cx="12192000" cy="6858000"/>
          </a:xfrm>
          <a:prstGeom prst="rect">
            <a:avLst/>
          </a:prstGeom>
          <a:solidFill>
            <a:srgbClr val="FFFFFF"/>
          </a:solidFill>
          <a:ln w="0">
            <a:noFill/>
            <a:prstDash val="solid"/>
          </a:ln>
        </p:spPr>
        <p:txBody>
          <a:bodyPr/>
          <a:p>
            <a:endParaRPr lang="zh-CN" altLang="en-US"/>
          </a:p>
        </p:txBody>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15</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反对称矩阵参数化</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10" name="圆角矩形 9"/>
              <p:cNvSpPr>
                <a:spLocks noGrp="1"/>
              </p:cNvSpPr>
              <p:nvPr/>
            </p:nvSpPr>
            <p:spPr>
              <a:xfrm>
                <a:off x="1047115" y="3560445"/>
                <a:ext cx="9954260" cy="1187450"/>
              </a:xfrm>
              <a:prstGeom prst="roundRect">
                <a:avLst>
                  <a:gd name="adj" fmla="val 12000"/>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5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b>
                        <m:sSubPr>
                          <m:ctrlPr>
                            <a:rPr/>
                          </m:ctrlPr>
                        </m:sSubPr>
                        <m:e>
                          <m:r>
                            <a:rPr lang="en-US" altLang="zh-CN" b="0" i="0">
                              <a:solidFill>
                                <a:srgbClr val="222222"/>
                              </a:solidFill>
                              <a:latin typeface="Cambria Math" panose="02040503050406030204" charset="0"/>
                              <a:ea typeface="Cambria Math" panose="02040503050406030204"/>
                              <a:cs typeface="Cambria Math" panose="02040503050406030204" charset="0"/>
                            </a:rPr>
                            <m:t>𝑊</m:t>
                          </m:r>
                        </m:e>
                        <m:sub>
                          <m:r>
                            <a:rPr lang="en-US" altLang="zh-CN"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b="0" i="0">
                          <a:solidFill>
                            <a:srgbClr val="222222"/>
                          </a:solidFill>
                          <a:latin typeface="Cambria Math" panose="02040503050406030204" charset="0"/>
                          <a:ea typeface="Cambria Math" panose="02040503050406030204"/>
                          <a:cs typeface="Cambria Math" panose="02040503050406030204" charset="0"/>
                        </a:rPr>
                        <m:t>=−</m:t>
                      </m:r>
                      <m:sSubSup>
                        <m:sSubSupPr>
                          <m:ctrlPr>
                            <a:rPr/>
                          </m:ctrlPr>
                        </m:sSubSupPr>
                        <m:e>
                          <m:r>
                            <a:rPr lang="en-US" altLang="zh-CN" b="0" i="0">
                              <a:solidFill>
                                <a:srgbClr val="222222"/>
                              </a:solidFill>
                              <a:latin typeface="Cambria Math" panose="02040503050406030204" charset="0"/>
                              <a:ea typeface="Cambria Math" panose="02040503050406030204"/>
                              <a:cs typeface="Cambria Math" panose="02040503050406030204" charset="0"/>
                            </a:rPr>
                            <m:t>𝑊</m:t>
                          </m:r>
                        </m:e>
                        <m:sub>
                          <m:r>
                            <a:rPr lang="en-US" altLang="zh-CN"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b="0" i="0">
                              <a:solidFill>
                                <a:srgbClr val="222222"/>
                              </a:solidFill>
                              <a:latin typeface="Cambria Math" panose="02040503050406030204" charset="0"/>
                              <a:ea typeface="Cambria Math" panose="02040503050406030204"/>
                              <a:cs typeface="Cambria Math" panose="02040503050406030204" charset="0"/>
                            </a:rPr>
                            <m:t>𝑇</m:t>
                          </m:r>
                        </m:sup>
                      </m:sSubSup>
                    </m:oMath>
                  </m:oMathPara>
                </a14:m>
                <a:endParaRPr lang="en-US" altLang="zh-CN" sz="1725" b="0" i="0">
                  <a:solidFill>
                    <a:srgbClr val="222222"/>
                  </a:solidFill>
                  <a:latin typeface="Cambria Math" panose="02040503050406030204" charset="0"/>
                  <a:ea typeface="Cambria Math" panose="02040503050406030204"/>
                  <a:cs typeface="Cambria Math" panose="02040503050406030204" charset="0"/>
                </a:endParaRPr>
              </a:p>
              <a:p>
                <a:pPr algn="ctr">
                  <a:lnSpc>
                    <a:spcPct val="15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p>
                        <m:sSupPr>
                          <m:ctrlPr>
                            <a:rPr/>
                          </m:ctrlPr>
                        </m:sSupPr>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e>
                        <m:sup>
                          <m:r>
                            <a:rPr lang="en-US" altLang="zh-CN" sz="1725" b="0" i="0">
                              <a:solidFill>
                                <a:srgbClr val="222222"/>
                              </a:solidFill>
                              <a:latin typeface="Cambria Math" panose="02040503050406030204" charset="0"/>
                              <a:ea typeface="Cambria Math" panose="02040503050406030204"/>
                              <a:cs typeface="Cambria Math" panose="02040503050406030204" charset="0"/>
                            </a:rPr>
                            <m:t>𝑇</m:t>
                          </m:r>
                        </m:sup>
                      </m:s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m:rPr>
                          <m:sty m:val="p"/>
                        </m:rPr>
                        <a:rPr lang="en-US" altLang="zh-CN" sz="1725" b="0" i="0">
                          <a:solidFill>
                            <a:srgbClr val="222222"/>
                          </a:solidFill>
                          <a:latin typeface="Cambria Math" panose="02040503050406030204" charset="0"/>
                          <a:ea typeface="Cambria Math" panose="02040503050406030204" charset="0"/>
                          <a:cs typeface="Cambria Math" panose="02040503050406030204" charset="0"/>
                        </a:rPr>
                        <m:t>exp</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sSubSup>
                        <m:sSubSupPr>
                          <m:ctrlPr>
                            <a:rPr/>
                          </m:ctrlPr>
                        </m:sSubSupPr>
                        <m:e>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𝑇</m:t>
                          </m:r>
                        </m:sup>
                      </m:sSubSup>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m:t>
                      </m:r>
                      <m:r>
                        <a:rPr lang="en-US" altLang="zh-CN" sz="1725" b="0" i="0">
                          <a:solidFill>
                            <a:srgbClr val="222222"/>
                          </a:solidFill>
                          <a:latin typeface="Cambria Math" panose="02040503050406030204" charset="0"/>
                          <a:ea typeface="Cambria Math" panose="02040503050406030204" charset="0"/>
                          <a:cs typeface="Cambria Math" panose="02040503050406030204" charset="0"/>
                        </a:rPr>
                        <m:t>𝐼</m:t>
                      </m:r>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0" name="圆角矩形 9"/>
              <p:cNvSpPr>
                <a:spLocks noRot="1" noChangeAspect="1" noMove="1" noResize="1" noEditPoints="1" noAdjustHandles="1" noChangeArrowheads="1" noChangeShapeType="1" noTextEdit="1"/>
              </p:cNvSpPr>
              <p:nvPr/>
            </p:nvSpPr>
            <p:spPr>
              <a:xfrm>
                <a:off x="1047115" y="3560445"/>
                <a:ext cx="9954260" cy="1187450"/>
              </a:xfrm>
              <a:prstGeom prst="roundRect">
                <a:avLst>
                  <a:gd name="adj" fmla="val 12000"/>
                </a:avLst>
              </a:prstGeom>
              <a:blipFill rotWithShape="1">
                <a:blip r:embed="rId2"/>
                <a:stretch>
                  <a:fillRect l="-51" t="-428" r="-45" b="-374"/>
                </a:stretch>
              </a:blipFill>
              <a:ln w="9525">
                <a:solidFill>
                  <a:srgbClr val="D9DCE2"/>
                </a:solidFill>
                <a:prstDash val="solid"/>
              </a:ln>
            </p:spPr>
            <p:txBody>
              <a:bodyPr/>
              <a:lstStyle/>
              <a:p>
                <a:r>
                  <a:rPr lang="zh-CN" altLang="en-US">
                    <a:noFill/>
                  </a:rPr>
                  <a:t> </a:t>
                </a:r>
              </a:p>
            </p:txBody>
          </p:sp>
        </mc:Fallback>
      </mc:AlternateContent>
      <p:sp>
        <p:nvSpPr>
          <p:cNvPr id="11" name="矩形 10"/>
          <p:cNvSpPr>
            <a:spLocks noGrp="1"/>
          </p:cNvSpPr>
          <p:nvPr/>
        </p:nvSpPr>
        <p:spPr>
          <a:xfrm>
            <a:off x="10639425" y="404939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(7)</a:t>
            </a:r>
            <a:endParaRPr sz="1050" b="0" i="0">
              <a:solidFill>
                <a:srgbClr val="5B5B5B"/>
              </a:solidFill>
              <a:latin typeface="Alibaba Sans Medium"/>
              <a:ea typeface="Alibaba Sans Medium"/>
              <a:cs typeface="Alibaba Sans Medium"/>
            </a:endParaRPr>
          </a:p>
        </p:txBody>
      </p:sp>
      <mc:AlternateContent xmlns:mc="http://schemas.openxmlformats.org/markup-compatibility/2006">
        <mc:Choice xmlns:a14="http://schemas.microsoft.com/office/drawing/2010/main" Requires="a14">
          <p:sp>
            <p:nvSpPr>
              <p:cNvPr id="12" name="圆角矩形 11"/>
              <p:cNvSpPr>
                <a:spLocks noGrp="1"/>
              </p:cNvSpPr>
              <p:nvPr/>
            </p:nvSpPr>
            <p:spPr>
              <a:xfrm>
                <a:off x="1047750" y="4941570"/>
                <a:ext cx="9953625" cy="800100"/>
              </a:xfrm>
              <a:prstGeom prst="roundRect">
                <a:avLst>
                  <a:gd name="adj" fmla="val 14286"/>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exp</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𝐼</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2</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2</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3</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3</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r>
                        <a:rPr lang="en-US" altLang="zh-CN" sz="1725" b="0" i="0">
                          <a:solidFill>
                            <a:srgbClr val="222222"/>
                          </a:solidFill>
                          <a:latin typeface="Cambria Math" panose="02040503050406030204" charset="0"/>
                          <a:ea typeface="Cambria Math" panose="02040503050406030204"/>
                          <a:cs typeface="Cambria Math" panose="02040503050406030204" charset="0"/>
                        </a:rPr>
                        <m:t>+⋯+</m:t>
                      </m:r>
                      <m:f>
                        <m:fPr>
                          <m:ctrlPr>
                            <a:rPr/>
                          </m:ctrlPr>
                        </m:fPr>
                        <m:num>
                          <m:sSubSup>
                            <m:sSubSupPr>
                              <m:ctrlPr>
                                <a:rPr/>
                              </m:ctrlPr>
                            </m:sSubSupPr>
                            <m:e>
                              <m:r>
                                <a:rPr lang="en-US" altLang="zh-CN" sz="1725" b="0" i="0">
                                  <a:solidFill>
                                    <a:srgbClr val="222222"/>
                                  </a:solidFill>
                                  <a:latin typeface="Cambria Math" panose="02040503050406030204" charset="0"/>
                                  <a:ea typeface="Cambria Math" panose="02040503050406030204"/>
                                  <a:cs typeface="Cambria Math" panose="02040503050406030204" charset="0"/>
                                </a:rPr>
                                <m:t>𝑊</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𝑛</m:t>
                              </m:r>
                            </m:sup>
                          </m:sSubSup>
                        </m:num>
                        <m:den>
                          <m:r>
                            <a:rPr lang="en-US" altLang="zh-CN" sz="1725" b="0" i="0">
                              <a:solidFill>
                                <a:srgbClr val="222222"/>
                              </a:solidFill>
                              <a:latin typeface="Cambria Math" panose="02040503050406030204" charset="0"/>
                              <a:ea typeface="Cambria Math" panose="02040503050406030204"/>
                              <a:cs typeface="Cambria Math" panose="02040503050406030204" charset="0"/>
                            </a:rPr>
                            <m:t>𝑛</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den>
                      </m:f>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2" name="圆角矩形 11"/>
              <p:cNvSpPr>
                <a:spLocks noRot="1" noChangeAspect="1" noMove="1" noResize="1" noEditPoints="1" noAdjustHandles="1" noChangeArrowheads="1" noChangeShapeType="1" noTextEdit="1"/>
              </p:cNvSpPr>
              <p:nvPr/>
            </p:nvSpPr>
            <p:spPr>
              <a:xfrm>
                <a:off x="1047750" y="4941570"/>
                <a:ext cx="9953625" cy="800100"/>
              </a:xfrm>
              <a:prstGeom prst="roundRect">
                <a:avLst>
                  <a:gd name="adj" fmla="val 14286"/>
                </a:avLst>
              </a:prstGeom>
              <a:blipFill rotWithShape="1">
                <a:blip r:embed="rId3"/>
                <a:stretch>
                  <a:fillRect l="-51" t="-635" r="-45" b="-556"/>
                </a:stretch>
              </a:blipFill>
              <a:ln w="9525">
                <a:solidFill>
                  <a:srgbClr val="D9DCE2"/>
                </a:solidFill>
                <a:prstDash val="solid"/>
              </a:ln>
            </p:spPr>
            <p:txBody>
              <a:bodyPr/>
              <a:lstStyle/>
              <a:p>
                <a:r>
                  <a:rPr lang="zh-CN" altLang="en-US">
                    <a:noFill/>
                  </a:rPr>
                  <a:t> </a:t>
                </a:r>
              </a:p>
            </p:txBody>
          </p:sp>
        </mc:Fallback>
      </mc:AlternateContent>
      <p:sp>
        <p:nvSpPr>
          <p:cNvPr id="13" name="矩形 12"/>
          <p:cNvSpPr>
            <a:spLocks noGrp="1"/>
          </p:cNvSpPr>
          <p:nvPr/>
        </p:nvSpPr>
        <p:spPr>
          <a:xfrm>
            <a:off x="10600055" y="523684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(8)</a:t>
            </a:r>
            <a:endParaRPr sz="1050" b="0" i="0">
              <a:solidFill>
                <a:srgbClr val="5B5B5B"/>
              </a:solidFill>
              <a:latin typeface="Alibaba Sans Medium"/>
              <a:ea typeface="Alibaba Sans Medium"/>
              <a:cs typeface="Alibaba Sans Medium"/>
            </a:endParaRPr>
          </a:p>
        </p:txBody>
      </p:sp>
      <p:pic>
        <p:nvPicPr>
          <p:cNvPr id="31" name="图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28" name="圆角矩形 27"/>
          <p:cNvSpPr>
            <a:spLocks noGrp="1"/>
          </p:cNvSpPr>
          <p:nvPr/>
        </p:nvSpPr>
        <p:spPr>
          <a:xfrm>
            <a:off x="581025" y="2118360"/>
            <a:ext cx="552450" cy="55245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①</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1247775" y="2099310"/>
            <a:ext cx="1714500" cy="32385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初始化</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0" name="矩形 29"/>
              <p:cNvSpPr>
                <a:spLocks noGrp="1"/>
              </p:cNvSpPr>
              <p:nvPr/>
            </p:nvSpPr>
            <p:spPr>
              <a:xfrm>
                <a:off x="1247775" y="2470785"/>
                <a:ext cx="1924050" cy="55245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14:m>
                  <m:oMath xmlns:m="http://schemas.openxmlformats.org/officeDocument/2006/math">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oMath>
                </a14:m>
                <a:r>
                  <a:rPr sz="1275" b="0" i="0">
                    <a:solidFill>
                      <a:srgbClr val="5B5B5B"/>
                    </a:solidFill>
                    <a:latin typeface="微软雅黑" panose="020B0503020204020204" charset="-122"/>
                    <a:ea typeface="微软雅黑" panose="020B0503020204020204" charset="-122"/>
                    <a:cs typeface="微软雅黑" panose="020B0503020204020204" charset="-122"/>
                  </a:rPr>
                  <a:t>随机初始化</a:t>
                </a:r>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mc:Choice>
        <mc:Fallback>
          <p:sp>
            <p:nvSpPr>
              <p:cNvPr id="30" name="矩形 29"/>
              <p:cNvSpPr>
                <a:spLocks noRot="1" noChangeAspect="1" noMove="1" noResize="1" noEditPoints="1" noAdjustHandles="1" noChangeArrowheads="1" noChangeShapeType="1" noTextEdit="1"/>
              </p:cNvSpPr>
              <p:nvPr/>
            </p:nvSpPr>
            <p:spPr>
              <a:xfrm>
                <a:off x="1247775" y="2470785"/>
                <a:ext cx="1924050" cy="552450"/>
              </a:xfrm>
              <a:prstGeom prst="rect">
                <a:avLst/>
              </a:prstGeom>
              <a:blipFill rotWithShape="1">
                <a:blip r:embed="rId5"/>
                <a:stretch>
                  <a:fillRect/>
                </a:stretch>
              </a:blipFill>
              <a:ln w="0">
                <a:noFill/>
                <a:prstDash val="solid"/>
              </a:ln>
            </p:spPr>
            <p:txBody>
              <a:bodyPr/>
              <a:lstStyle/>
              <a:p>
                <a:r>
                  <a:rPr lang="zh-CN" altLang="en-US">
                    <a:noFill/>
                  </a:rPr>
                  <a:t> </a:t>
                </a:r>
              </a:p>
            </p:txBody>
          </p:sp>
        </mc:Fallback>
      </mc:AlternateContent>
      <p:sp>
        <p:nvSpPr>
          <p:cNvPr id="32" name="圆角矩形 31"/>
          <p:cNvSpPr>
            <a:spLocks noGrp="1"/>
          </p:cNvSpPr>
          <p:nvPr/>
        </p:nvSpPr>
        <p:spPr>
          <a:xfrm>
            <a:off x="3438525" y="2118360"/>
            <a:ext cx="552450" cy="55245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②</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4105275" y="2099310"/>
            <a:ext cx="1714500" cy="32385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反对称化</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4" name="矩形 33"/>
              <p:cNvSpPr>
                <a:spLocks noGrp="1"/>
              </p:cNvSpPr>
              <p:nvPr/>
            </p:nvSpPr>
            <p:spPr>
              <a:xfrm>
                <a:off x="4105275" y="2470785"/>
                <a:ext cx="1924050" cy="55245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约束 </a:t>
                </a:r>
                <a14:m>
                  <m:oMath xmlns:m="http://schemas.openxmlformats.org/officeDocument/2006/math">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sSubSup>
                      <m:sSubSupPr>
                        <m:ctrlPr>
                          <a:rPr/>
                        </m:ctrlPr>
                      </m:sSubSup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up>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𝑇</m:t>
                        </m:r>
                      </m:sup>
                    </m:sSubSup>
                  </m:oMath>
                </a14:m>
                <a:endParaRPr lang="en-US" sz="1275" b="0" i="0">
                  <a:solidFill>
                    <a:srgbClr val="5B5B5B"/>
                  </a:solidFill>
                  <a:latin typeface="Cambria Math" panose="02040503050406030204" charset="0"/>
                  <a:ea typeface="微软雅黑" panose="020B0503020204020204" charset="-122"/>
                  <a:cs typeface="Cambria Math" panose="02040503050406030204" charset="0"/>
                </a:endParaRPr>
              </a:p>
            </p:txBody>
          </p:sp>
        </mc:Choice>
        <mc:Fallback>
          <p:sp>
            <p:nvSpPr>
              <p:cNvPr id="34" name="矩形 33"/>
              <p:cNvSpPr>
                <a:spLocks noRot="1" noChangeAspect="1" noMove="1" noResize="1" noEditPoints="1" noAdjustHandles="1" noChangeArrowheads="1" noChangeShapeType="1" noTextEdit="1"/>
              </p:cNvSpPr>
              <p:nvPr/>
            </p:nvSpPr>
            <p:spPr>
              <a:xfrm>
                <a:off x="4105275" y="2470785"/>
                <a:ext cx="1924050" cy="552450"/>
              </a:xfrm>
              <a:prstGeom prst="rect">
                <a:avLst/>
              </a:prstGeom>
              <a:blipFill rotWithShape="1">
                <a:blip r:embed="rId6"/>
                <a:stretch>
                  <a:fillRect/>
                </a:stretch>
              </a:blipFill>
              <a:ln w="0">
                <a:noFill/>
                <a:prstDash val="solid"/>
              </a:ln>
            </p:spPr>
            <p:txBody>
              <a:bodyPr/>
              <a:lstStyle/>
              <a:p>
                <a:r>
                  <a:rPr lang="zh-CN" altLang="en-US">
                    <a:noFill/>
                  </a:rPr>
                  <a:t> </a:t>
                </a:r>
              </a:p>
            </p:txBody>
          </p:sp>
        </mc:Fallback>
      </mc:AlternateContent>
      <p:sp>
        <p:nvSpPr>
          <p:cNvPr id="35" name="圆角矩形 34"/>
          <p:cNvSpPr>
            <a:spLocks noGrp="1"/>
          </p:cNvSpPr>
          <p:nvPr/>
        </p:nvSpPr>
        <p:spPr>
          <a:xfrm>
            <a:off x="6296025" y="2118360"/>
            <a:ext cx="552450" cy="552450"/>
          </a:xfrm>
          <a:prstGeom prst="roundRect">
            <a:avLst>
              <a:gd name="adj" fmla="val 50000"/>
            </a:avLst>
          </a:prstGeom>
          <a:solidFill>
            <a:srgbClr val="B5121B"/>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③</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6962775" y="2099310"/>
            <a:ext cx="1714500" cy="323850"/>
          </a:xfrm>
          <a:prstGeom prst="rect">
            <a:avLst/>
          </a:prstGeom>
          <a:noFill/>
          <a:ln w="0">
            <a:noFill/>
            <a:prstDash val="solid"/>
          </a:ln>
        </p:spPr>
        <p:txBody>
          <a:bodyPr lIns="0" tIns="0" rIns="0" bIns="0" anchor="ctr"/>
          <a:lstStyle>
            <a:defPPr algn="l">
              <a:defRPr sz="1575"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575"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B5121B"/>
                </a:solidFill>
                <a:latin typeface="微软雅黑" panose="020B0503020204020204" charset="-122"/>
                <a:ea typeface="微软雅黑" panose="020B0503020204020204" charset="-122"/>
                <a:cs typeface="微软雅黑" panose="020B0503020204020204" charset="-122"/>
              </a:defRPr>
            </a:pPr>
            <a:r>
              <a:rPr sz="1575" b="1" i="0">
                <a:solidFill>
                  <a:srgbClr val="B5121B"/>
                </a:solidFill>
                <a:latin typeface="微软雅黑" panose="020B0503020204020204" charset="-122"/>
                <a:ea typeface="微软雅黑" panose="020B0503020204020204" charset="-122"/>
                <a:cs typeface="微软雅黑" panose="020B0503020204020204" charset="-122"/>
              </a:rPr>
              <a:t>矩阵指数</a:t>
            </a:r>
            <a:endParaRPr sz="1575" b="1" i="0">
              <a:solidFill>
                <a:srgbClr val="B5121B"/>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37" name="矩形 36"/>
              <p:cNvSpPr>
                <a:spLocks noGrp="1"/>
              </p:cNvSpPr>
              <p:nvPr/>
            </p:nvSpPr>
            <p:spPr>
              <a:xfrm>
                <a:off x="6962775" y="2470785"/>
                <a:ext cx="1924050" cy="55245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截断泰勒级数近似 </a:t>
                </a:r>
                <a14:m>
                  <m:oMath xmlns:m="http://schemas.openxmlformats.org/officeDocument/2006/math">
                    <m:r>
                      <m:rPr>
                        <m:sty m:val="p"/>
                      </m:rPr>
                      <a:rPr lang="en-US" altLang="zh-CN" sz="1275" b="0" i="0">
                        <a:solidFill>
                          <a:srgbClr val="5B5B5B"/>
                        </a:solidFill>
                        <a:latin typeface="Cambria Math" panose="02040503050406030204" charset="0"/>
                        <a:ea typeface="Cambria Math" panose="02040503050406030204" charset="-122"/>
                        <a:cs typeface="Cambria Math" panose="02040503050406030204" charset="0"/>
                      </a:rPr>
                      <m:t>exp</m:t>
                    </m:r>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sSub>
                      <m:sSubPr>
                        <m:ctrlPr>
                          <a:rPr/>
                        </m:ctrlPr>
                      </m:sSubPr>
                      <m:e>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𝑊</m:t>
                        </m:r>
                      </m:e>
                      <m: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𝑑</m:t>
                        </m:r>
                      </m:sub>
                    </m:sSub>
                    <m:r>
                      <a:rPr lang="en-US" altLang="zh-CN" sz="1275" b="0" i="0">
                        <a:solidFill>
                          <a:srgbClr val="5B5B5B"/>
                        </a:solidFill>
                        <a:latin typeface="Cambria Math" panose="02040503050406030204" charset="0"/>
                        <a:ea typeface="Cambria Math" panose="02040503050406030204" charset="-122"/>
                        <a:cs typeface="Cambria Math" panose="02040503050406030204" charset="0"/>
                      </a:rPr>
                      <m:t>)</m:t>
                    </m:r>
                  </m:oMath>
                </a14:m>
                <a:endParaRPr lang="en-US" sz="1275" b="0" i="0">
                  <a:solidFill>
                    <a:srgbClr val="5B5B5B"/>
                  </a:solidFill>
                  <a:latin typeface="Cambria Math" panose="02040503050406030204" charset="0"/>
                  <a:ea typeface="微软雅黑" panose="020B0503020204020204" charset="-122"/>
                  <a:cs typeface="Cambria Math" panose="02040503050406030204" charset="0"/>
                </a:endParaRPr>
              </a:p>
            </p:txBody>
          </p:sp>
        </mc:Choice>
        <mc:Fallback>
          <p:sp>
            <p:nvSpPr>
              <p:cNvPr id="37" name="矩形 36"/>
              <p:cNvSpPr>
                <a:spLocks noRot="1" noChangeAspect="1" noMove="1" noResize="1" noEditPoints="1" noAdjustHandles="1" noChangeArrowheads="1" noChangeShapeType="1" noTextEdit="1"/>
              </p:cNvSpPr>
              <p:nvPr/>
            </p:nvSpPr>
            <p:spPr>
              <a:xfrm>
                <a:off x="6962775" y="2470785"/>
                <a:ext cx="1924050" cy="552450"/>
              </a:xfrm>
              <a:prstGeom prst="rect">
                <a:avLst/>
              </a:prstGeom>
              <a:blipFill rotWithShape="1">
                <a:blip r:embed="rId7"/>
                <a:stretch>
                  <a:fillRect/>
                </a:stretch>
              </a:blipFill>
              <a:ln w="0">
                <a:noFill/>
                <a:prstDash val="solid"/>
              </a:ln>
            </p:spPr>
            <p:txBody>
              <a:bodyPr/>
              <a:lstStyle/>
              <a:p>
                <a:r>
                  <a:rPr lang="zh-CN" altLang="en-US">
                    <a:noFill/>
                  </a:rPr>
                  <a:t> </a:t>
                </a:r>
              </a:p>
            </p:txBody>
          </p:sp>
        </mc:Fallback>
      </mc:AlternateContent>
      <p:sp>
        <p:nvSpPr>
          <p:cNvPr id="38" name="圆角矩形 37"/>
          <p:cNvSpPr>
            <a:spLocks noGrp="1"/>
          </p:cNvSpPr>
          <p:nvPr/>
        </p:nvSpPr>
        <p:spPr>
          <a:xfrm>
            <a:off x="9153525" y="2118360"/>
            <a:ext cx="552450" cy="552450"/>
          </a:xfrm>
          <a:prstGeom prst="roundRect">
            <a:avLst>
              <a:gd name="adj" fmla="val 50000"/>
            </a:avLst>
          </a:prstGeom>
          <a:solidFill>
            <a:srgbClr val="3577B8"/>
          </a:solidFill>
          <a:ln w="0">
            <a:noFill/>
            <a:prstDash val="solid"/>
          </a:ln>
        </p:spPr>
        <p:txBody>
          <a:bodyPr lIns="0" tIns="0" rIns="0" bIns="0" anchor="ctr"/>
          <a:lstStyle>
            <a:defPPr algn="ctr">
              <a:defRPr sz="202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02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02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02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02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02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02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02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02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02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025" b="1" i="0">
                <a:solidFill>
                  <a:srgbClr val="FFFFFF"/>
                </a:solidFill>
                <a:latin typeface="微软雅黑" panose="020B0503020204020204" charset="-122"/>
                <a:ea typeface="微软雅黑" panose="020B0503020204020204" charset="-122"/>
                <a:cs typeface="微软雅黑" panose="020B0503020204020204" charset="-122"/>
              </a:defRPr>
            </a:pPr>
            <a:r>
              <a:rPr sz="2025" b="1" i="0">
                <a:solidFill>
                  <a:srgbClr val="FFFFFF"/>
                </a:solidFill>
                <a:latin typeface="微软雅黑" panose="020B0503020204020204" charset="-122"/>
                <a:ea typeface="微软雅黑" panose="020B0503020204020204" charset="-122"/>
                <a:cs typeface="微软雅黑" panose="020B0503020204020204" charset="-122"/>
              </a:rPr>
              <a:t>④</a:t>
            </a:r>
            <a:endParaRPr sz="20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矩形 38"/>
          <p:cNvSpPr>
            <a:spLocks noGrp="1"/>
          </p:cNvSpPr>
          <p:nvPr/>
        </p:nvSpPr>
        <p:spPr>
          <a:xfrm>
            <a:off x="9820275" y="2099310"/>
            <a:ext cx="1714500" cy="323850"/>
          </a:xfrm>
          <a:prstGeom prst="rect">
            <a:avLst/>
          </a:prstGeom>
          <a:noFill/>
          <a:ln w="0">
            <a:noFill/>
            <a:prstDash val="solid"/>
          </a:ln>
        </p:spPr>
        <p:txBody>
          <a:bodyPr lIns="0" tIns="0" rIns="0" bIns="0" anchor="ctr"/>
          <a:lstStyle>
            <a:defPPr algn="l">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截取列</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40" name="矩形 39"/>
              <p:cNvSpPr>
                <a:spLocks noGrp="1"/>
              </p:cNvSpPr>
              <p:nvPr/>
            </p:nvSpPr>
            <p:spPr>
              <a:xfrm>
                <a:off x="9820275" y="2470785"/>
                <a:ext cx="1924050" cy="552450"/>
              </a:xfrm>
              <a:prstGeom prst="rect">
                <a:avLst/>
              </a:prstGeom>
              <a:noFill/>
              <a:ln w="0">
                <a:noFill/>
                <a:prstDash val="solid"/>
              </a:ln>
            </p:spPr>
            <p:txBody>
              <a:bodyPr lIns="0" tIns="0" rIns="0" bIns="0" anchor="ctr"/>
              <a:lstStyle>
                <a:defPPr algn="l">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l">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l">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l">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l">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l">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l">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l">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l">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l">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275" b="0" i="0">
                    <a:solidFill>
                      <a:srgbClr val="5B5B5B"/>
                    </a:solidFill>
                    <a:latin typeface="微软雅黑" panose="020B0503020204020204" charset="-122"/>
                    <a:ea typeface="微软雅黑" panose="020B0503020204020204" charset="-122"/>
                    <a:cs typeface="微软雅黑" panose="020B0503020204020204" charset="-122"/>
                  </a:rPr>
                  <a:t>按目标维度得到</a:t>
                </a:r>
                <a14:m>
                  <m:oMath xmlns:m="http://schemas.openxmlformats.org/officeDocument/2006/math">
                    <m:sSub>
                      <m:sSubPr>
                        <m:ctrlPr>
                          <a:rPr/>
                        </m:ctrlPr>
                      </m:sSubPr>
                      <m:e>
                        <m:r>
                          <a:rPr lang="en-US" sz="1275" b="0" i="0">
                            <a:solidFill>
                              <a:srgbClr val="5B5B5B"/>
                            </a:solidFill>
                            <a:latin typeface="Cambria Math" panose="02040503050406030204" charset="0"/>
                            <a:ea typeface="Cambria Math" panose="02040503050406030204" charset="-122"/>
                            <a:cs typeface="Cambria Math" panose="02040503050406030204" charset="0"/>
                          </a:rPr>
                          <m:t>𝑀</m:t>
                        </m:r>
                      </m:e>
                      <m:sub>
                        <m:r>
                          <a:rPr lang="en-US" sz="1275" b="0" i="0">
                            <a:solidFill>
                              <a:srgbClr val="5B5B5B"/>
                            </a:solidFill>
                            <a:latin typeface="Cambria Math" panose="02040503050406030204" charset="0"/>
                            <a:ea typeface="Cambria Math" panose="02040503050406030204" charset="-122"/>
                            <a:cs typeface="Cambria Math" panose="02040503050406030204" charset="0"/>
                          </a:rPr>
                          <m:t>𝑑</m:t>
                        </m:r>
                      </m:sub>
                    </m:sSub>
                  </m:oMath>
                </a14:m>
                <a:endParaRPr sz="1275" b="0" i="0">
                  <a:solidFill>
                    <a:srgbClr val="5B5B5B"/>
                  </a:solidFill>
                  <a:latin typeface="微软雅黑" panose="020B0503020204020204" charset="-122"/>
                  <a:ea typeface="微软雅黑" panose="020B0503020204020204" charset="-122"/>
                  <a:cs typeface="微软雅黑" panose="020B0503020204020204" charset="-122"/>
                </a:endParaRPr>
              </a:p>
            </p:txBody>
          </p:sp>
        </mc:Choice>
        <mc:Fallback>
          <p:sp>
            <p:nvSpPr>
              <p:cNvPr id="40" name="矩形 39"/>
              <p:cNvSpPr>
                <a:spLocks noRot="1" noChangeAspect="1" noMove="1" noResize="1" noEditPoints="1" noAdjustHandles="1" noChangeArrowheads="1" noChangeShapeType="1" noTextEdit="1"/>
              </p:cNvSpPr>
              <p:nvPr/>
            </p:nvSpPr>
            <p:spPr>
              <a:xfrm>
                <a:off x="9820275" y="2470785"/>
                <a:ext cx="1924050" cy="552450"/>
              </a:xfrm>
              <a:prstGeom prst="rect">
                <a:avLst/>
              </a:prstGeom>
              <a:blipFill rotWithShape="1">
                <a:blip r:embed="rId8"/>
                <a:stretch>
                  <a:fillRect/>
                </a:stretch>
              </a:blipFill>
              <a:ln w="0">
                <a:noFill/>
                <a:prstDash val="solid"/>
              </a:ln>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20" name="直接箭头连接符 19"/>
          <p:cNvCxnSpPr>
            <a:stCxn id="15" idx="3"/>
            <a:endCxn id="17" idx="1"/>
          </p:cNvCxnSpPr>
          <p:nvPr/>
        </p:nvCxnSpPr>
        <p:spPr>
          <a:xfrm>
            <a:off x="5420360" y="5048250"/>
            <a:ext cx="1115060" cy="0"/>
          </a:xfrm>
          <a:prstGeom prst="straightConnector1">
            <a:avLst/>
          </a:prstGeom>
          <a:ln w="28575">
            <a:solidFill>
              <a:srgbClr val="B5121B"/>
            </a:solidFill>
            <a:prstDash val="dash"/>
            <a:tailEnd type="triangle" w="sm" len="sm"/>
          </a:ln>
        </p:spPr>
      </p:cxnSp>
      <p:cxnSp>
        <p:nvCxnSpPr>
          <p:cNvPr id="19" name="直接箭头连接符 18"/>
          <p:cNvCxnSpPr>
            <a:stCxn id="13" idx="3"/>
            <a:endCxn id="15" idx="1"/>
          </p:cNvCxnSpPr>
          <p:nvPr/>
        </p:nvCxnSpPr>
        <p:spPr>
          <a:xfrm>
            <a:off x="2305050" y="5048250"/>
            <a:ext cx="1115060" cy="0"/>
          </a:xfrm>
          <a:prstGeom prst="straightConnector1">
            <a:avLst/>
          </a:prstGeom>
          <a:ln w="28575">
            <a:solidFill>
              <a:srgbClr val="3577B8"/>
            </a:solidFill>
            <a:prstDash val="solid"/>
            <a:tailEnd type="triangle" w="sm" len="sm"/>
          </a:ln>
        </p:spPr>
      </p:cxnSp>
      <p:sp>
        <p:nvSpPr>
          <p:cNvPr id="2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16</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多架构特征蒸馏</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mc:AlternateContent xmlns:mc="http://schemas.openxmlformats.org/markup-compatibility/2006">
        <mc:Choice xmlns:a14="http://schemas.microsoft.com/office/drawing/2010/main" Requires="a14">
          <p:sp>
            <p:nvSpPr>
              <p:cNvPr id="9" name="圆角矩形 8"/>
              <p:cNvSpPr>
                <a:spLocks noGrp="1"/>
              </p:cNvSpPr>
              <p:nvPr/>
            </p:nvSpPr>
            <p:spPr>
              <a:xfrm>
                <a:off x="1143000" y="1790700"/>
                <a:ext cx="9906000" cy="685800"/>
              </a:xfrm>
              <a:prstGeom prst="roundRect">
                <a:avLst>
                  <a:gd name="adj" fmla="val 16667"/>
                </a:avLst>
              </a:prstGeom>
              <a:solidFill>
                <a:srgbClr val="FBFBFC"/>
              </a:solidFill>
              <a:ln w="9525">
                <a:solidFill>
                  <a:srgbClr val="D9DCE2"/>
                </a:solidFill>
                <a:prstDash val="solid"/>
              </a:ln>
            </p:spPr>
            <p:txBody>
              <a:bodyPr lIns="152400" tIns="95250" rIns="152400" bIns="9525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p>
                        <m:sSupPr>
                          <m:ctrlPr>
                            <a:rPr/>
                          </m:ctrlPr>
                        </m:sSupPr>
                        <m:e>
                          <m:r>
                            <a:rPr lang="en-US" altLang="zh-CN" sz="1725" b="0" i="0">
                              <a:solidFill>
                                <a:srgbClr val="222222"/>
                              </a:solidFill>
                              <a:latin typeface="Cambria Math" panose="02040503050406030204" charset="0"/>
                              <a:ea typeface="Cambria Math" panose="02040503050406030204"/>
                              <a:cs typeface="Cambria Math" panose="02040503050406030204" charset="0"/>
                            </a:rPr>
                            <m:t>𝑆</m:t>
                          </m:r>
                        </m:e>
                        <m:sup>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p>
                      </m:sSup>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𝑑</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𝑍</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r>
                        <a:rPr lang="en-US" altLang="zh-CN" sz="1725" b="0" i="0">
                          <a:solidFill>
                            <a:srgbClr val="222222"/>
                          </a:solidFill>
                          <a:latin typeface="Cambria Math" panose="02040503050406030204" charset="0"/>
                          <a:ea typeface="Cambria Math" panose="02040503050406030204"/>
                          <a:cs typeface="Cambria Math" panose="02040503050406030204" charset="0"/>
                        </a:rPr>
                        <m:t>𝑍</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9" name="圆角矩形 8"/>
              <p:cNvSpPr>
                <a:spLocks noRot="1" noChangeAspect="1" noMove="1" noResize="1" noEditPoints="1" noAdjustHandles="1" noChangeArrowheads="1" noChangeShapeType="1" noTextEdit="1"/>
              </p:cNvSpPr>
              <p:nvPr/>
            </p:nvSpPr>
            <p:spPr>
              <a:xfrm>
                <a:off x="1143000" y="1790700"/>
                <a:ext cx="9906000" cy="685800"/>
              </a:xfrm>
              <a:prstGeom prst="roundRect">
                <a:avLst>
                  <a:gd name="adj" fmla="val 16667"/>
                </a:avLst>
              </a:prstGeom>
              <a:blipFill rotWithShape="1">
                <a:blip r:embed="rId2"/>
                <a:stretch>
                  <a:fillRect l="-51" t="-741" r="-45" b="-648"/>
                </a:stretch>
              </a:blipFill>
              <a:ln w="9525">
                <a:solidFill>
                  <a:srgbClr val="D9DCE2"/>
                </a:solidFill>
                <a:prstDash val="solid"/>
              </a:ln>
            </p:spPr>
            <p:txBody>
              <a:bodyPr/>
              <a:lstStyle/>
              <a:p>
                <a:r>
                  <a:rPr lang="zh-CN" altLang="en-US">
                    <a:noFill/>
                  </a:rPr>
                  <a:t> </a:t>
                </a:r>
              </a:p>
            </p:txBody>
          </p:sp>
        </mc:Fallback>
      </mc:AlternateContent>
      <p:sp>
        <p:nvSpPr>
          <p:cNvPr id="10" name="矩形 9"/>
          <p:cNvSpPr>
            <a:spLocks noGrp="1"/>
          </p:cNvSpPr>
          <p:nvPr/>
        </p:nvSpPr>
        <p:spPr>
          <a:xfrm>
            <a:off x="10687050" y="2032000"/>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(6)</a:t>
            </a:r>
            <a:endParaRPr sz="1050" b="0" i="0">
              <a:solidFill>
                <a:srgbClr val="5B5B5B"/>
              </a:solidFill>
              <a:latin typeface="Alibaba Sans Medium"/>
              <a:ea typeface="Alibaba Sans Medium"/>
              <a:cs typeface="Alibaba Sans Medium"/>
            </a:endParaRPr>
          </a:p>
        </p:txBody>
      </p:sp>
      <mc:AlternateContent xmlns:mc="http://schemas.openxmlformats.org/markup-compatibility/2006">
        <mc:Choice xmlns:a14="http://schemas.microsoft.com/office/drawing/2010/main" Requires="a14">
          <p:sp>
            <p:nvSpPr>
              <p:cNvPr id="11" name="圆角矩形 10"/>
              <p:cNvSpPr>
                <a:spLocks noGrp="1"/>
              </p:cNvSpPr>
              <p:nvPr/>
            </p:nvSpPr>
            <p:spPr>
              <a:xfrm>
                <a:off x="1143000" y="2800350"/>
                <a:ext cx="9906000" cy="1114425"/>
              </a:xfrm>
              <a:prstGeom prst="roundRect">
                <a:avLst>
                  <a:gd name="adj" fmla="val 13636"/>
                </a:avLst>
              </a:prstGeom>
              <a:solidFill>
                <a:srgbClr val="FBFBFC"/>
              </a:solidFill>
              <a:ln w="9525">
                <a:solidFill>
                  <a:srgbClr val="D9DCE2"/>
                </a:solidFill>
                <a:prstDash val="solid"/>
              </a:ln>
            </p:spPr>
            <p:txBody>
              <a:bodyPr lIns="152400" tIns="20000" rIns="152400" bIns="20000" anchor="ctr"/>
              <a:lstStyle>
                <a:defPPr algn="ctr">
                  <a:defRPr sz="1725" b="0" i="0">
                    <a:solidFill>
                      <a:srgbClr val="222222"/>
                    </a:solidFill>
                    <a:latin typeface="Cambria Math" panose="02040503050406030204"/>
                    <a:ea typeface="Cambria Math" panose="02040503050406030204"/>
                    <a:cs typeface="Cambria Math" panose="02040503050406030204"/>
                  </a:defRPr>
                </a:defPPr>
                <a:lvl1pPr algn="ctr">
                  <a:defRPr sz="1725" b="0" i="0">
                    <a:solidFill>
                      <a:srgbClr val="222222"/>
                    </a:solidFill>
                    <a:latin typeface="Cambria Math" panose="02040503050406030204"/>
                    <a:ea typeface="Cambria Math" panose="02040503050406030204"/>
                    <a:cs typeface="Cambria Math" panose="02040503050406030204"/>
                  </a:defRPr>
                </a:lvl1pPr>
                <a:lvl2pPr algn="ctr">
                  <a:defRPr sz="1725" b="0" i="0">
                    <a:solidFill>
                      <a:srgbClr val="222222"/>
                    </a:solidFill>
                    <a:latin typeface="Cambria Math" panose="02040503050406030204"/>
                    <a:ea typeface="Cambria Math" panose="02040503050406030204"/>
                    <a:cs typeface="Cambria Math" panose="02040503050406030204"/>
                  </a:defRPr>
                </a:lvl2pPr>
                <a:lvl3pPr algn="ctr">
                  <a:defRPr sz="1725" b="0" i="0">
                    <a:solidFill>
                      <a:srgbClr val="222222"/>
                    </a:solidFill>
                    <a:latin typeface="Cambria Math" panose="02040503050406030204"/>
                    <a:ea typeface="Cambria Math" panose="02040503050406030204"/>
                    <a:cs typeface="Cambria Math" panose="02040503050406030204"/>
                  </a:defRPr>
                </a:lvl3pPr>
                <a:lvl4pPr algn="ctr">
                  <a:defRPr sz="1725" b="0" i="0">
                    <a:solidFill>
                      <a:srgbClr val="222222"/>
                    </a:solidFill>
                    <a:latin typeface="Cambria Math" panose="02040503050406030204"/>
                    <a:ea typeface="Cambria Math" panose="02040503050406030204"/>
                    <a:cs typeface="Cambria Math" panose="02040503050406030204"/>
                  </a:defRPr>
                </a:lvl4pPr>
                <a:lvl5pPr algn="ctr">
                  <a:defRPr sz="1725" b="0" i="0">
                    <a:solidFill>
                      <a:srgbClr val="222222"/>
                    </a:solidFill>
                    <a:latin typeface="Cambria Math" panose="02040503050406030204"/>
                    <a:ea typeface="Cambria Math" panose="02040503050406030204"/>
                    <a:cs typeface="Cambria Math" panose="02040503050406030204"/>
                  </a:defRPr>
                </a:lvl5pPr>
                <a:lvl6pPr algn="ctr">
                  <a:defRPr sz="1725" b="0" i="0">
                    <a:solidFill>
                      <a:srgbClr val="222222"/>
                    </a:solidFill>
                    <a:latin typeface="Cambria Math" panose="02040503050406030204"/>
                    <a:ea typeface="Cambria Math" panose="02040503050406030204"/>
                    <a:cs typeface="Cambria Math" panose="02040503050406030204"/>
                  </a:defRPr>
                </a:lvl6pPr>
                <a:lvl7pPr algn="ctr">
                  <a:defRPr sz="1725" b="0" i="0">
                    <a:solidFill>
                      <a:srgbClr val="222222"/>
                    </a:solidFill>
                    <a:latin typeface="Cambria Math" panose="02040503050406030204"/>
                    <a:ea typeface="Cambria Math" panose="02040503050406030204"/>
                    <a:cs typeface="Cambria Math" panose="02040503050406030204"/>
                  </a:defRPr>
                </a:lvl7pPr>
                <a:lvl8pPr algn="ctr">
                  <a:defRPr sz="1725" b="0" i="0">
                    <a:solidFill>
                      <a:srgbClr val="222222"/>
                    </a:solidFill>
                    <a:latin typeface="Cambria Math" panose="02040503050406030204"/>
                    <a:ea typeface="Cambria Math" panose="02040503050406030204"/>
                    <a:cs typeface="Cambria Math" panose="02040503050406030204"/>
                  </a:defRPr>
                </a:lvl8pPr>
                <a:lvl9pPr algn="ctr">
                  <a:defRPr sz="1725" b="0" i="0">
                    <a:solidFill>
                      <a:srgbClr val="222222"/>
                    </a:solidFill>
                    <a:latin typeface="Cambria Math" panose="02040503050406030204"/>
                    <a:ea typeface="Cambria Math" panose="02040503050406030204"/>
                    <a:cs typeface="Cambria Math" panose="02040503050406030204"/>
                  </a:defRPr>
                </a:lvl9pPr>
              </a:lstStyle>
              <a:p>
                <a:pPr algn="ctr">
                  <a:lnSpc>
                    <a:spcPct val="112000"/>
                  </a:lnSpc>
                  <a:buNone/>
                  <a:defRPr sz="1725" b="0" i="0">
                    <a:solidFill>
                      <a:srgbClr val="222222"/>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limLow>
                        <m:limLowPr>
                          <m:ctrlPr>
                            <a:rPr/>
                          </m:ctrlPr>
                        </m:limLowPr>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min</m:t>
                          </m:r>
                        </m:e>
                        <m:lim>
                          <m:r>
                            <a:rPr lang="en-US" altLang="zh-CN" sz="1725" b="0" i="0">
                              <a:solidFill>
                                <a:srgbClr val="222222"/>
                              </a:solidFill>
                              <a:latin typeface="Cambria Math" panose="02040503050406030204" charset="0"/>
                              <a:ea typeface="Cambria Math" panose="02040503050406030204"/>
                              <a:cs typeface="Cambria Math" panose="02040503050406030204" charset="0"/>
                            </a:rPr>
                            <m:t>𝑤</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2</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𝑚</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lim>
                      </m:limLow>
                      <m:r>
                        <a:rPr lang="en-US" altLang="zh-CN" sz="1725" b="0" i="0">
                          <a:solidFill>
                            <a:srgbClr val="222222"/>
                          </a:solidFill>
                          <a:latin typeface="Cambria Math" panose="02040503050406030204" charset="0"/>
                          <a:ea typeface="Cambria Math" panose="02040503050406030204"/>
                          <a:cs typeface="Cambria Math" panose="02040503050406030204" charset="0"/>
                        </a:rPr>
                        <m:t> </m:t>
                      </m:r>
                      <m:f>
                        <m:fPr>
                          <m:ctrlPr>
                            <a:rPr/>
                          </m:ctrlPr>
                        </m:fPr>
                        <m:num>
                          <m:r>
                            <a:rPr lang="en-US" altLang="zh-CN" sz="1725" b="0" i="0">
                              <a:solidFill>
                                <a:srgbClr val="222222"/>
                              </a:solidFill>
                              <a:latin typeface="Cambria Math" panose="02040503050406030204" charset="0"/>
                              <a:ea typeface="Cambria Math" panose="02040503050406030204"/>
                              <a:cs typeface="Cambria Math" panose="02040503050406030204" charset="0"/>
                            </a:rPr>
                            <m:t>1</m:t>
                          </m:r>
                        </m:num>
                        <m:den>
                          <m:r>
                            <a:rPr lang="en-US" altLang="zh-CN" sz="1725" b="0" i="0">
                              <a:solidFill>
                                <a:srgbClr val="222222"/>
                              </a:solidFill>
                              <a:latin typeface="Cambria Math" panose="02040503050406030204" charset="0"/>
                              <a:ea typeface="Cambria Math" panose="02040503050406030204"/>
                              <a:cs typeface="Cambria Math" panose="02040503050406030204" charset="0"/>
                            </a:rPr>
                            <m:t>𝑚</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1</m:t>
                          </m:r>
                        </m:den>
                      </m:f>
                      <m:nary>
                        <m:naryPr>
                          <m:chr m:val="∑"/>
                          <m:limLoc m:val="undOvr"/>
                          <m:ctrlPr>
                            <a:rPr/>
                          </m:ctrlPr>
                        </m:naryPr>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2</m:t>
                          </m:r>
                        </m:sub>
                        <m:sup>
                          <m:r>
                            <a:rPr lang="en-US" altLang="zh-CN" sz="1725" b="0" i="0">
                              <a:solidFill>
                                <a:srgbClr val="222222"/>
                              </a:solidFill>
                              <a:latin typeface="Cambria Math" panose="02040503050406030204" charset="0"/>
                              <a:ea typeface="Cambria Math" panose="02040503050406030204"/>
                              <a:cs typeface="Cambria Math" panose="02040503050406030204" charset="0"/>
                            </a:rPr>
                            <m:t>𝑚</m:t>
                          </m:r>
                        </m:sup>
                        <m:e>
                          <m:r>
                            <m:rPr>
                              <m:sty m:val="p"/>
                            </m:rPr>
                            <a:rPr lang="en-US" altLang="zh-CN" sz="1725" b="0" i="0">
                              <a:solidFill>
                                <a:srgbClr val="222222"/>
                              </a:solidFill>
                              <a:latin typeface="Cambria Math" panose="02040503050406030204" charset="0"/>
                              <a:ea typeface="Cambria Math" panose="02040503050406030204"/>
                              <a:cs typeface="Cambria Math" panose="02040503050406030204" charset="0"/>
                            </a:rPr>
                            <m:t>KL</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sSub>
                            <m:sSubPr>
                              <m:ctrlPr>
                                <a:rPr/>
                              </m:ctrlPr>
                            </m:sSubPr>
                            <m:e>
                              <m:r>
                                <a:rPr lang="en-US" altLang="zh-CN" sz="1725" b="0" i="0">
                                  <a:solidFill>
                                    <a:srgbClr val="222222"/>
                                  </a:solidFill>
                                  <a:latin typeface="Cambria Math" panose="02040503050406030204" charset="0"/>
                                  <a:ea typeface="Cambria Math" panose="02040503050406030204"/>
                                  <a:cs typeface="Cambria Math" panose="02040503050406030204" charset="0"/>
                                </a:rPr>
                                <m:t>𝑀</m:t>
                              </m:r>
                            </m:e>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𝑤𝑥</m:t>
                          </m:r>
                          <m:r>
                            <a:rPr lang="en-US" altLang="zh-CN" sz="1725" b="0" i="0">
                              <a:solidFill>
                                <a:srgbClr val="222222"/>
                              </a:solidFill>
                              <a:latin typeface="Cambria Math" panose="02040503050406030204" charset="0"/>
                              <a:ea typeface="Cambria Math" panose="02040503050406030204"/>
                              <a:cs typeface="Cambria Math" panose="02040503050406030204" charset="0"/>
                            </a:rPr>
                            <m:t>)</m:t>
                          </m:r>
                          <m:r>
                            <a:rPr lang="en-US" altLang="zh-CN" sz="1725" b="0" i="0">
                              <a:solidFill>
                                <a:srgbClr val="222222"/>
                              </a:solidFill>
                              <a:latin typeface="Cambria Math" panose="02040503050406030204" charset="0"/>
                              <a:ea typeface="Cambria Math" panose="02040503050406030204"/>
                              <a:cs typeface="Cambria Math" panose="02040503050406030204" charset="0"/>
                            </a:rPr>
                            <m:t>, </m:t>
                          </m:r>
                          <m:sSub>
                            <m:sSubPr>
                              <m:ctrlPr>
                                <a:rPr/>
                              </m:ctrlPr>
                            </m:sSubPr>
                            <m:e>
                              <m:acc>
                                <m:accPr>
                                  <m:chr m:val="̅"/>
                                  <m:ctrlPr>
                                    <a:rPr/>
                                  </m:ctrlPr>
                                </m:accPr>
                                <m:e>
                                  <m:r>
                                    <a:rPr lang="en-US" altLang="zh-CN" sz="1725" b="0" i="0">
                                      <a:solidFill>
                                        <a:srgbClr val="222222"/>
                                      </a:solidFill>
                                      <a:latin typeface="Cambria Math" panose="02040503050406030204" charset="0"/>
                                      <a:ea typeface="Cambria Math" panose="02040503050406030204"/>
                                      <a:cs typeface="Cambria Math" panose="02040503050406030204" charset="0"/>
                                    </a:rPr>
                                    <m:t>𝑒</m:t>
                                  </m:r>
                                </m:e>
                              </m:acc>
                            </m:e>
                            <m:sub>
                              <m:r>
                                <a:rPr lang="en-US" altLang="zh-CN" sz="1725" b="0" i="0">
                                  <a:solidFill>
                                    <a:srgbClr val="222222"/>
                                  </a:solidFill>
                                  <a:latin typeface="Cambria Math" panose="02040503050406030204" charset="0"/>
                                  <a:ea typeface="Cambria Math" panose="02040503050406030204"/>
                                  <a:cs typeface="Cambria Math" panose="02040503050406030204" charset="0"/>
                                </a:rPr>
                                <m:t>𝑖</m:t>
                              </m:r>
                            </m:sub>
                          </m:sSub>
                          <m:r>
                            <a:rPr lang="en-US" altLang="zh-CN" sz="1725" b="0" i="0">
                              <a:solidFill>
                                <a:srgbClr val="222222"/>
                              </a:solidFill>
                              <a:latin typeface="Cambria Math" panose="02040503050406030204" charset="0"/>
                              <a:ea typeface="Cambria Math" panose="02040503050406030204"/>
                              <a:cs typeface="Cambria Math" panose="02040503050406030204" charset="0"/>
                            </a:rPr>
                            <m:t>)</m:t>
                          </m:r>
                        </m:e>
                      </m:nary>
                    </m:oMath>
                  </m:oMathPara>
                </a14:m>
                <a:endParaRPr lang="en-US" sz="1725" b="0" i="0">
                  <a:solidFill>
                    <a:srgbClr val="222222"/>
                  </a:solidFill>
                  <a:latin typeface="Cambria Math" panose="02040503050406030204" charset="0"/>
                  <a:ea typeface="Cambria Math" panose="02040503050406030204"/>
                  <a:cs typeface="Cambria Math" panose="02040503050406030204" charset="0"/>
                </a:endParaRPr>
              </a:p>
            </p:txBody>
          </p:sp>
        </mc:Choice>
        <mc:Fallback>
          <p:sp>
            <p:nvSpPr>
              <p:cNvPr id="11" name="圆角矩形 10"/>
              <p:cNvSpPr>
                <a:spLocks noRot="1" noChangeAspect="1" noMove="1" noResize="1" noEditPoints="1" noAdjustHandles="1" noChangeArrowheads="1" noChangeShapeType="1" noTextEdit="1"/>
              </p:cNvSpPr>
              <p:nvPr/>
            </p:nvSpPr>
            <p:spPr>
              <a:xfrm>
                <a:off x="1143000" y="2800350"/>
                <a:ext cx="9906000" cy="1114425"/>
              </a:xfrm>
              <a:prstGeom prst="roundRect">
                <a:avLst>
                  <a:gd name="adj" fmla="val 13636"/>
                </a:avLst>
              </a:prstGeom>
              <a:blipFill rotWithShape="1">
                <a:blip r:embed="rId3"/>
                <a:stretch>
                  <a:fillRect l="-51" t="-456" r="-45" b="-399"/>
                </a:stretch>
              </a:blipFill>
              <a:ln w="9525">
                <a:solidFill>
                  <a:srgbClr val="D9DCE2"/>
                </a:solidFill>
                <a:prstDash val="solid"/>
              </a:ln>
            </p:spPr>
            <p:txBody>
              <a:bodyPr/>
              <a:lstStyle/>
              <a:p>
                <a:r>
                  <a:rPr lang="zh-CN" altLang="en-US">
                    <a:noFill/>
                  </a:rPr>
                  <a:t> </a:t>
                </a:r>
              </a:p>
            </p:txBody>
          </p:sp>
        </mc:Fallback>
      </mc:AlternateContent>
      <p:sp>
        <p:nvSpPr>
          <p:cNvPr id="12" name="矩形 11"/>
          <p:cNvSpPr>
            <a:spLocks noGrp="1"/>
          </p:cNvSpPr>
          <p:nvPr/>
        </p:nvSpPr>
        <p:spPr>
          <a:xfrm>
            <a:off x="10687050" y="3324225"/>
            <a:ext cx="361950" cy="209550"/>
          </a:xfrm>
          <a:prstGeom prst="rect">
            <a:avLst/>
          </a:prstGeom>
          <a:noFill/>
          <a:ln w="0">
            <a:noFill/>
            <a:prstDash val="solid"/>
          </a:ln>
        </p:spPr>
        <p:txBody>
          <a:bodyPr lIns="0" tIns="0" rIns="0" bIns="0" anchor="ctr"/>
          <a:lstStyle>
            <a:defPPr algn="r">
              <a:defRPr sz="1050" b="0" i="0">
                <a:solidFill>
                  <a:srgbClr val="5B5B5B"/>
                </a:solidFill>
                <a:latin typeface="Alibaba Sans Medium"/>
                <a:ea typeface="Alibaba Sans Medium"/>
                <a:cs typeface="Alibaba Sans Medium"/>
              </a:defRPr>
            </a:defPPr>
            <a:lvl1pPr algn="r">
              <a:defRPr sz="1050" b="0" i="0">
                <a:solidFill>
                  <a:srgbClr val="5B5B5B"/>
                </a:solidFill>
                <a:latin typeface="Alibaba Sans Medium"/>
                <a:ea typeface="Alibaba Sans Medium"/>
                <a:cs typeface="Alibaba Sans Medium"/>
              </a:defRPr>
            </a:lvl1pPr>
            <a:lvl2pPr algn="r">
              <a:defRPr sz="1050" b="0" i="0">
                <a:solidFill>
                  <a:srgbClr val="5B5B5B"/>
                </a:solidFill>
                <a:latin typeface="Alibaba Sans Medium"/>
                <a:ea typeface="Alibaba Sans Medium"/>
                <a:cs typeface="Alibaba Sans Medium"/>
              </a:defRPr>
            </a:lvl2pPr>
            <a:lvl3pPr algn="r">
              <a:defRPr sz="1050" b="0" i="0">
                <a:solidFill>
                  <a:srgbClr val="5B5B5B"/>
                </a:solidFill>
                <a:latin typeface="Alibaba Sans Medium"/>
                <a:ea typeface="Alibaba Sans Medium"/>
                <a:cs typeface="Alibaba Sans Medium"/>
              </a:defRPr>
            </a:lvl3pPr>
            <a:lvl4pPr algn="r">
              <a:defRPr sz="1050" b="0" i="0">
                <a:solidFill>
                  <a:srgbClr val="5B5B5B"/>
                </a:solidFill>
                <a:latin typeface="Alibaba Sans Medium"/>
                <a:ea typeface="Alibaba Sans Medium"/>
                <a:cs typeface="Alibaba Sans Medium"/>
              </a:defRPr>
            </a:lvl4pPr>
            <a:lvl5pPr algn="r">
              <a:defRPr sz="1050" b="0" i="0">
                <a:solidFill>
                  <a:srgbClr val="5B5B5B"/>
                </a:solidFill>
                <a:latin typeface="Alibaba Sans Medium"/>
                <a:ea typeface="Alibaba Sans Medium"/>
                <a:cs typeface="Alibaba Sans Medium"/>
              </a:defRPr>
            </a:lvl5pPr>
            <a:lvl6pPr algn="r">
              <a:defRPr sz="1050" b="0" i="0">
                <a:solidFill>
                  <a:srgbClr val="5B5B5B"/>
                </a:solidFill>
                <a:latin typeface="Alibaba Sans Medium"/>
                <a:ea typeface="Alibaba Sans Medium"/>
                <a:cs typeface="Alibaba Sans Medium"/>
              </a:defRPr>
            </a:lvl6pPr>
            <a:lvl7pPr algn="r">
              <a:defRPr sz="1050" b="0" i="0">
                <a:solidFill>
                  <a:srgbClr val="5B5B5B"/>
                </a:solidFill>
                <a:latin typeface="Alibaba Sans Medium"/>
                <a:ea typeface="Alibaba Sans Medium"/>
                <a:cs typeface="Alibaba Sans Medium"/>
              </a:defRPr>
            </a:lvl7pPr>
            <a:lvl8pPr algn="r">
              <a:defRPr sz="1050" b="0" i="0">
                <a:solidFill>
                  <a:srgbClr val="5B5B5B"/>
                </a:solidFill>
                <a:latin typeface="Alibaba Sans Medium"/>
                <a:ea typeface="Alibaba Sans Medium"/>
                <a:cs typeface="Alibaba Sans Medium"/>
              </a:defRPr>
            </a:lvl8pPr>
            <a:lvl9pPr algn="r">
              <a:defRPr sz="1050" b="0" i="0">
                <a:solidFill>
                  <a:srgbClr val="5B5B5B"/>
                </a:solidFill>
                <a:latin typeface="Alibaba Sans Medium"/>
                <a:ea typeface="Alibaba Sans Medium"/>
                <a:cs typeface="Alibaba Sans Medium"/>
              </a:defRPr>
            </a:lvl9pPr>
          </a:lstStyle>
          <a:p>
            <a:pPr algn="r">
              <a:lnSpc>
                <a:spcPct val="112000"/>
              </a:lnSpc>
              <a:buNone/>
              <a:defRPr sz="1050" b="0" i="0">
                <a:solidFill>
                  <a:srgbClr val="5B5B5B"/>
                </a:solidFill>
                <a:latin typeface="Alibaba Sans Medium"/>
                <a:ea typeface="Alibaba Sans Medium"/>
                <a:cs typeface="Alibaba Sans Medium"/>
              </a:defRPr>
            </a:pPr>
            <a:r>
              <a:rPr sz="1050" b="0" i="0">
                <a:solidFill>
                  <a:srgbClr val="5B5B5B"/>
                </a:solidFill>
                <a:latin typeface="Alibaba Sans Medium"/>
                <a:ea typeface="Alibaba Sans Medium"/>
                <a:cs typeface="Alibaba Sans Medium"/>
              </a:rPr>
              <a:t>(9)</a:t>
            </a:r>
            <a:endParaRPr sz="1050" b="0" i="0">
              <a:solidFill>
                <a:srgbClr val="5B5B5B"/>
              </a:solidFill>
              <a:latin typeface="Alibaba Sans Medium"/>
              <a:ea typeface="Alibaba Sans Medium"/>
              <a:cs typeface="Alibaba Sans Medium"/>
            </a:endParaRPr>
          </a:p>
        </p:txBody>
      </p:sp>
      <p:sp>
        <p:nvSpPr>
          <p:cNvPr id="13" name="global-feature"/>
          <p:cNvSpPr>
            <a:spLocks noGrp="1"/>
          </p:cNvSpPr>
          <p:nvPr/>
        </p:nvSpPr>
        <p:spPr>
          <a:xfrm>
            <a:off x="209550" y="4572000"/>
            <a:ext cx="2095500" cy="952500"/>
          </a:xfrm>
          <a:prstGeom prst="roundRect">
            <a:avLst>
              <a:gd name="adj" fmla="val 8000"/>
            </a:avLst>
          </a:prstGeom>
          <a:solidFill>
            <a:srgbClr val="EAF3FA"/>
          </a:solidFill>
          <a:ln w="19050">
            <a:solidFill>
              <a:srgbClr val="3577B8"/>
            </a:solidFill>
            <a:prstDash val="solid"/>
          </a:ln>
        </p:spPr>
      </p:sp>
      <p:sp>
        <p:nvSpPr>
          <p:cNvPr id="14" name="矩形 13"/>
          <p:cNvSpPr>
            <a:spLocks noGrp="1"/>
          </p:cNvSpPr>
          <p:nvPr/>
        </p:nvSpPr>
        <p:spPr>
          <a:xfrm>
            <a:off x="400050" y="4714875"/>
            <a:ext cx="1714500" cy="666750"/>
          </a:xfrm>
          <a:prstGeom prst="rect">
            <a:avLst/>
          </a:prstGeom>
          <a:noFill/>
          <a:ln w="0">
            <a:noFill/>
            <a:prstDash val="solid"/>
          </a:ln>
        </p:spPr>
        <p:txBody>
          <a:bodyPr lIns="0" tIns="0" rIns="0" bIns="0" anchor="ctr"/>
          <a:lstStyle>
            <a:defPPr algn="ctr">
              <a:defRPr sz="1650" b="1" i="0">
                <a:solidFill>
                  <a:srgbClr val="3577B8"/>
                </a:solidFill>
                <a:latin typeface="Cambria Math" panose="02040503050406030204"/>
                <a:ea typeface="Cambria Math" panose="02040503050406030204"/>
                <a:cs typeface="Cambria Math" panose="02040503050406030204"/>
              </a:defRPr>
            </a:defPPr>
            <a:lvl1pPr algn="ctr">
              <a:defRPr sz="1650" b="1" i="0">
                <a:solidFill>
                  <a:srgbClr val="3577B8"/>
                </a:solidFill>
                <a:latin typeface="Cambria Math" panose="02040503050406030204"/>
                <a:ea typeface="Cambria Math" panose="02040503050406030204"/>
                <a:cs typeface="Cambria Math" panose="02040503050406030204"/>
              </a:defRPr>
            </a:lvl1pPr>
            <a:lvl2pPr algn="ctr">
              <a:defRPr sz="1650" b="1" i="0">
                <a:solidFill>
                  <a:srgbClr val="3577B8"/>
                </a:solidFill>
                <a:latin typeface="Cambria Math" panose="02040503050406030204"/>
                <a:ea typeface="Cambria Math" panose="02040503050406030204"/>
                <a:cs typeface="Cambria Math" panose="02040503050406030204"/>
              </a:defRPr>
            </a:lvl2pPr>
            <a:lvl3pPr algn="ctr">
              <a:defRPr sz="1650" b="1" i="0">
                <a:solidFill>
                  <a:srgbClr val="3577B8"/>
                </a:solidFill>
                <a:latin typeface="Cambria Math" panose="02040503050406030204"/>
                <a:ea typeface="Cambria Math" panose="02040503050406030204"/>
                <a:cs typeface="Cambria Math" panose="02040503050406030204"/>
              </a:defRPr>
            </a:lvl3pPr>
            <a:lvl4pPr algn="ctr">
              <a:defRPr sz="1650" b="1" i="0">
                <a:solidFill>
                  <a:srgbClr val="3577B8"/>
                </a:solidFill>
                <a:latin typeface="Cambria Math" panose="02040503050406030204"/>
                <a:ea typeface="Cambria Math" panose="02040503050406030204"/>
                <a:cs typeface="Cambria Math" panose="02040503050406030204"/>
              </a:defRPr>
            </a:lvl4pPr>
            <a:lvl5pPr algn="ctr">
              <a:defRPr sz="1650" b="1" i="0">
                <a:solidFill>
                  <a:srgbClr val="3577B8"/>
                </a:solidFill>
                <a:latin typeface="Cambria Math" panose="02040503050406030204"/>
                <a:ea typeface="Cambria Math" panose="02040503050406030204"/>
                <a:cs typeface="Cambria Math" panose="02040503050406030204"/>
              </a:defRPr>
            </a:lvl5pPr>
            <a:lvl6pPr algn="ctr">
              <a:defRPr sz="1650" b="1" i="0">
                <a:solidFill>
                  <a:srgbClr val="3577B8"/>
                </a:solidFill>
                <a:latin typeface="Cambria Math" panose="02040503050406030204"/>
                <a:ea typeface="Cambria Math" panose="02040503050406030204"/>
                <a:cs typeface="Cambria Math" panose="02040503050406030204"/>
              </a:defRPr>
            </a:lvl6pPr>
            <a:lvl7pPr algn="ctr">
              <a:defRPr sz="1650" b="1" i="0">
                <a:solidFill>
                  <a:srgbClr val="3577B8"/>
                </a:solidFill>
                <a:latin typeface="Cambria Math" panose="02040503050406030204"/>
                <a:ea typeface="Cambria Math" panose="02040503050406030204"/>
                <a:cs typeface="Cambria Math" panose="02040503050406030204"/>
              </a:defRPr>
            </a:lvl7pPr>
            <a:lvl8pPr algn="ctr">
              <a:defRPr sz="1650" b="1" i="0">
                <a:solidFill>
                  <a:srgbClr val="3577B8"/>
                </a:solidFill>
                <a:latin typeface="Cambria Math" panose="02040503050406030204"/>
                <a:ea typeface="Cambria Math" panose="02040503050406030204"/>
                <a:cs typeface="Cambria Math" panose="02040503050406030204"/>
              </a:defRPr>
            </a:lvl8pPr>
            <a:lvl9pPr algn="ctr">
              <a:defRPr sz="1650" b="1" i="0">
                <a:solidFill>
                  <a:srgbClr val="3577B8"/>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3577B8"/>
                </a:solidFill>
                <a:latin typeface="Cambria Math" panose="02040503050406030204"/>
                <a:ea typeface="Cambria Math" panose="02040503050406030204"/>
                <a:cs typeface="Cambria Math" panose="02040503050406030204"/>
              </a:defRPr>
            </a:pPr>
            <a:r>
              <a:rPr lang="zh-CN" sz="1650" b="1" i="0">
                <a:solidFill>
                  <a:srgbClr val="3577B8"/>
                </a:solidFill>
                <a:latin typeface="Cambria Math" panose="02040503050406030204"/>
                <a:ea typeface="Cambria Math" panose="02040503050406030204"/>
                <a:cs typeface="Cambria Math" panose="02040503050406030204"/>
              </a:rPr>
              <a:t>计算</a:t>
            </a:r>
            <a:r>
              <a:rPr sz="1650" b="1" i="0">
                <a:solidFill>
                  <a:srgbClr val="3577B8"/>
                </a:solidFill>
                <a:latin typeface="Cambria Math" panose="02040503050406030204"/>
                <a:ea typeface="Cambria Math" panose="02040503050406030204"/>
                <a:cs typeface="Cambria Math" panose="02040503050406030204"/>
              </a:rPr>
              <a:t>全局模型特征</a:t>
            </a:r>
            <a:endParaRPr sz="1650" b="1" i="0">
              <a:solidFill>
                <a:srgbClr val="3577B8"/>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3577B8"/>
                </a:solidFill>
                <a:latin typeface="Cambria Math" panose="02040503050406030204"/>
                <a:ea typeface="Cambria Math" panose="02040503050406030204"/>
                <a:cs typeface="Cambria Math" panose="02040503050406030204"/>
              </a:defRPr>
            </a:pPr>
            <a:r>
              <a:rPr sz="1650" b="1" i="0">
                <a:solidFill>
                  <a:srgbClr val="3577B8"/>
                </a:solidFill>
                <a:latin typeface="Cambria Math" panose="02040503050406030204"/>
                <a:ea typeface="Cambria Math" panose="02040503050406030204"/>
                <a:cs typeface="Cambria Math" panose="02040503050406030204"/>
              </a:rPr>
              <a:t>Z = wx</a:t>
            </a:r>
            <a:endParaRPr sz="1650" b="1" i="0">
              <a:solidFill>
                <a:srgbClr val="3577B8"/>
              </a:solidFill>
              <a:latin typeface="Cambria Math" panose="02040503050406030204"/>
              <a:ea typeface="Cambria Math" panose="02040503050406030204"/>
              <a:cs typeface="Cambria Math" panose="02040503050406030204"/>
            </a:endParaRPr>
          </a:p>
        </p:txBody>
      </p:sp>
      <p:sp>
        <p:nvSpPr>
          <p:cNvPr id="15" name="projection-bank"/>
          <p:cNvSpPr>
            <a:spLocks noGrp="1"/>
          </p:cNvSpPr>
          <p:nvPr/>
        </p:nvSpPr>
        <p:spPr>
          <a:xfrm>
            <a:off x="3420110" y="4572000"/>
            <a:ext cx="2000250" cy="952500"/>
          </a:xfrm>
          <a:prstGeom prst="roundRect">
            <a:avLst>
              <a:gd name="adj" fmla="val 8000"/>
            </a:avLst>
          </a:prstGeom>
          <a:solidFill>
            <a:srgbClr val="E7F4F5"/>
          </a:solidFill>
          <a:ln w="19050">
            <a:solidFill>
              <a:srgbClr val="1598A5"/>
            </a:solidFill>
            <a:prstDash val="solid"/>
          </a:ln>
        </p:spPr>
      </p:sp>
      <mc:AlternateContent xmlns:mc="http://schemas.openxmlformats.org/markup-compatibility/2006">
        <mc:Choice xmlns:a14="http://schemas.microsoft.com/office/drawing/2010/main" Requires="a14">
          <p:sp>
            <p:nvSpPr>
              <p:cNvPr id="16" name="矩形 15"/>
              <p:cNvSpPr>
                <a:spLocks noGrp="1"/>
              </p:cNvSpPr>
              <p:nvPr/>
            </p:nvSpPr>
            <p:spPr>
              <a:xfrm>
                <a:off x="3610610" y="4714875"/>
                <a:ext cx="1619250" cy="666750"/>
              </a:xfrm>
              <a:prstGeom prst="rect">
                <a:avLst/>
              </a:prstGeom>
              <a:noFill/>
              <a:ln w="0">
                <a:noFill/>
                <a:prstDash val="solid"/>
              </a:ln>
            </p:spPr>
            <p:txBody>
              <a:bodyPr lIns="0" tIns="0" rIns="0" bIns="0" anchor="ctr"/>
              <a:lstStyle>
                <a:defPPr algn="ctr">
                  <a:defRPr sz="1650" b="1" i="0">
                    <a:solidFill>
                      <a:srgbClr val="1598A5"/>
                    </a:solidFill>
                    <a:latin typeface="Cambria Math" panose="02040503050406030204"/>
                    <a:ea typeface="Cambria Math" panose="02040503050406030204"/>
                    <a:cs typeface="Cambria Math" panose="02040503050406030204"/>
                  </a:defRPr>
                </a:defPPr>
                <a:lvl1pPr algn="ctr">
                  <a:defRPr sz="1650" b="1" i="0">
                    <a:solidFill>
                      <a:srgbClr val="1598A5"/>
                    </a:solidFill>
                    <a:latin typeface="Cambria Math" panose="02040503050406030204"/>
                    <a:ea typeface="Cambria Math" panose="02040503050406030204"/>
                    <a:cs typeface="Cambria Math" panose="02040503050406030204"/>
                  </a:defRPr>
                </a:lvl1pPr>
                <a:lvl2pPr algn="ctr">
                  <a:defRPr sz="1650" b="1" i="0">
                    <a:solidFill>
                      <a:srgbClr val="1598A5"/>
                    </a:solidFill>
                    <a:latin typeface="Cambria Math" panose="02040503050406030204"/>
                    <a:ea typeface="Cambria Math" panose="02040503050406030204"/>
                    <a:cs typeface="Cambria Math" panose="02040503050406030204"/>
                  </a:defRPr>
                </a:lvl2pPr>
                <a:lvl3pPr algn="ctr">
                  <a:defRPr sz="1650" b="1" i="0">
                    <a:solidFill>
                      <a:srgbClr val="1598A5"/>
                    </a:solidFill>
                    <a:latin typeface="Cambria Math" panose="02040503050406030204"/>
                    <a:ea typeface="Cambria Math" panose="02040503050406030204"/>
                    <a:cs typeface="Cambria Math" panose="02040503050406030204"/>
                  </a:defRPr>
                </a:lvl3pPr>
                <a:lvl4pPr algn="ctr">
                  <a:defRPr sz="1650" b="1" i="0">
                    <a:solidFill>
                      <a:srgbClr val="1598A5"/>
                    </a:solidFill>
                    <a:latin typeface="Cambria Math" panose="02040503050406030204"/>
                    <a:ea typeface="Cambria Math" panose="02040503050406030204"/>
                    <a:cs typeface="Cambria Math" panose="02040503050406030204"/>
                  </a:defRPr>
                </a:lvl4pPr>
                <a:lvl5pPr algn="ctr">
                  <a:defRPr sz="1650" b="1" i="0">
                    <a:solidFill>
                      <a:srgbClr val="1598A5"/>
                    </a:solidFill>
                    <a:latin typeface="Cambria Math" panose="02040503050406030204"/>
                    <a:ea typeface="Cambria Math" panose="02040503050406030204"/>
                    <a:cs typeface="Cambria Math" panose="02040503050406030204"/>
                  </a:defRPr>
                </a:lvl5pPr>
                <a:lvl6pPr algn="ctr">
                  <a:defRPr sz="1650" b="1" i="0">
                    <a:solidFill>
                      <a:srgbClr val="1598A5"/>
                    </a:solidFill>
                    <a:latin typeface="Cambria Math" panose="02040503050406030204"/>
                    <a:ea typeface="Cambria Math" panose="02040503050406030204"/>
                    <a:cs typeface="Cambria Math" panose="02040503050406030204"/>
                  </a:defRPr>
                </a:lvl6pPr>
                <a:lvl7pPr algn="ctr">
                  <a:defRPr sz="1650" b="1" i="0">
                    <a:solidFill>
                      <a:srgbClr val="1598A5"/>
                    </a:solidFill>
                    <a:latin typeface="Cambria Math" panose="02040503050406030204"/>
                    <a:ea typeface="Cambria Math" panose="02040503050406030204"/>
                    <a:cs typeface="Cambria Math" panose="02040503050406030204"/>
                  </a:defRPr>
                </a:lvl7pPr>
                <a:lvl8pPr algn="ctr">
                  <a:defRPr sz="1650" b="1" i="0">
                    <a:solidFill>
                      <a:srgbClr val="1598A5"/>
                    </a:solidFill>
                    <a:latin typeface="Cambria Math" panose="02040503050406030204"/>
                    <a:ea typeface="Cambria Math" panose="02040503050406030204"/>
                    <a:cs typeface="Cambria Math" panose="02040503050406030204"/>
                  </a:defRPr>
                </a:lvl8pPr>
                <a:lvl9pPr algn="ctr">
                  <a:defRPr sz="1650" b="1" i="0">
                    <a:solidFill>
                      <a:srgbClr val="1598A5"/>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1598A5"/>
                    </a:solidFill>
                    <a:latin typeface="Cambria Math" panose="02040503050406030204"/>
                    <a:ea typeface="Cambria Math" panose="02040503050406030204"/>
                    <a:cs typeface="Cambria Math" panose="02040503050406030204"/>
                  </a:defRPr>
                </a:pPr>
                <a:r>
                  <a:rPr sz="1650" b="1" i="0">
                    <a:solidFill>
                      <a:srgbClr val="1598A5"/>
                    </a:solidFill>
                    <a:latin typeface="Cambria Math" panose="02040503050406030204"/>
                    <a:ea typeface="Cambria Math" panose="02040503050406030204"/>
                    <a:cs typeface="Cambria Math" panose="02040503050406030204"/>
                  </a:rPr>
                  <a:t>正交投影层</a:t>
                </a:r>
                <a:r>
                  <a:rPr lang="zh-CN" sz="1650" b="1" i="0">
                    <a:solidFill>
                      <a:srgbClr val="1598A5"/>
                    </a:solidFill>
                    <a:latin typeface="Cambria Math" panose="02040503050406030204"/>
                    <a:ea typeface="Cambria Math" panose="02040503050406030204"/>
                    <a:cs typeface="Cambria Math" panose="02040503050406030204"/>
                  </a:rPr>
                  <a:t>投影</a:t>
                </a:r>
                <a:endParaRPr sz="1650" b="1" i="0">
                  <a:solidFill>
                    <a:srgbClr val="1598A5"/>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1598A5"/>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sSub>
                        <m:sSubPr>
                          <m:ctrlPr>
                            <a:rPr lang="en-US" altLang="zh-CN" sz="1650" b="1" i="0">
                              <a:solidFill>
                                <a:srgbClr val="1598A5"/>
                              </a:solidFill>
                              <a:latin typeface="Cambria Math" panose="02040503050406030204" charset="0"/>
                              <a:ea typeface="Cambria Math" panose="02040503050406030204"/>
                              <a:cs typeface="Cambria Math" panose="02040503050406030204" charset="0"/>
                            </a:rPr>
                          </m:ctrlPr>
                        </m:sSubPr>
                        <m:e>
                          <m:r>
                            <a:rPr lang="en-US" altLang="zh-CN" sz="1650" b="1" i="0">
                              <a:solidFill>
                                <a:srgbClr val="1598A5"/>
                              </a:solidFill>
                              <a:latin typeface="Cambria Math" panose="02040503050406030204" charset="0"/>
                              <a:ea typeface="Cambria Math" panose="02040503050406030204"/>
                              <a:cs typeface="Cambria Math" panose="02040503050406030204" charset="0"/>
                            </a:rPr>
                            <m:t>𝑀</m:t>
                          </m:r>
                        </m:e>
                        <m:sub>
                          <m:r>
                            <a:rPr lang="en-US" altLang="zh-CN" sz="1650" b="1" i="0">
                              <a:solidFill>
                                <a:srgbClr val="1598A5"/>
                              </a:solidFill>
                              <a:latin typeface="Cambria Math" panose="02040503050406030204" charset="0"/>
                              <a:ea typeface="Cambria Math" panose="02040503050406030204"/>
                              <a:cs typeface="Cambria Math" panose="02040503050406030204" charset="0"/>
                            </a:rPr>
                            <m:t>𝑑</m:t>
                          </m:r>
                        </m:sub>
                      </m:sSub>
                      <m:r>
                        <a:rPr lang="en-US" altLang="zh-CN" sz="1650" b="1" i="0">
                          <a:solidFill>
                            <a:srgbClr val="1598A5"/>
                          </a:solidFill>
                          <a:latin typeface="Cambria Math" panose="02040503050406030204" charset="0"/>
                          <a:ea typeface="Cambria Math" panose="02040503050406030204"/>
                          <a:cs typeface="Cambria Math" panose="02040503050406030204" charset="0"/>
                        </a:rPr>
                        <m:t>𝑍</m:t>
                      </m:r>
                    </m:oMath>
                  </m:oMathPara>
                </a14:m>
                <a:endParaRPr lang="en-US" altLang="zh-CN" sz="1650" b="1" i="0">
                  <a:solidFill>
                    <a:srgbClr val="1598A5"/>
                  </a:solidFill>
                  <a:latin typeface="Cambria Math" panose="02040503050406030204" charset="0"/>
                  <a:ea typeface="Cambria Math" panose="02040503050406030204"/>
                  <a:cs typeface="Cambria Math" panose="02040503050406030204" charset="0"/>
                </a:endParaRPr>
              </a:p>
            </p:txBody>
          </p:sp>
        </mc:Choice>
        <mc:Fallback>
          <p:sp>
            <p:nvSpPr>
              <p:cNvPr id="16" name="矩形 15"/>
              <p:cNvSpPr>
                <a:spLocks noRot="1" noChangeAspect="1" noMove="1" noResize="1" noEditPoints="1" noAdjustHandles="1" noChangeArrowheads="1" noChangeShapeType="1" noTextEdit="1"/>
              </p:cNvSpPr>
              <p:nvPr/>
            </p:nvSpPr>
            <p:spPr>
              <a:xfrm>
                <a:off x="3610610" y="4714875"/>
                <a:ext cx="1619250" cy="666750"/>
              </a:xfrm>
              <a:prstGeom prst="rect">
                <a:avLst/>
              </a:prstGeom>
              <a:blipFill rotWithShape="1">
                <a:blip r:embed="rId4"/>
                <a:stretch>
                  <a:fillRect/>
                </a:stretch>
              </a:blipFill>
              <a:ln w="0">
                <a:noFill/>
                <a:prstDash val="solid"/>
              </a:ln>
            </p:spPr>
            <p:txBody>
              <a:bodyPr/>
              <a:lstStyle/>
              <a:p>
                <a:r>
                  <a:rPr lang="zh-CN" altLang="en-US">
                    <a:noFill/>
                  </a:rPr>
                  <a:t> </a:t>
                </a:r>
              </a:p>
            </p:txBody>
          </p:sp>
        </mc:Fallback>
      </mc:AlternateContent>
      <p:sp>
        <p:nvSpPr>
          <p:cNvPr id="17" name="teacher-feature"/>
          <p:cNvSpPr>
            <a:spLocks noGrp="1"/>
          </p:cNvSpPr>
          <p:nvPr/>
        </p:nvSpPr>
        <p:spPr>
          <a:xfrm>
            <a:off x="6535420" y="4572000"/>
            <a:ext cx="2381250" cy="952500"/>
          </a:xfrm>
          <a:prstGeom prst="roundRect">
            <a:avLst>
              <a:gd name="adj" fmla="val 8000"/>
            </a:avLst>
          </a:prstGeom>
          <a:solidFill>
            <a:srgbClr val="F8EDEE"/>
          </a:solidFill>
          <a:ln w="19050">
            <a:solidFill>
              <a:srgbClr val="B5121B"/>
            </a:solidFill>
            <a:prstDash val="solid"/>
          </a:ln>
        </p:spPr>
      </p:sp>
      <mc:AlternateContent xmlns:mc="http://schemas.openxmlformats.org/markup-compatibility/2006">
        <mc:Choice xmlns:a14="http://schemas.microsoft.com/office/drawing/2010/main" Requires="a14">
          <p:sp>
            <p:nvSpPr>
              <p:cNvPr id="18" name="矩形 17"/>
              <p:cNvSpPr>
                <a:spLocks noGrp="1"/>
              </p:cNvSpPr>
              <p:nvPr/>
            </p:nvSpPr>
            <p:spPr>
              <a:xfrm>
                <a:off x="6725920" y="4733290"/>
                <a:ext cx="1905000" cy="666750"/>
              </a:xfrm>
              <a:prstGeom prst="rect">
                <a:avLst/>
              </a:prstGeom>
              <a:noFill/>
              <a:ln w="0">
                <a:noFill/>
                <a:prstDash val="solid"/>
              </a:ln>
            </p:spPr>
            <p:txBody>
              <a:bodyPr lIns="0" tIns="0" rIns="0" bIns="0" anchor="ctr"/>
              <a:lstStyle>
                <a:defPPr algn="ctr">
                  <a:defRPr sz="1650" b="1" i="0">
                    <a:solidFill>
                      <a:srgbClr val="B5121B"/>
                    </a:solidFill>
                    <a:latin typeface="Cambria Math" panose="02040503050406030204"/>
                    <a:ea typeface="Cambria Math" panose="02040503050406030204"/>
                    <a:cs typeface="Cambria Math" panose="02040503050406030204"/>
                  </a:defRPr>
                </a:defPPr>
                <a:lvl1pPr algn="ctr">
                  <a:defRPr sz="1650" b="1" i="0">
                    <a:solidFill>
                      <a:srgbClr val="B5121B"/>
                    </a:solidFill>
                    <a:latin typeface="Cambria Math" panose="02040503050406030204"/>
                    <a:ea typeface="Cambria Math" panose="02040503050406030204"/>
                    <a:cs typeface="Cambria Math" panose="02040503050406030204"/>
                  </a:defRPr>
                </a:lvl1pPr>
                <a:lvl2pPr algn="ctr">
                  <a:defRPr sz="1650" b="1" i="0">
                    <a:solidFill>
                      <a:srgbClr val="B5121B"/>
                    </a:solidFill>
                    <a:latin typeface="Cambria Math" panose="02040503050406030204"/>
                    <a:ea typeface="Cambria Math" panose="02040503050406030204"/>
                    <a:cs typeface="Cambria Math" panose="02040503050406030204"/>
                  </a:defRPr>
                </a:lvl2pPr>
                <a:lvl3pPr algn="ctr">
                  <a:defRPr sz="1650" b="1" i="0">
                    <a:solidFill>
                      <a:srgbClr val="B5121B"/>
                    </a:solidFill>
                    <a:latin typeface="Cambria Math" panose="02040503050406030204"/>
                    <a:ea typeface="Cambria Math" panose="02040503050406030204"/>
                    <a:cs typeface="Cambria Math" panose="02040503050406030204"/>
                  </a:defRPr>
                </a:lvl3pPr>
                <a:lvl4pPr algn="ctr">
                  <a:defRPr sz="1650" b="1" i="0">
                    <a:solidFill>
                      <a:srgbClr val="B5121B"/>
                    </a:solidFill>
                    <a:latin typeface="Cambria Math" panose="02040503050406030204"/>
                    <a:ea typeface="Cambria Math" panose="02040503050406030204"/>
                    <a:cs typeface="Cambria Math" panose="02040503050406030204"/>
                  </a:defRPr>
                </a:lvl4pPr>
                <a:lvl5pPr algn="ctr">
                  <a:defRPr sz="1650" b="1" i="0">
                    <a:solidFill>
                      <a:srgbClr val="B5121B"/>
                    </a:solidFill>
                    <a:latin typeface="Cambria Math" panose="02040503050406030204"/>
                    <a:ea typeface="Cambria Math" panose="02040503050406030204"/>
                    <a:cs typeface="Cambria Math" panose="02040503050406030204"/>
                  </a:defRPr>
                </a:lvl5pPr>
                <a:lvl6pPr algn="ctr">
                  <a:defRPr sz="1650" b="1" i="0">
                    <a:solidFill>
                      <a:srgbClr val="B5121B"/>
                    </a:solidFill>
                    <a:latin typeface="Cambria Math" panose="02040503050406030204"/>
                    <a:ea typeface="Cambria Math" panose="02040503050406030204"/>
                    <a:cs typeface="Cambria Math" panose="02040503050406030204"/>
                  </a:defRPr>
                </a:lvl6pPr>
                <a:lvl7pPr algn="ctr">
                  <a:defRPr sz="1650" b="1" i="0">
                    <a:solidFill>
                      <a:srgbClr val="B5121B"/>
                    </a:solidFill>
                    <a:latin typeface="Cambria Math" panose="02040503050406030204"/>
                    <a:ea typeface="Cambria Math" panose="02040503050406030204"/>
                    <a:cs typeface="Cambria Math" panose="02040503050406030204"/>
                  </a:defRPr>
                </a:lvl7pPr>
                <a:lvl8pPr algn="ctr">
                  <a:defRPr sz="1650" b="1" i="0">
                    <a:solidFill>
                      <a:srgbClr val="B5121B"/>
                    </a:solidFill>
                    <a:latin typeface="Cambria Math" panose="02040503050406030204"/>
                    <a:ea typeface="Cambria Math" panose="02040503050406030204"/>
                    <a:cs typeface="Cambria Math" panose="02040503050406030204"/>
                  </a:defRPr>
                </a:lvl8pPr>
                <a:lvl9pPr algn="ctr">
                  <a:defRPr sz="1650" b="1" i="0">
                    <a:solidFill>
                      <a:srgbClr val="B5121B"/>
                    </a:solidFill>
                    <a:latin typeface="Cambria Math" panose="02040503050406030204"/>
                    <a:ea typeface="Cambria Math" panose="02040503050406030204"/>
                    <a:cs typeface="Cambria Math" panose="02040503050406030204"/>
                  </a:defRPr>
                </a:lvl9pPr>
              </a:lstStyle>
              <a:p>
                <a:pPr algn="ctr">
                  <a:lnSpc>
                    <a:spcPct val="112000"/>
                  </a:lnSpc>
                  <a:buNone/>
                  <a:defRPr sz="1650" b="1" i="0">
                    <a:solidFill>
                      <a:srgbClr val="B5121B"/>
                    </a:solidFill>
                    <a:latin typeface="Cambria Math" panose="02040503050406030204"/>
                    <a:ea typeface="Cambria Math" panose="02040503050406030204"/>
                    <a:cs typeface="Cambria Math" panose="02040503050406030204"/>
                  </a:defRPr>
                </a:pPr>
                <a:r>
                  <a:rPr lang="zh-CN" sz="1650" b="1" i="0">
                    <a:solidFill>
                      <a:srgbClr val="B5121B"/>
                    </a:solidFill>
                    <a:latin typeface="Cambria Math" panose="02040503050406030204"/>
                    <a:ea typeface="Cambria Math" panose="02040503050406030204"/>
                    <a:cs typeface="Cambria Math" panose="02040503050406030204"/>
                  </a:rPr>
                  <a:t>与</a:t>
                </a:r>
                <a:r>
                  <a:rPr sz="1650" b="1" i="0">
                    <a:solidFill>
                      <a:srgbClr val="B5121B"/>
                    </a:solidFill>
                    <a:latin typeface="Cambria Math" panose="02040503050406030204"/>
                    <a:ea typeface="Cambria Math" panose="02040503050406030204"/>
                    <a:cs typeface="Cambria Math" panose="02040503050406030204"/>
                  </a:rPr>
                  <a:t>分组教师特征</a:t>
                </a:r>
                <a:r>
                  <a:rPr lang="zh-CN" sz="1650" b="1" i="0">
                    <a:solidFill>
                      <a:srgbClr val="B5121B"/>
                    </a:solidFill>
                    <a:latin typeface="Cambria Math" panose="02040503050406030204"/>
                    <a:ea typeface="Cambria Math" panose="02040503050406030204"/>
                    <a:cs typeface="Cambria Math" panose="02040503050406030204"/>
                  </a:rPr>
                  <a:t>计算散度</a:t>
                </a:r>
                <a:endParaRPr sz="1650" b="1" i="0">
                  <a:solidFill>
                    <a:srgbClr val="B5121B"/>
                  </a:solidFill>
                  <a:latin typeface="Cambria Math" panose="02040503050406030204"/>
                  <a:ea typeface="Cambria Math" panose="02040503050406030204"/>
                  <a:cs typeface="Cambria Math" panose="02040503050406030204"/>
                </a:endParaRPr>
              </a:p>
              <a:p>
                <a:pPr algn="ctr">
                  <a:lnSpc>
                    <a:spcPct val="112000"/>
                  </a:lnSpc>
                  <a:buNone/>
                  <a:defRPr sz="1650" b="1" i="0">
                    <a:solidFill>
                      <a:srgbClr val="B5121B"/>
                    </a:solidFill>
                    <a:latin typeface="Cambria Math" panose="02040503050406030204"/>
                    <a:ea typeface="Cambria Math" panose="02040503050406030204"/>
                    <a:cs typeface="Cambria Math" panose="02040503050406030204"/>
                  </a:defRPr>
                </a:pPr>
                <a14:m>
                  <m:oMathPara xmlns:m="http://schemas.openxmlformats.org/officeDocument/2006/math">
                    <m:oMathParaPr>
                      <m:jc m:val="centerGroup"/>
                    </m:oMathParaPr>
                    <m:oMath xmlns:m="http://schemas.openxmlformats.org/officeDocument/2006/math">
                      <m:r>
                        <a:rPr lang="en-US" altLang="zh-CN" sz="1650" b="1" i="0">
                          <a:solidFill>
                            <a:srgbClr val="B5121B"/>
                          </a:solidFill>
                          <a:latin typeface="Cambria Math" panose="02040503050406030204" charset="0"/>
                          <a:ea typeface="Cambria Math" panose="02040503050406030204"/>
                          <a:cs typeface="Cambria Math" panose="02040503050406030204" charset="0"/>
                        </a:rPr>
                        <m:t>𝐾𝐿</m:t>
                      </m:r>
                      <m:r>
                        <a:rPr lang="en-US" altLang="zh-CN" sz="1650" b="1" i="0">
                          <a:solidFill>
                            <a:srgbClr val="B5121B"/>
                          </a:solidFill>
                          <a:latin typeface="Cambria Math" panose="02040503050406030204" charset="0"/>
                          <a:ea typeface="MS Mincho" charset="0"/>
                          <a:cs typeface="Cambria Math" panose="02040503050406030204" charset="0"/>
                        </a:rPr>
                        <m:t>(</m:t>
                      </m:r>
                      <m:sSub>
                        <m:sSubPr>
                          <m:ctrlPr>
                            <a:rPr lang="en-US" altLang="zh-CN" sz="1650" b="1" i="0">
                              <a:solidFill>
                                <a:srgbClr val="B5121B"/>
                              </a:solidFill>
                              <a:latin typeface="Cambria Math" panose="02040503050406030204" charset="0"/>
                              <a:ea typeface="Cambria Math" panose="02040503050406030204"/>
                              <a:cs typeface="Cambria Math" panose="02040503050406030204" charset="0"/>
                            </a:rPr>
                          </m:ctrlPr>
                        </m:sSubPr>
                        <m:e>
                          <m:r>
                            <a:rPr lang="en-US" altLang="zh-CN" sz="1650" b="1" i="0">
                              <a:solidFill>
                                <a:srgbClr val="B5121B"/>
                              </a:solidFill>
                              <a:latin typeface="Cambria Math" panose="02040503050406030204" charset="0"/>
                              <a:ea typeface="Cambria Math" panose="02040503050406030204"/>
                              <a:cs typeface="Cambria Math" panose="02040503050406030204" charset="0"/>
                            </a:rPr>
                            <m:t>𝑀</m:t>
                          </m:r>
                        </m:e>
                        <m:sub>
                          <m:r>
                            <a:rPr lang="en-US" altLang="zh-CN" sz="1650" b="1" i="0">
                              <a:solidFill>
                                <a:srgbClr val="B5121B"/>
                              </a:solidFill>
                              <a:latin typeface="Cambria Math" panose="02040503050406030204" charset="0"/>
                              <a:ea typeface="Cambria Math" panose="02040503050406030204"/>
                              <a:cs typeface="Cambria Math" panose="02040503050406030204" charset="0"/>
                            </a:rPr>
                            <m:t>𝑖</m:t>
                          </m:r>
                        </m:sub>
                      </m:sSub>
                      <m:r>
                        <a:rPr lang="en-US" altLang="zh-CN" sz="1650" b="1" i="0">
                          <a:solidFill>
                            <a:srgbClr val="B5121B"/>
                          </a:solidFill>
                          <a:latin typeface="Cambria Math" panose="02040503050406030204" charset="0"/>
                          <a:ea typeface="MS Mincho" charset="0"/>
                          <a:cs typeface="Cambria Math" panose="02040503050406030204" charset="0"/>
                        </a:rPr>
                        <m:t>(</m:t>
                      </m:r>
                      <m:r>
                        <a:rPr lang="en-US" altLang="zh-CN" sz="1650" b="1" i="0">
                          <a:solidFill>
                            <a:srgbClr val="B5121B"/>
                          </a:solidFill>
                          <a:latin typeface="Cambria Math" panose="02040503050406030204" charset="0"/>
                          <a:ea typeface="Cambria Math" panose="02040503050406030204"/>
                          <a:cs typeface="Cambria Math" panose="02040503050406030204" charset="0"/>
                        </a:rPr>
                        <m:t>𝑤𝑥</m:t>
                      </m:r>
                      <m:r>
                        <a:rPr lang="en-US" altLang="zh-CN" sz="1650" b="1" i="0">
                          <a:solidFill>
                            <a:srgbClr val="B5121B"/>
                          </a:solidFill>
                          <a:latin typeface="Cambria Math" panose="02040503050406030204" charset="0"/>
                          <a:ea typeface="MS Mincho" charset="0"/>
                          <a:cs typeface="Cambria Math" panose="02040503050406030204" charset="0"/>
                        </a:rPr>
                        <m:t>),</m:t>
                      </m:r>
                      <m:r>
                        <a:rPr lang="en-US" altLang="zh-CN" sz="1650" b="1" i="0">
                          <a:solidFill>
                            <a:srgbClr val="B5121B"/>
                          </a:solidFill>
                          <a:latin typeface="Cambria Math" panose="02040503050406030204" charset="0"/>
                          <a:ea typeface="Cambria Math" panose="02040503050406030204"/>
                          <a:cs typeface="Cambria Math" panose="02040503050406030204" charset="0"/>
                        </a:rPr>
                        <m:t>𝑒</m:t>
                      </m:r>
                      <m:sSub>
                        <m:sSubPr>
                          <m:ctrlPr>
                            <a:rPr lang="en-US" altLang="zh-CN" sz="1650" b="1" i="0">
                              <a:solidFill>
                                <a:srgbClr val="B5121B"/>
                              </a:solidFill>
                              <a:latin typeface="Cambria Math" panose="02040503050406030204" charset="0"/>
                              <a:ea typeface="Cambria Math" panose="02040503050406030204"/>
                              <a:cs typeface="Cambria Math" panose="02040503050406030204" charset="0"/>
                            </a:rPr>
                          </m:ctrlPr>
                        </m:sSubPr>
                        <m:e>
                          <m:r>
                            <a:rPr lang="en-US" altLang="zh-CN" sz="1650" b="1" i="0">
                              <a:solidFill>
                                <a:srgbClr val="B5121B"/>
                              </a:solidFill>
                              <a:latin typeface="Cambria Math" panose="02040503050406030204" charset="0"/>
                              <a:ea typeface="MS Mincho" charset="0"/>
                              <a:cs typeface="Cambria Math" panose="02040503050406030204" charset="0"/>
                            </a:rPr>
                            <m:t>̅</m:t>
                          </m:r>
                        </m:e>
                        <m:sub>
                          <m:r>
                            <a:rPr lang="en-US" altLang="zh-CN" sz="1650" b="1" i="0">
                              <a:solidFill>
                                <a:srgbClr val="B5121B"/>
                              </a:solidFill>
                              <a:latin typeface="Cambria Math" panose="02040503050406030204" charset="0"/>
                              <a:ea typeface="Cambria Math" panose="02040503050406030204"/>
                              <a:cs typeface="Cambria Math" panose="02040503050406030204" charset="0"/>
                            </a:rPr>
                            <m:t>𝑖</m:t>
                          </m:r>
                        </m:sub>
                      </m:sSub>
                      <m:r>
                        <a:rPr lang="en-US" altLang="zh-CN" sz="1650" b="1" i="0">
                          <a:solidFill>
                            <a:srgbClr val="B5121B"/>
                          </a:solidFill>
                          <a:latin typeface="Cambria Math" panose="02040503050406030204" charset="0"/>
                          <a:ea typeface="MS Mincho" charset="0"/>
                          <a:cs typeface="Cambria Math" panose="02040503050406030204" charset="0"/>
                        </a:rPr>
                        <m:t>)</m:t>
                      </m:r>
                    </m:oMath>
                  </m:oMathPara>
                </a14:m>
                <a:endParaRPr lang="en-US" altLang="zh-CN" sz="1650" b="1" i="0">
                  <a:solidFill>
                    <a:srgbClr val="B5121B"/>
                  </a:solidFill>
                  <a:latin typeface="Cambria Math" panose="02040503050406030204" charset="0"/>
                  <a:ea typeface="Cambria Math" panose="02040503050406030204"/>
                  <a:cs typeface="Cambria Math" panose="02040503050406030204" charset="0"/>
                </a:endParaRPr>
              </a:p>
            </p:txBody>
          </p:sp>
        </mc:Choice>
        <mc:Fallback>
          <p:sp>
            <p:nvSpPr>
              <p:cNvPr id="18" name="矩形 17"/>
              <p:cNvSpPr>
                <a:spLocks noRot="1" noChangeAspect="1" noMove="1" noResize="1" noEditPoints="1" noAdjustHandles="1" noChangeArrowheads="1" noChangeShapeType="1" noTextEdit="1"/>
              </p:cNvSpPr>
              <p:nvPr/>
            </p:nvSpPr>
            <p:spPr>
              <a:xfrm>
                <a:off x="6725920" y="4733290"/>
                <a:ext cx="1905000" cy="666750"/>
              </a:xfrm>
              <a:prstGeom prst="rect">
                <a:avLst/>
              </a:prstGeom>
              <a:blipFill rotWithShape="1">
                <a:blip r:embed="rId5"/>
                <a:stretch>
                  <a:fillRect t="-13238" b="-13333"/>
                </a:stretch>
              </a:blipFill>
              <a:ln w="0">
                <a:noFill/>
                <a:prstDash val="solid"/>
              </a:ln>
            </p:spPr>
            <p:txBody>
              <a:bodyPr/>
              <a:lstStyle/>
              <a:p>
                <a:r>
                  <a:rPr lang="zh-CN" altLang="en-US">
                    <a:noFill/>
                  </a:rPr>
                  <a:t> </a:t>
                </a:r>
              </a:p>
            </p:txBody>
          </p:sp>
        </mc:Fallback>
      </mc:AlternateContent>
      <p:pic>
        <p:nvPicPr>
          <p:cNvPr id="31" name="图片 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
        <p:nvSpPr>
          <p:cNvPr id="24" name="problem-2"/>
          <p:cNvSpPr>
            <a:spLocks noGrp="1"/>
          </p:cNvSpPr>
          <p:nvPr>
            <p:custDataLst>
              <p:tags r:id="rId7"/>
            </p:custDataLst>
          </p:nvPr>
        </p:nvSpPr>
        <p:spPr>
          <a:xfrm>
            <a:off x="10031730" y="4587240"/>
            <a:ext cx="1878330" cy="956945"/>
          </a:xfrm>
          <a:prstGeom prst="roundRect">
            <a:avLst>
              <a:gd name="adj" fmla="val 9877"/>
            </a:avLst>
          </a:prstGeom>
          <a:solidFill>
            <a:srgbClr val="FFFFFF"/>
          </a:solidFill>
          <a:ln w="19050">
            <a:solidFill>
              <a:srgbClr val="E0A02B"/>
            </a:solidFill>
            <a:prstDash val="solid"/>
          </a:ln>
        </p:spPr>
      </p:sp>
      <mc:AlternateContent xmlns:mc="http://schemas.openxmlformats.org/markup-compatibility/2006">
        <mc:Choice xmlns:a14="http://schemas.microsoft.com/office/drawing/2010/main" Requires="a14">
          <p:sp>
            <p:nvSpPr>
              <p:cNvPr id="21" name="矩形 20"/>
              <p:cNvSpPr>
                <a:spLocks noGrp="1"/>
              </p:cNvSpPr>
              <p:nvPr/>
            </p:nvSpPr>
            <p:spPr>
              <a:xfrm>
                <a:off x="10010140" y="4739005"/>
                <a:ext cx="1827530" cy="685165"/>
              </a:xfrm>
              <a:prstGeom prst="rect">
                <a:avLst/>
              </a:prstGeom>
              <a:noFill/>
              <a:ln w="0">
                <a:noFill/>
                <a:prstDash val="solid"/>
              </a:ln>
            </p:spPr>
            <p:txBody>
              <a:bodyPr lIns="0" tIns="0" rIns="0" bIns="0" anchor="ctr"/>
              <a:lstStyle>
                <a:defPPr algn="ctr">
                  <a:defRPr sz="1575" b="1" i="0">
                    <a:solidFill>
                      <a:srgbClr val="8E1119"/>
                    </a:solidFill>
                    <a:latin typeface="Cambria Math" panose="02040503050406030204"/>
                    <a:ea typeface="Cambria Math" panose="02040503050406030204"/>
                    <a:cs typeface="Cambria Math" panose="02040503050406030204"/>
                  </a:defRPr>
                </a:defPPr>
                <a:lvl1pPr algn="ctr">
                  <a:defRPr sz="1575" b="1" i="0">
                    <a:solidFill>
                      <a:srgbClr val="8E1119"/>
                    </a:solidFill>
                    <a:latin typeface="Cambria Math" panose="02040503050406030204"/>
                    <a:ea typeface="Cambria Math" panose="02040503050406030204"/>
                    <a:cs typeface="Cambria Math" panose="02040503050406030204"/>
                  </a:defRPr>
                </a:lvl1pPr>
                <a:lvl2pPr algn="ctr">
                  <a:defRPr sz="1575" b="1" i="0">
                    <a:solidFill>
                      <a:srgbClr val="8E1119"/>
                    </a:solidFill>
                    <a:latin typeface="Cambria Math" panose="02040503050406030204"/>
                    <a:ea typeface="Cambria Math" panose="02040503050406030204"/>
                    <a:cs typeface="Cambria Math" panose="02040503050406030204"/>
                  </a:defRPr>
                </a:lvl2pPr>
                <a:lvl3pPr algn="ctr">
                  <a:defRPr sz="1575" b="1" i="0">
                    <a:solidFill>
                      <a:srgbClr val="8E1119"/>
                    </a:solidFill>
                    <a:latin typeface="Cambria Math" panose="02040503050406030204"/>
                    <a:ea typeface="Cambria Math" panose="02040503050406030204"/>
                    <a:cs typeface="Cambria Math" panose="02040503050406030204"/>
                  </a:defRPr>
                </a:lvl3pPr>
                <a:lvl4pPr algn="ctr">
                  <a:defRPr sz="1575" b="1" i="0">
                    <a:solidFill>
                      <a:srgbClr val="8E1119"/>
                    </a:solidFill>
                    <a:latin typeface="Cambria Math" panose="02040503050406030204"/>
                    <a:ea typeface="Cambria Math" panose="02040503050406030204"/>
                    <a:cs typeface="Cambria Math" panose="02040503050406030204"/>
                  </a:defRPr>
                </a:lvl4pPr>
                <a:lvl5pPr algn="ctr">
                  <a:defRPr sz="1575" b="1" i="0">
                    <a:solidFill>
                      <a:srgbClr val="8E1119"/>
                    </a:solidFill>
                    <a:latin typeface="Cambria Math" panose="02040503050406030204"/>
                    <a:ea typeface="Cambria Math" panose="02040503050406030204"/>
                    <a:cs typeface="Cambria Math" panose="02040503050406030204"/>
                  </a:defRPr>
                </a:lvl5pPr>
                <a:lvl6pPr algn="ctr">
                  <a:defRPr sz="1575" b="1" i="0">
                    <a:solidFill>
                      <a:srgbClr val="8E1119"/>
                    </a:solidFill>
                    <a:latin typeface="Cambria Math" panose="02040503050406030204"/>
                    <a:ea typeface="Cambria Math" panose="02040503050406030204"/>
                    <a:cs typeface="Cambria Math" panose="02040503050406030204"/>
                  </a:defRPr>
                </a:lvl6pPr>
                <a:lvl7pPr algn="ctr">
                  <a:defRPr sz="1575" b="1" i="0">
                    <a:solidFill>
                      <a:srgbClr val="8E1119"/>
                    </a:solidFill>
                    <a:latin typeface="Cambria Math" panose="02040503050406030204"/>
                    <a:ea typeface="Cambria Math" panose="02040503050406030204"/>
                    <a:cs typeface="Cambria Math" panose="02040503050406030204"/>
                  </a:defRPr>
                </a:lvl7pPr>
                <a:lvl8pPr algn="ctr">
                  <a:defRPr sz="1575" b="1" i="0">
                    <a:solidFill>
                      <a:srgbClr val="8E1119"/>
                    </a:solidFill>
                    <a:latin typeface="Cambria Math" panose="02040503050406030204"/>
                    <a:ea typeface="Cambria Math" panose="02040503050406030204"/>
                    <a:cs typeface="Cambria Math" panose="02040503050406030204"/>
                  </a:defRPr>
                </a:lvl8pPr>
                <a:lvl9pPr algn="ctr">
                  <a:defRPr sz="1575" b="1" i="0">
                    <a:solidFill>
                      <a:srgbClr val="8E1119"/>
                    </a:solidFill>
                    <a:latin typeface="Cambria Math" panose="02040503050406030204"/>
                    <a:ea typeface="Cambria Math" panose="02040503050406030204"/>
                    <a:cs typeface="Cambria Math" panose="02040503050406030204"/>
                  </a:defRPr>
                </a:lvl9pPr>
              </a:lstStyle>
              <a:p>
                <a:pPr algn="ctr">
                  <a:lnSpc>
                    <a:spcPct val="112000"/>
                  </a:lnSpc>
                  <a:buNone/>
                  <a:defRPr sz="1575" b="1" i="0">
                    <a:solidFill>
                      <a:srgbClr val="8E1119"/>
                    </a:solidFill>
                    <a:latin typeface="Cambria Math" panose="02040503050406030204"/>
                    <a:ea typeface="Cambria Math" panose="02040503050406030204"/>
                    <a:cs typeface="Cambria Math" panose="02040503050406030204"/>
                  </a:defRPr>
                </a:pPr>
                <a:r>
                  <a:rPr sz="1575" b="1" i="0">
                    <a:solidFill>
                      <a:schemeClr val="accent2">
                        <a:lumMod val="75000"/>
                      </a:schemeClr>
                    </a:solidFill>
                    <a:latin typeface="Cambria Math" panose="02040503050406030204"/>
                    <a:ea typeface="Cambria Math" panose="02040503050406030204"/>
                    <a:cs typeface="Cambria Math" panose="02040503050406030204"/>
                  </a:rPr>
                  <a:t>反向传播同时更新 w 与 {</a:t>
                </a:r>
                <a14:m>
                  <m:oMath xmlns:m="http://schemas.openxmlformats.org/officeDocument/2006/math">
                    <m:sSub>
                      <m:sSubPr>
                        <m:ctrlPr>
                          <a:rPr>
                            <a:solidFill>
                              <a:schemeClr val="accent2">
                                <a:lumMod val="75000"/>
                              </a:schemeClr>
                            </a:solidFill>
                          </a:rPr>
                        </m:ctrlPr>
                      </m:sSubPr>
                      <m:e>
                        <m:r>
                          <a:rPr lang="en-US" altLang="zh-CN" sz="1575" b="1" i="0">
                            <a:solidFill>
                              <a:schemeClr val="accent2">
                                <a:lumMod val="75000"/>
                              </a:schemeClr>
                            </a:solidFill>
                            <a:latin typeface="Cambria Math" panose="02040503050406030204" charset="0"/>
                            <a:ea typeface="Cambria Math" panose="02040503050406030204"/>
                            <a:cs typeface="Cambria Math" panose="02040503050406030204" charset="0"/>
                          </a:rPr>
                          <m:t>𝑀</m:t>
                        </m:r>
                      </m:e>
                      <m:sub>
                        <m:r>
                          <a:rPr lang="en-US" altLang="zh-CN" sz="1575" b="1" i="0">
                            <a:solidFill>
                              <a:schemeClr val="accent2">
                                <a:lumMod val="75000"/>
                              </a:schemeClr>
                            </a:solidFill>
                            <a:latin typeface="Cambria Math" panose="02040503050406030204" charset="0"/>
                            <a:ea typeface="Cambria Math" panose="02040503050406030204"/>
                            <a:cs typeface="Cambria Math" panose="02040503050406030204" charset="0"/>
                          </a:rPr>
                          <m:t>𝑖</m:t>
                        </m:r>
                      </m:sub>
                    </m:sSub>
                  </m:oMath>
                </a14:m>
                <a:r>
                  <a:rPr sz="1575" b="1" i="0">
                    <a:solidFill>
                      <a:schemeClr val="accent2">
                        <a:lumMod val="75000"/>
                      </a:schemeClr>
                    </a:solidFill>
                    <a:latin typeface="Cambria Math" panose="02040503050406030204"/>
                    <a:ea typeface="Cambria Math" panose="02040503050406030204"/>
                    <a:cs typeface="Cambria Math" panose="02040503050406030204"/>
                  </a:rPr>
                  <a:t>}</a:t>
                </a:r>
                <a:endParaRPr sz="1575" b="1" i="0">
                  <a:solidFill>
                    <a:schemeClr val="accent2">
                      <a:lumMod val="75000"/>
                    </a:schemeClr>
                  </a:solidFill>
                  <a:latin typeface="Cambria Math" panose="02040503050406030204"/>
                  <a:ea typeface="Cambria Math" panose="02040503050406030204"/>
                  <a:cs typeface="Cambria Math" panose="02040503050406030204"/>
                </a:endParaRPr>
              </a:p>
            </p:txBody>
          </p:sp>
        </mc:Choice>
        <mc:Fallback>
          <p:sp>
            <p:nvSpPr>
              <p:cNvPr id="21" name="矩形 20"/>
              <p:cNvSpPr>
                <a:spLocks noRot="1" noChangeAspect="1" noMove="1" noResize="1" noEditPoints="1" noAdjustHandles="1" noChangeArrowheads="1" noChangeShapeType="1" noTextEdit="1"/>
              </p:cNvSpPr>
              <p:nvPr/>
            </p:nvSpPr>
            <p:spPr>
              <a:xfrm>
                <a:off x="10010140" y="4739005"/>
                <a:ext cx="1827530" cy="685165"/>
              </a:xfrm>
              <a:prstGeom prst="rect">
                <a:avLst/>
              </a:prstGeom>
              <a:blipFill rotWithShape="1">
                <a:blip r:embed="rId8"/>
                <a:stretch>
                  <a:fillRect/>
                </a:stretch>
              </a:blipFill>
              <a:ln w="0">
                <a:noFill/>
                <a:prstDash val="solid"/>
              </a:ln>
            </p:spPr>
            <p:txBody>
              <a:bodyPr/>
              <a:lstStyle/>
              <a:p>
                <a:r>
                  <a:rPr lang="zh-CN" altLang="en-US">
                    <a:noFill/>
                  </a:rPr>
                  <a:t> </a:t>
                </a:r>
              </a:p>
            </p:txBody>
          </p:sp>
        </mc:Fallback>
      </mc:AlternateContent>
      <p:sp>
        <p:nvSpPr>
          <p:cNvPr id="26" name="右箭头 25"/>
          <p:cNvSpPr/>
          <p:nvPr/>
        </p:nvSpPr>
        <p:spPr>
          <a:xfrm>
            <a:off x="895985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右箭头 26"/>
          <p:cNvSpPr/>
          <p:nvPr/>
        </p:nvSpPr>
        <p:spPr>
          <a:xfrm>
            <a:off x="234823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右箭头 27"/>
          <p:cNvSpPr/>
          <p:nvPr/>
        </p:nvSpPr>
        <p:spPr>
          <a:xfrm>
            <a:off x="5463540" y="4866640"/>
            <a:ext cx="1028700" cy="36322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cxnSp>
        <p:nvCxnSpPr>
          <p:cNvPr id="32" name="直接箭头连接符 31"/>
          <p:cNvCxnSpPr>
            <a:stCxn id="21" idx="3"/>
            <a:endCxn id="25" idx="1"/>
          </p:cNvCxnSpPr>
          <p:nvPr/>
        </p:nvCxnSpPr>
        <p:spPr>
          <a:xfrm>
            <a:off x="9505950" y="3381375"/>
            <a:ext cx="390525" cy="0"/>
          </a:xfrm>
          <a:prstGeom prst="straightConnector1">
            <a:avLst/>
          </a:prstGeom>
          <a:ln w="19050">
            <a:solidFill>
              <a:srgbClr val="858585"/>
            </a:solidFill>
            <a:prstDash val="solid"/>
            <a:tailEnd type="triangle" w="sm" len="sm"/>
          </a:ln>
        </p:spPr>
      </p:cxnSp>
      <p:cxnSp>
        <p:nvCxnSpPr>
          <p:cNvPr id="31" name="直接箭头连接符 30"/>
          <p:cNvCxnSpPr>
            <a:stCxn id="17" idx="3"/>
            <a:endCxn id="21" idx="1"/>
          </p:cNvCxnSpPr>
          <p:nvPr/>
        </p:nvCxnSpPr>
        <p:spPr>
          <a:xfrm>
            <a:off x="7162800" y="3381375"/>
            <a:ext cx="390525" cy="0"/>
          </a:xfrm>
          <a:prstGeom prst="straightConnector1">
            <a:avLst/>
          </a:prstGeom>
          <a:ln w="19050">
            <a:solidFill>
              <a:srgbClr val="858585"/>
            </a:solidFill>
            <a:prstDash val="solid"/>
            <a:tailEnd type="triangle" w="sm" len="sm"/>
          </a:ln>
        </p:spPr>
      </p:cxnSp>
      <p:cxnSp>
        <p:nvCxnSpPr>
          <p:cNvPr id="30" name="直接箭头连接符 29"/>
          <p:cNvCxnSpPr>
            <a:stCxn id="13" idx="3"/>
            <a:endCxn id="17" idx="1"/>
          </p:cNvCxnSpPr>
          <p:nvPr/>
        </p:nvCxnSpPr>
        <p:spPr>
          <a:xfrm>
            <a:off x="4819650" y="3381375"/>
            <a:ext cx="390525" cy="0"/>
          </a:xfrm>
          <a:prstGeom prst="straightConnector1">
            <a:avLst/>
          </a:prstGeom>
          <a:ln w="19050">
            <a:solidFill>
              <a:srgbClr val="858585"/>
            </a:solidFill>
            <a:prstDash val="solid"/>
            <a:tailEnd type="triangle" w="sm" len="sm"/>
          </a:ln>
        </p:spPr>
      </p:cxnSp>
      <p:cxnSp>
        <p:nvCxnSpPr>
          <p:cNvPr id="29" name="直接箭头连接符 28"/>
          <p:cNvCxnSpPr>
            <a:stCxn id="9" idx="3"/>
            <a:endCxn id="13" idx="1"/>
          </p:cNvCxnSpPr>
          <p:nvPr/>
        </p:nvCxnSpPr>
        <p:spPr>
          <a:xfrm>
            <a:off x="2476500" y="3381375"/>
            <a:ext cx="390525" cy="0"/>
          </a:xfrm>
          <a:prstGeom prst="straightConnector1">
            <a:avLst/>
          </a:prstGeom>
          <a:ln w="19050">
            <a:solidFill>
              <a:srgbClr val="858585"/>
            </a:solidFill>
            <a:prstDash val="solid"/>
            <a:tailEnd type="triangle" w="sm" len="sm"/>
          </a:ln>
        </p:spPr>
      </p:cxnSp>
      <p:sp>
        <p:nvSpPr>
          <p:cNvPr id="34"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02  核心方法</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17</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一次通信轮的完整流程</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stage-0"/>
          <p:cNvSpPr>
            <a:spLocks noGrp="1"/>
          </p:cNvSpPr>
          <p:nvPr/>
        </p:nvSpPr>
        <p:spPr>
          <a:xfrm>
            <a:off x="523875" y="2476500"/>
            <a:ext cx="1952625" cy="1809750"/>
          </a:xfrm>
          <a:prstGeom prst="roundRect">
            <a:avLst>
              <a:gd name="adj" fmla="val 8421"/>
            </a:avLst>
          </a:prstGeom>
          <a:solidFill>
            <a:srgbClr val="FFFFFF"/>
          </a:solidFill>
          <a:ln w="19050">
            <a:solidFill>
              <a:srgbClr val="3577B8"/>
            </a:solidFill>
            <a:prstDash val="solid"/>
          </a:ln>
        </p:spPr>
      </p:sp>
      <p:sp>
        <p:nvSpPr>
          <p:cNvPr id="10" name="圆角矩形 9"/>
          <p:cNvSpPr>
            <a:spLocks noGrp="1"/>
          </p:cNvSpPr>
          <p:nvPr/>
        </p:nvSpPr>
        <p:spPr>
          <a:xfrm>
            <a:off x="1219200" y="2133600"/>
            <a:ext cx="571500" cy="57150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1</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95325" y="2857500"/>
            <a:ext cx="1609725"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客户端采样</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143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服务器选择参与设备</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3" name="stage-1"/>
          <p:cNvSpPr>
            <a:spLocks noGrp="1"/>
          </p:cNvSpPr>
          <p:nvPr/>
        </p:nvSpPr>
        <p:spPr>
          <a:xfrm>
            <a:off x="2867025" y="2476500"/>
            <a:ext cx="1952625" cy="1809750"/>
          </a:xfrm>
          <a:prstGeom prst="roundRect">
            <a:avLst>
              <a:gd name="adj" fmla="val 8421"/>
            </a:avLst>
          </a:prstGeom>
          <a:solidFill>
            <a:srgbClr val="FFFFFF"/>
          </a:solidFill>
          <a:ln w="19050">
            <a:solidFill>
              <a:srgbClr val="3577B8"/>
            </a:solidFill>
            <a:prstDash val="solid"/>
          </a:ln>
        </p:spPr>
      </p:sp>
      <p:sp>
        <p:nvSpPr>
          <p:cNvPr id="14" name="圆角矩形 13"/>
          <p:cNvSpPr>
            <a:spLocks noGrp="1"/>
          </p:cNvSpPr>
          <p:nvPr/>
        </p:nvSpPr>
        <p:spPr>
          <a:xfrm>
            <a:off x="3562350" y="2133600"/>
            <a:ext cx="571500" cy="571500"/>
          </a:xfrm>
          <a:prstGeom prst="roundRect">
            <a:avLst>
              <a:gd name="adj" fmla="val 50000"/>
            </a:avLst>
          </a:prstGeom>
          <a:solidFill>
            <a:srgbClr val="3577B8"/>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2</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038475" y="2857500"/>
            <a:ext cx="1609725" cy="400050"/>
          </a:xfrm>
          <a:prstGeom prst="rect">
            <a:avLst/>
          </a:prstGeom>
          <a:noFill/>
          <a:ln w="0">
            <a:noFill/>
            <a:prstDash val="solid"/>
          </a:ln>
        </p:spPr>
        <p:txBody>
          <a:bodyPr lIns="0" tIns="0" rIns="0" bIns="0" anchor="ctr"/>
          <a:lstStyle>
            <a:defPPr algn="ctr">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本地训练</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05752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下发全局模型并训练 wₖ</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17" name="stage-2"/>
          <p:cNvSpPr>
            <a:spLocks noGrp="1"/>
          </p:cNvSpPr>
          <p:nvPr/>
        </p:nvSpPr>
        <p:spPr>
          <a:xfrm>
            <a:off x="5210175" y="2476500"/>
            <a:ext cx="1952625" cy="1809750"/>
          </a:xfrm>
          <a:prstGeom prst="roundRect">
            <a:avLst>
              <a:gd name="adj" fmla="val 8421"/>
            </a:avLst>
          </a:prstGeom>
          <a:solidFill>
            <a:srgbClr val="FFFFFF"/>
          </a:solidFill>
          <a:ln w="19050">
            <a:solidFill>
              <a:srgbClr val="B5121B"/>
            </a:solidFill>
            <a:prstDash val="solid"/>
          </a:ln>
        </p:spPr>
      </p:sp>
      <p:sp>
        <p:nvSpPr>
          <p:cNvPr id="18" name="圆角矩形 17"/>
          <p:cNvSpPr>
            <a:spLocks noGrp="1"/>
          </p:cNvSpPr>
          <p:nvPr/>
        </p:nvSpPr>
        <p:spPr>
          <a:xfrm>
            <a:off x="5905500" y="2133600"/>
            <a:ext cx="571500" cy="571500"/>
          </a:xfrm>
          <a:prstGeom prst="roundRect">
            <a:avLst>
              <a:gd name="adj" fmla="val 50000"/>
            </a:avLst>
          </a:prstGeom>
          <a:solidFill>
            <a:srgbClr val="B5121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3</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5381625" y="2857500"/>
            <a:ext cx="1609725" cy="400050"/>
          </a:xfrm>
          <a:prstGeom prst="rect">
            <a:avLst/>
          </a:prstGeom>
          <a:noFill/>
          <a:ln w="0">
            <a:noFill/>
            <a:prstDash val="solid"/>
          </a:ln>
        </p:spPr>
        <p:txBody>
          <a:bodyPr lIns="0" tIns="0" rIns="0" bIns="0" anchor="ctr"/>
          <a:lstStyle>
            <a:defPPr algn="ctr">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参数聚合</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54006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按 HeteroFL 得到全局模型 w</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1" name="stage-3"/>
          <p:cNvSpPr>
            <a:spLocks noGrp="1"/>
          </p:cNvSpPr>
          <p:nvPr/>
        </p:nvSpPr>
        <p:spPr>
          <a:xfrm>
            <a:off x="7553325" y="2476500"/>
            <a:ext cx="1952625" cy="1809750"/>
          </a:xfrm>
          <a:prstGeom prst="roundRect">
            <a:avLst>
              <a:gd name="adj" fmla="val 8421"/>
            </a:avLst>
          </a:prstGeom>
          <a:solidFill>
            <a:srgbClr val="FFFFFF"/>
          </a:solidFill>
          <a:ln w="19050">
            <a:solidFill>
              <a:srgbClr val="1598A5"/>
            </a:solidFill>
            <a:prstDash val="solid"/>
          </a:ln>
        </p:spPr>
      </p:sp>
      <p:sp>
        <p:nvSpPr>
          <p:cNvPr id="22" name="圆角矩形 21"/>
          <p:cNvSpPr>
            <a:spLocks noGrp="1"/>
          </p:cNvSpPr>
          <p:nvPr/>
        </p:nvSpPr>
        <p:spPr>
          <a:xfrm>
            <a:off x="8248650" y="2133600"/>
            <a:ext cx="571500" cy="571500"/>
          </a:xfrm>
          <a:prstGeom prst="roundRect">
            <a:avLst>
              <a:gd name="adj" fmla="val 50000"/>
            </a:avLst>
          </a:prstGeom>
          <a:solidFill>
            <a:srgbClr val="1598A5"/>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4</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7724775" y="2857500"/>
            <a:ext cx="1609725" cy="400050"/>
          </a:xfrm>
          <a:prstGeom prst="rect">
            <a:avLst/>
          </a:prstGeom>
          <a:noFill/>
          <a:ln w="0">
            <a:noFill/>
            <a:prstDash val="solid"/>
          </a:ln>
        </p:spPr>
        <p:txBody>
          <a:bodyPr lIns="0" tIns="0" rIns="0" bIns="0" anchor="ctr"/>
          <a:lstStyle>
            <a:defPPr algn="ctr">
              <a:defRPr sz="1725" b="1" i="0">
                <a:solidFill>
                  <a:srgbClr val="1598A5"/>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1598A5"/>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1598A5"/>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1598A5"/>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1598A5"/>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1598A5"/>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1598A5"/>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1598A5"/>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1598A5"/>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1598A5"/>
                </a:solidFill>
                <a:latin typeface="微软雅黑" panose="020B0503020204020204" charset="-122"/>
                <a:ea typeface="微软雅黑" panose="020B0503020204020204" charset="-122"/>
                <a:cs typeface="微软雅黑" panose="020B0503020204020204" charset="-122"/>
              </a:defRPr>
            </a:pPr>
            <a:r>
              <a:rPr sz="1725" b="1" i="0">
                <a:solidFill>
                  <a:srgbClr val="1598A5"/>
                </a:solidFill>
                <a:latin typeface="微软雅黑" panose="020B0503020204020204" charset="-122"/>
                <a:ea typeface="微软雅黑" panose="020B0503020204020204" charset="-122"/>
                <a:cs typeface="微软雅黑" panose="020B0503020204020204" charset="-122"/>
              </a:rPr>
              <a:t>特征蒸馏</a:t>
            </a:r>
            <a:endParaRPr sz="17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74382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分组特征 + 正交投影 + KL</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25" name="stage-4"/>
          <p:cNvSpPr>
            <a:spLocks noGrp="1"/>
          </p:cNvSpPr>
          <p:nvPr/>
        </p:nvSpPr>
        <p:spPr>
          <a:xfrm>
            <a:off x="9896475" y="2476500"/>
            <a:ext cx="1952625" cy="1809750"/>
          </a:xfrm>
          <a:prstGeom prst="roundRect">
            <a:avLst>
              <a:gd name="adj" fmla="val 8421"/>
            </a:avLst>
          </a:prstGeom>
          <a:solidFill>
            <a:srgbClr val="FFFFFF"/>
          </a:solidFill>
          <a:ln w="19050">
            <a:solidFill>
              <a:srgbClr val="E0A02B"/>
            </a:solidFill>
            <a:prstDash val="solid"/>
          </a:ln>
        </p:spPr>
      </p:sp>
      <p:sp>
        <p:nvSpPr>
          <p:cNvPr id="26" name="圆角矩形 25"/>
          <p:cNvSpPr>
            <a:spLocks noGrp="1"/>
          </p:cNvSpPr>
          <p:nvPr/>
        </p:nvSpPr>
        <p:spPr>
          <a:xfrm>
            <a:off x="10591800" y="2133600"/>
            <a:ext cx="571500" cy="571500"/>
          </a:xfrm>
          <a:prstGeom prst="roundRect">
            <a:avLst>
              <a:gd name="adj" fmla="val 50000"/>
            </a:avLst>
          </a:prstGeom>
          <a:solidFill>
            <a:srgbClr val="E0A02B"/>
          </a:solidFill>
          <a:ln w="0">
            <a:noFill/>
            <a:prstDash val="solid"/>
          </a:ln>
        </p:spPr>
        <p:txBody>
          <a:bodyPr lIns="0" tIns="0" rIns="0" bIns="0" anchor="ctr"/>
          <a:lstStyle>
            <a:defPPr algn="ctr">
              <a:defRPr sz="21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00" b="1" i="0">
                <a:solidFill>
                  <a:srgbClr val="FFFFFF"/>
                </a:solidFill>
                <a:latin typeface="微软雅黑" panose="020B0503020204020204" charset="-122"/>
                <a:ea typeface="微软雅黑" panose="020B0503020204020204" charset="-122"/>
                <a:cs typeface="微软雅黑" panose="020B0503020204020204" charset="-122"/>
              </a:defRPr>
            </a:pPr>
            <a:r>
              <a:rPr sz="2100" b="1" i="0">
                <a:solidFill>
                  <a:srgbClr val="FFFFFF"/>
                </a:solidFill>
                <a:latin typeface="微软雅黑" panose="020B0503020204020204" charset="-122"/>
                <a:ea typeface="微软雅黑" panose="020B0503020204020204" charset="-122"/>
                <a:cs typeface="微软雅黑" panose="020B0503020204020204" charset="-122"/>
              </a:rPr>
              <a:t>5</a:t>
            </a:r>
            <a:endParaRPr sz="2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10067925" y="2857500"/>
            <a:ext cx="1609725" cy="400050"/>
          </a:xfrm>
          <a:prstGeom prst="rect">
            <a:avLst/>
          </a:prstGeom>
          <a:noFill/>
          <a:ln w="0">
            <a:noFill/>
            <a:prstDash val="solid"/>
          </a:ln>
        </p:spPr>
        <p:txBody>
          <a:bodyPr lIns="0" tIns="0" rIns="0" bIns="0" anchor="ctr"/>
          <a:lstStyle>
            <a:defPPr algn="ctr">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下一轮</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10086975" y="3409950"/>
            <a:ext cx="1571625" cy="647700"/>
          </a:xfrm>
          <a:prstGeom prst="rect">
            <a:avLst/>
          </a:prstGeom>
          <a:noFill/>
          <a:ln w="0">
            <a:noFill/>
            <a:prstDash val="solid"/>
          </a:ln>
        </p:spPr>
        <p:txBody>
          <a:bodyPr lIns="0" tIns="0" rIns="0" bIns="0" anchor="ctr"/>
          <a:lstStyle>
            <a:defPPr algn="ctr">
              <a:defRPr sz="1350"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350" b="0" i="0">
                <a:solidFill>
                  <a:srgbClr val="5B5B5B"/>
                </a:solidFill>
                <a:latin typeface="微软雅黑" panose="020B0503020204020204" charset="-122"/>
                <a:ea typeface="微软雅黑" panose="020B0503020204020204" charset="-122"/>
                <a:cs typeface="微软雅黑" panose="020B0503020204020204" charset="-122"/>
              </a:defRPr>
            </a:pPr>
            <a:r>
              <a:rPr sz="1350" b="0" i="0">
                <a:solidFill>
                  <a:srgbClr val="5B5B5B"/>
                </a:solidFill>
                <a:latin typeface="微软雅黑" panose="020B0503020204020204" charset="-122"/>
                <a:ea typeface="微软雅黑" panose="020B0503020204020204" charset="-122"/>
                <a:cs typeface="微软雅黑" panose="020B0503020204020204" charset="-122"/>
              </a:rPr>
              <a:t>广播更新后的全局模型</a:t>
            </a:r>
            <a:endParaRPr sz="1350" b="0" i="0">
              <a:solidFill>
                <a:srgbClr val="5B5B5B"/>
              </a:solidFill>
              <a:latin typeface="微软雅黑" panose="020B0503020204020204" charset="-122"/>
              <a:ea typeface="微软雅黑" panose="020B0503020204020204" charset="-122"/>
              <a:cs typeface="微软雅黑" panose="020B0503020204020204" charset="-122"/>
            </a:endParaRPr>
          </a:p>
        </p:txBody>
      </p:sp>
      <p:sp>
        <p:nvSpPr>
          <p:cNvPr id="33" name="圆角矩形 32"/>
          <p:cNvSpPr>
            <a:spLocks noGrp="1"/>
          </p:cNvSpPr>
          <p:nvPr/>
        </p:nvSpPr>
        <p:spPr>
          <a:xfrm>
            <a:off x="1714500" y="5143500"/>
            <a:ext cx="8763000" cy="609600"/>
          </a:xfrm>
          <a:prstGeom prst="roundRect">
            <a:avLst>
              <a:gd name="adj" fmla="val 15625"/>
            </a:avLst>
          </a:prstGeom>
          <a:solidFill>
            <a:srgbClr val="FFF7F7"/>
          </a:solidFill>
          <a:ln w="9525">
            <a:solidFill>
              <a:srgbClr val="E6BFC2"/>
            </a:solidFill>
            <a:prstDash val="solid"/>
          </a:ln>
        </p:spPr>
        <p:txBody>
          <a:bodyPr lIns="0" tIns="0" rIns="0" bIns="0" anchor="ctr"/>
          <a:lstStyle>
            <a:defPPr algn="ctr">
              <a:defRPr sz="172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72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72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72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72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72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72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72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72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72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725" b="1" i="0">
                <a:solidFill>
                  <a:srgbClr val="8E1119"/>
                </a:solidFill>
                <a:latin typeface="微软雅黑" panose="020B0503020204020204" charset="-122"/>
                <a:ea typeface="微软雅黑" panose="020B0503020204020204" charset="-122"/>
                <a:cs typeface="微软雅黑" panose="020B0503020204020204" charset="-122"/>
              </a:defRPr>
            </a:pPr>
            <a:r>
              <a:rPr sz="1725" b="1" i="0">
                <a:solidFill>
                  <a:srgbClr val="8E1119"/>
                </a:solidFill>
                <a:latin typeface="微软雅黑" panose="020B0503020204020204" charset="-122"/>
                <a:ea typeface="微软雅黑" panose="020B0503020204020204" charset="-122"/>
                <a:cs typeface="微软雅黑" panose="020B0503020204020204" charset="-122"/>
              </a:rPr>
              <a:t>通信量保持为模型上传/下载；额外成本主要发生在服务器端蒸馏与矩阵指数计算</a:t>
            </a:r>
            <a:endParaRPr sz="1725" b="1" i="0">
              <a:solidFill>
                <a:srgbClr val="8E1119"/>
              </a:solidFill>
              <a:latin typeface="微软雅黑" panose="020B0503020204020204" charset="-122"/>
              <a:ea typeface="微软雅黑" panose="020B0503020204020204" charset="-122"/>
              <a:cs typeface="微软雅黑" panose="020B0503020204020204" charset="-122"/>
            </a:endParaRPr>
          </a:p>
        </p:txBody>
      </p:sp>
      <p:pic>
        <p:nvPicPr>
          <p:cNvPr id="35" name="图片 3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18</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实验设置</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setup-0"/>
          <p:cNvSpPr>
            <a:spLocks noGrp="1"/>
          </p:cNvSpPr>
          <p:nvPr/>
        </p:nvSpPr>
        <p:spPr>
          <a:xfrm>
            <a:off x="590550" y="1952625"/>
            <a:ext cx="5238750" cy="1581150"/>
          </a:xfrm>
          <a:prstGeom prst="roundRect">
            <a:avLst>
              <a:gd name="adj" fmla="val 8434"/>
            </a:avLst>
          </a:prstGeom>
          <a:solidFill>
            <a:srgbClr val="FFFFFF"/>
          </a:solidFill>
          <a:ln w="19050">
            <a:solidFill>
              <a:srgbClr val="3577B8"/>
            </a:solidFill>
            <a:prstDash val="solid"/>
          </a:ln>
        </p:spPr>
      </p:sp>
      <p:sp>
        <p:nvSpPr>
          <p:cNvPr id="10" name="矩形 9"/>
          <p:cNvSpPr>
            <a:spLocks noGrp="1"/>
          </p:cNvSpPr>
          <p:nvPr/>
        </p:nvSpPr>
        <p:spPr>
          <a:xfrm>
            <a:off x="781050" y="2143125"/>
            <a:ext cx="1428750" cy="361950"/>
          </a:xfrm>
          <a:prstGeom prst="rect">
            <a:avLst/>
          </a:prstGeom>
          <a:noFill/>
          <a:ln w="0">
            <a:noFill/>
            <a:prstDash val="solid"/>
          </a:ln>
        </p:spPr>
        <p:txBody>
          <a:bodyPr lIns="0" tIns="0" rIns="0" bIns="0" anchor="ctr"/>
          <a:lstStyle>
            <a:defPPr algn="l">
              <a:defRPr sz="172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72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3577B8"/>
                </a:solidFill>
                <a:latin typeface="微软雅黑" panose="020B0503020204020204" charset="-122"/>
                <a:ea typeface="微软雅黑" panose="020B0503020204020204" charset="-122"/>
                <a:cs typeface="微软雅黑" panose="020B0503020204020204" charset="-122"/>
              </a:defRPr>
            </a:pPr>
            <a:r>
              <a:rPr sz="1725" b="1" i="0">
                <a:solidFill>
                  <a:srgbClr val="3577B8"/>
                </a:solidFill>
                <a:latin typeface="微软雅黑" panose="020B0503020204020204" charset="-122"/>
                <a:ea typeface="微软雅黑" panose="020B0503020204020204" charset="-122"/>
                <a:cs typeface="微软雅黑" panose="020B0503020204020204" charset="-122"/>
              </a:rPr>
              <a:t>数据集</a:t>
            </a:r>
            <a:endParaRPr sz="172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2305050" y="2114550"/>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CIFAR-10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CIFAR-100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Tiny-ImageNet</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2" name="setup-1"/>
          <p:cNvSpPr>
            <a:spLocks noGrp="1"/>
          </p:cNvSpPr>
          <p:nvPr/>
        </p:nvSpPr>
        <p:spPr>
          <a:xfrm>
            <a:off x="6353175" y="1952625"/>
            <a:ext cx="5238750" cy="1581150"/>
          </a:xfrm>
          <a:prstGeom prst="roundRect">
            <a:avLst>
              <a:gd name="adj" fmla="val 8434"/>
            </a:avLst>
          </a:prstGeom>
          <a:solidFill>
            <a:srgbClr val="FFFFFF"/>
          </a:solidFill>
          <a:ln w="19050">
            <a:solidFill>
              <a:srgbClr val="1598A5"/>
            </a:solidFill>
            <a:prstDash val="solid"/>
          </a:ln>
        </p:spPr>
      </p:sp>
      <p:sp>
        <p:nvSpPr>
          <p:cNvPr id="13" name="矩形 12"/>
          <p:cNvSpPr>
            <a:spLocks noGrp="1"/>
          </p:cNvSpPr>
          <p:nvPr/>
        </p:nvSpPr>
        <p:spPr>
          <a:xfrm>
            <a:off x="6543675" y="2143125"/>
            <a:ext cx="1428750" cy="361950"/>
          </a:xfrm>
          <a:prstGeom prst="rect">
            <a:avLst/>
          </a:prstGeom>
          <a:noFill/>
          <a:ln w="0">
            <a:noFill/>
            <a:prstDash val="solid"/>
          </a:ln>
        </p:spPr>
        <p:txBody>
          <a:bodyPr lIns="0" tIns="0" rIns="0" bIns="0" anchor="ctr"/>
          <a:lstStyle>
            <a:defPPr algn="l">
              <a:defRPr sz="1725" b="1" i="0">
                <a:solidFill>
                  <a:srgbClr val="1598A5"/>
                </a:solidFill>
                <a:latin typeface="微软雅黑" panose="020B0503020204020204" charset="-122"/>
                <a:ea typeface="微软雅黑" panose="020B0503020204020204" charset="-122"/>
                <a:cs typeface="微软雅黑" panose="020B0503020204020204" charset="-122"/>
              </a:defRPr>
            </a:defPPr>
            <a:lvl1pPr algn="l">
              <a:defRPr sz="1725" b="1" i="0">
                <a:solidFill>
                  <a:srgbClr val="1598A5"/>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1598A5"/>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1598A5"/>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1598A5"/>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1598A5"/>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1598A5"/>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1598A5"/>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1598A5"/>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1598A5"/>
                </a:solidFill>
                <a:latin typeface="微软雅黑" panose="020B0503020204020204" charset="-122"/>
                <a:ea typeface="微软雅黑" panose="020B0503020204020204" charset="-122"/>
                <a:cs typeface="微软雅黑" panose="020B0503020204020204" charset="-122"/>
              </a:defRPr>
            </a:pPr>
            <a:r>
              <a:rPr sz="1725" b="1" i="0">
                <a:solidFill>
                  <a:srgbClr val="1598A5"/>
                </a:solidFill>
                <a:latin typeface="微软雅黑" panose="020B0503020204020204" charset="-122"/>
                <a:ea typeface="微软雅黑" panose="020B0503020204020204" charset="-122"/>
                <a:cs typeface="微软雅黑" panose="020B0503020204020204" charset="-122"/>
              </a:rPr>
              <a:t>异构模型</a:t>
            </a:r>
            <a:endParaRPr sz="172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8067675" y="2114550"/>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ResNet-18 为最大模型</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a…j 共 10 个宽度等级</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主实验使用 a-d-g</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5" name="setup-2"/>
          <p:cNvSpPr>
            <a:spLocks noGrp="1"/>
          </p:cNvSpPr>
          <p:nvPr/>
        </p:nvSpPr>
        <p:spPr>
          <a:xfrm>
            <a:off x="590550" y="3905250"/>
            <a:ext cx="5238750" cy="1581150"/>
          </a:xfrm>
          <a:prstGeom prst="roundRect">
            <a:avLst>
              <a:gd name="adj" fmla="val 8434"/>
            </a:avLst>
          </a:prstGeom>
          <a:solidFill>
            <a:srgbClr val="FFFFFF"/>
          </a:solidFill>
          <a:ln w="19050">
            <a:solidFill>
              <a:srgbClr val="B5121B"/>
            </a:solidFill>
            <a:prstDash val="solid"/>
          </a:ln>
        </p:spPr>
      </p:sp>
      <p:sp>
        <p:nvSpPr>
          <p:cNvPr id="16" name="矩形 15"/>
          <p:cNvSpPr>
            <a:spLocks noGrp="1"/>
          </p:cNvSpPr>
          <p:nvPr/>
        </p:nvSpPr>
        <p:spPr>
          <a:xfrm>
            <a:off x="781050" y="4095750"/>
            <a:ext cx="1428750" cy="361950"/>
          </a:xfrm>
          <a:prstGeom prst="rect">
            <a:avLst/>
          </a:prstGeom>
          <a:noFill/>
          <a:ln w="0">
            <a:noFill/>
            <a:prstDash val="solid"/>
          </a:ln>
        </p:spPr>
        <p:txBody>
          <a:bodyPr lIns="0" tIns="0" rIns="0" bIns="0" anchor="ctr"/>
          <a:lstStyle>
            <a:defPPr algn="l">
              <a:defRPr sz="1725"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725"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B5121B"/>
                </a:solidFill>
                <a:latin typeface="微软雅黑" panose="020B0503020204020204" charset="-122"/>
                <a:ea typeface="微软雅黑" panose="020B0503020204020204" charset="-122"/>
                <a:cs typeface="微软雅黑" panose="020B0503020204020204" charset="-122"/>
              </a:defRPr>
            </a:pPr>
            <a:r>
              <a:rPr sz="1725" b="1" i="0">
                <a:solidFill>
                  <a:srgbClr val="B5121B"/>
                </a:solidFill>
                <a:latin typeface="微软雅黑" panose="020B0503020204020204" charset="-122"/>
                <a:ea typeface="微软雅黑" panose="020B0503020204020204" charset="-122"/>
                <a:cs typeface="微软雅黑" panose="020B0503020204020204" charset="-122"/>
              </a:rPr>
              <a:t>联邦配置</a:t>
            </a:r>
            <a:endParaRPr sz="172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2305050" y="4067175"/>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K = 20，参与率 r = 0.4</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通信轮 T = 200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本地 epoch E = 10</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8" name="setup-3"/>
          <p:cNvSpPr>
            <a:spLocks noGrp="1"/>
          </p:cNvSpPr>
          <p:nvPr/>
        </p:nvSpPr>
        <p:spPr>
          <a:xfrm>
            <a:off x="6353175" y="3905250"/>
            <a:ext cx="5238750" cy="1581150"/>
          </a:xfrm>
          <a:prstGeom prst="roundRect">
            <a:avLst>
              <a:gd name="adj" fmla="val 8434"/>
            </a:avLst>
          </a:prstGeom>
          <a:solidFill>
            <a:srgbClr val="FFFFFF"/>
          </a:solidFill>
          <a:ln w="19050">
            <a:solidFill>
              <a:srgbClr val="E0A02B"/>
            </a:solidFill>
            <a:prstDash val="solid"/>
          </a:ln>
        </p:spPr>
      </p:sp>
      <p:sp>
        <p:nvSpPr>
          <p:cNvPr id="19" name="矩形 18"/>
          <p:cNvSpPr>
            <a:spLocks noGrp="1"/>
          </p:cNvSpPr>
          <p:nvPr/>
        </p:nvSpPr>
        <p:spPr>
          <a:xfrm>
            <a:off x="6543675" y="4095750"/>
            <a:ext cx="1428750" cy="361950"/>
          </a:xfrm>
          <a:prstGeom prst="rect">
            <a:avLst/>
          </a:prstGeom>
          <a:noFill/>
          <a:ln w="0">
            <a:noFill/>
            <a:prstDash val="solid"/>
          </a:ln>
        </p:spPr>
        <p:txBody>
          <a:bodyPr lIns="0" tIns="0" rIns="0" bIns="0" anchor="ctr"/>
          <a:lstStyle>
            <a:defPPr algn="l">
              <a:defRPr sz="1725" b="1" i="0">
                <a:solidFill>
                  <a:srgbClr val="E0A02B"/>
                </a:solidFill>
                <a:latin typeface="微软雅黑" panose="020B0503020204020204" charset="-122"/>
                <a:ea typeface="微软雅黑" panose="020B0503020204020204" charset="-122"/>
                <a:cs typeface="微软雅黑" panose="020B0503020204020204" charset="-122"/>
              </a:defRPr>
            </a:defPPr>
            <a:lvl1pPr algn="l">
              <a:defRPr sz="1725" b="1" i="0">
                <a:solidFill>
                  <a:srgbClr val="E0A02B"/>
                </a:solidFill>
                <a:latin typeface="微软雅黑" panose="020B0503020204020204" charset="-122"/>
                <a:ea typeface="微软雅黑" panose="020B0503020204020204" charset="-122"/>
                <a:cs typeface="微软雅黑" panose="020B0503020204020204" charset="-122"/>
              </a:defRPr>
            </a:lvl1pPr>
            <a:lvl2pPr algn="l">
              <a:defRPr sz="1725" b="1" i="0">
                <a:solidFill>
                  <a:srgbClr val="E0A02B"/>
                </a:solidFill>
                <a:latin typeface="微软雅黑" panose="020B0503020204020204" charset="-122"/>
                <a:ea typeface="微软雅黑" panose="020B0503020204020204" charset="-122"/>
                <a:cs typeface="微软雅黑" panose="020B0503020204020204" charset="-122"/>
              </a:defRPr>
            </a:lvl2pPr>
            <a:lvl3pPr algn="l">
              <a:defRPr sz="1725" b="1" i="0">
                <a:solidFill>
                  <a:srgbClr val="E0A02B"/>
                </a:solidFill>
                <a:latin typeface="微软雅黑" panose="020B0503020204020204" charset="-122"/>
                <a:ea typeface="微软雅黑" panose="020B0503020204020204" charset="-122"/>
                <a:cs typeface="微软雅黑" panose="020B0503020204020204" charset="-122"/>
              </a:defRPr>
            </a:lvl3pPr>
            <a:lvl4pPr algn="l">
              <a:defRPr sz="1725" b="1" i="0">
                <a:solidFill>
                  <a:srgbClr val="E0A02B"/>
                </a:solidFill>
                <a:latin typeface="微软雅黑" panose="020B0503020204020204" charset="-122"/>
                <a:ea typeface="微软雅黑" panose="020B0503020204020204" charset="-122"/>
                <a:cs typeface="微软雅黑" panose="020B0503020204020204" charset="-122"/>
              </a:defRPr>
            </a:lvl4pPr>
            <a:lvl5pPr algn="l">
              <a:defRPr sz="1725" b="1" i="0">
                <a:solidFill>
                  <a:srgbClr val="E0A02B"/>
                </a:solidFill>
                <a:latin typeface="微软雅黑" panose="020B0503020204020204" charset="-122"/>
                <a:ea typeface="微软雅黑" panose="020B0503020204020204" charset="-122"/>
                <a:cs typeface="微软雅黑" panose="020B0503020204020204" charset="-122"/>
              </a:defRPr>
            </a:lvl5pPr>
            <a:lvl6pPr algn="l">
              <a:defRPr sz="1725" b="1" i="0">
                <a:solidFill>
                  <a:srgbClr val="E0A02B"/>
                </a:solidFill>
                <a:latin typeface="微软雅黑" panose="020B0503020204020204" charset="-122"/>
                <a:ea typeface="微软雅黑" panose="020B0503020204020204" charset="-122"/>
                <a:cs typeface="微软雅黑" panose="020B0503020204020204" charset="-122"/>
              </a:defRPr>
            </a:lvl6pPr>
            <a:lvl7pPr algn="l">
              <a:defRPr sz="1725" b="1" i="0">
                <a:solidFill>
                  <a:srgbClr val="E0A02B"/>
                </a:solidFill>
                <a:latin typeface="微软雅黑" panose="020B0503020204020204" charset="-122"/>
                <a:ea typeface="微软雅黑" panose="020B0503020204020204" charset="-122"/>
                <a:cs typeface="微软雅黑" panose="020B0503020204020204" charset="-122"/>
              </a:defRPr>
            </a:lvl7pPr>
            <a:lvl8pPr algn="l">
              <a:defRPr sz="1725" b="1" i="0">
                <a:solidFill>
                  <a:srgbClr val="E0A02B"/>
                </a:solidFill>
                <a:latin typeface="微软雅黑" panose="020B0503020204020204" charset="-122"/>
                <a:ea typeface="微软雅黑" panose="020B0503020204020204" charset="-122"/>
                <a:cs typeface="微软雅黑" panose="020B0503020204020204" charset="-122"/>
              </a:defRPr>
            </a:lvl8pPr>
            <a:lvl9pPr algn="l">
              <a:defRPr sz="1725" b="1" i="0">
                <a:solidFill>
                  <a:srgbClr val="E0A02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725" b="1" i="0">
                <a:solidFill>
                  <a:srgbClr val="E0A02B"/>
                </a:solidFill>
                <a:latin typeface="微软雅黑" panose="020B0503020204020204" charset="-122"/>
                <a:ea typeface="微软雅黑" panose="020B0503020204020204" charset="-122"/>
                <a:cs typeface="微软雅黑" panose="020B0503020204020204" charset="-122"/>
              </a:defRPr>
            </a:pPr>
            <a:r>
              <a:rPr sz="1725" b="1" i="0">
                <a:solidFill>
                  <a:srgbClr val="E0A02B"/>
                </a:solidFill>
                <a:latin typeface="微软雅黑" panose="020B0503020204020204" charset="-122"/>
                <a:ea typeface="微软雅黑" panose="020B0503020204020204" charset="-122"/>
                <a:cs typeface="微软雅黑" panose="020B0503020204020204" charset="-122"/>
              </a:rPr>
              <a:t>数据异构</a:t>
            </a:r>
            <a:endParaRPr sz="1725" b="1" i="0">
              <a:solidFill>
                <a:srgbClr val="E0A02B"/>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067675" y="4067175"/>
            <a:ext cx="3190875" cy="120015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Dirichlet Dir(α)</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α = 10、1、0.1</a:t>
            </a:r>
            <a:endParaRPr sz="1425" b="0" i="0">
              <a:solidFill>
                <a:srgbClr val="222222"/>
              </a:solidFill>
              <a:latin typeface="微软雅黑" panose="020B0503020204020204" charset="-122"/>
              <a:ea typeface="微软雅黑" panose="020B0503020204020204" charset="-122"/>
              <a:cs typeface="微软雅黑" panose="020B0503020204020204" charset="-122"/>
            </a:endParaRPr>
          </a:p>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α 越小，Non-IID 越强</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303530" y="5714365"/>
            <a:ext cx="11584940" cy="611505"/>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sz="1600" b="1" i="0">
                <a:solidFill>
                  <a:schemeClr val="tx1"/>
                </a:solidFill>
                <a:latin typeface="微软雅黑" panose="020B0503020204020204" charset="-122"/>
                <a:ea typeface="微软雅黑" panose="020B0503020204020204" charset="-122"/>
                <a:cs typeface="微软雅黑" panose="020B0503020204020204" charset="-122"/>
              </a:rPr>
              <a:t>基线：HeteroFL、MOON-hetero、FedFusion-hetero、FedGen-hetero、DaFKD-hetero、FedMD、MSFKD、FedGD</a:t>
            </a:r>
            <a:endParaRPr sz="1600" b="1" i="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19</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模型准确率</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21" name="图片 20"/>
          <p:cNvPicPr>
            <a:picLocks noChangeAspect="1"/>
          </p:cNvPicPr>
          <p:nvPr/>
        </p:nvPicPr>
        <p:blipFill>
          <a:blip r:embed="rId3"/>
          <a:stretch>
            <a:fillRect/>
          </a:stretch>
        </p:blipFill>
        <p:spPr>
          <a:xfrm>
            <a:off x="1614488" y="1409700"/>
            <a:ext cx="8963025" cy="4478655"/>
          </a:xfrm>
          <a:prstGeom prst="rect">
            <a:avLst/>
          </a:prstGeom>
        </p:spPr>
      </p:pic>
      <p:sp>
        <p:nvSpPr>
          <p:cNvPr id="4" name="文本框 3"/>
          <p:cNvSpPr txBox="1"/>
          <p:nvPr/>
        </p:nvSpPr>
        <p:spPr>
          <a:xfrm>
            <a:off x="3575368" y="5858510"/>
            <a:ext cx="5041265" cy="706755"/>
          </a:xfrm>
          <a:prstGeom prst="rect">
            <a:avLst/>
          </a:prstGeom>
          <a:noFill/>
        </p:spPr>
        <p:txBody>
          <a:bodyPr wrap="square" rtlCol="0">
            <a:spAutoFit/>
          </a:bodyPr>
          <a:p>
            <a:pPr algn="l"/>
            <a:r>
              <a:rPr sz="2000" b="1">
                <a:solidFill>
                  <a:srgbClr val="8E1119"/>
                </a:solidFill>
                <a:latin typeface="微软雅黑" panose="020B0503020204020204" charset="-122"/>
                <a:ea typeface="微软雅黑" panose="020B0503020204020204" charset="-122"/>
                <a:cs typeface="微软雅黑" panose="020B0503020204020204" charset="-122"/>
              </a:rPr>
              <a:t>① 全局模型的性能明显优于本地模型</a:t>
            </a:r>
            <a:endParaRPr sz="2000" b="1">
              <a:solidFill>
                <a:srgbClr val="8E1119"/>
              </a:solidFill>
              <a:latin typeface="微软雅黑" panose="020B0503020204020204" charset="-122"/>
              <a:ea typeface="微软雅黑" panose="020B0503020204020204" charset="-122"/>
              <a:cs typeface="微软雅黑" panose="020B0503020204020204" charset="-122"/>
            </a:endParaRPr>
          </a:p>
          <a:p>
            <a:pPr algn="l"/>
            <a:r>
              <a:rPr sz="2000" b="1">
                <a:solidFill>
                  <a:srgbClr val="8E1119"/>
                </a:solidFill>
                <a:latin typeface="微软雅黑" panose="020B0503020204020204" charset="-122"/>
                <a:ea typeface="微软雅黑" panose="020B0503020204020204" charset="-122"/>
                <a:cs typeface="微软雅黑" panose="020B0503020204020204" charset="-122"/>
              </a:rPr>
              <a:t>② FedFD 在所有情况下均取得了最佳性能</a:t>
            </a:r>
            <a:endParaRPr sz="2000" b="1">
              <a:solidFill>
                <a:srgbClr val="8E111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20</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收敛稳定性与通信轮数</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tretch>
            <a:fillRect/>
          </a:stretch>
        </p:blipFill>
        <p:spPr>
          <a:xfrm>
            <a:off x="523875" y="2176207"/>
            <a:ext cx="5619750" cy="2410336"/>
          </a:xfrm>
          <a:prstGeom prst="rect">
            <a:avLst/>
          </a:prstGeom>
        </p:spPr>
      </p:pic>
      <p:sp>
        <p:nvSpPr>
          <p:cNvPr id="10" name="矩形 9"/>
          <p:cNvSpPr>
            <a:spLocks noGrp="1"/>
          </p:cNvSpPr>
          <p:nvPr/>
        </p:nvSpPr>
        <p:spPr>
          <a:xfrm>
            <a:off x="2286000" y="4905375"/>
            <a:ext cx="2095500" cy="342900"/>
          </a:xfrm>
          <a:prstGeom prst="rect">
            <a:avLst/>
          </a:prstGeom>
          <a:noFill/>
          <a:ln w="0">
            <a:noFill/>
            <a:prstDash val="solid"/>
          </a:ln>
        </p:spPr>
        <p:txBody>
          <a:bodyPr lIns="0" tIns="0" rIns="0" bIns="0" anchor="ctr"/>
          <a:lstStyle>
            <a:defPPr algn="ctr">
              <a:defRPr sz="1575" b="1" i="0">
                <a:solidFill>
                  <a:srgbClr val="3577B8"/>
                </a:solidFill>
                <a:latin typeface="微软雅黑" panose="020B0503020204020204" charset="-122"/>
                <a:ea typeface="微软雅黑" panose="020B0503020204020204" charset="-122"/>
                <a:cs typeface="微软雅黑" panose="020B0503020204020204" charset="-122"/>
              </a:defRPr>
            </a:defPPr>
            <a:lvl1pPr algn="ctr">
              <a:defRPr sz="1575" b="1" i="0">
                <a:solidFill>
                  <a:srgbClr val="3577B8"/>
                </a:solidFill>
                <a:latin typeface="微软雅黑" panose="020B0503020204020204" charset="-122"/>
                <a:ea typeface="微软雅黑" panose="020B0503020204020204" charset="-122"/>
                <a:cs typeface="微软雅黑" panose="020B0503020204020204" charset="-122"/>
              </a:defRPr>
            </a:lvl1pPr>
            <a:lvl2pPr algn="ctr">
              <a:defRPr sz="1575" b="1" i="0">
                <a:solidFill>
                  <a:srgbClr val="3577B8"/>
                </a:solidFill>
                <a:latin typeface="微软雅黑" panose="020B0503020204020204" charset="-122"/>
                <a:ea typeface="微软雅黑" panose="020B0503020204020204" charset="-122"/>
                <a:cs typeface="微软雅黑" panose="020B0503020204020204" charset="-122"/>
              </a:defRPr>
            </a:lvl2pPr>
            <a:lvl3pPr algn="ctr">
              <a:defRPr sz="1575" b="1" i="0">
                <a:solidFill>
                  <a:srgbClr val="3577B8"/>
                </a:solidFill>
                <a:latin typeface="微软雅黑" panose="020B0503020204020204" charset="-122"/>
                <a:ea typeface="微软雅黑" panose="020B0503020204020204" charset="-122"/>
                <a:cs typeface="微软雅黑" panose="020B0503020204020204" charset="-122"/>
              </a:defRPr>
            </a:lvl3pPr>
            <a:lvl4pPr algn="ctr">
              <a:defRPr sz="1575" b="1" i="0">
                <a:solidFill>
                  <a:srgbClr val="3577B8"/>
                </a:solidFill>
                <a:latin typeface="微软雅黑" panose="020B0503020204020204" charset="-122"/>
                <a:ea typeface="微软雅黑" panose="020B0503020204020204" charset="-122"/>
                <a:cs typeface="微软雅黑" panose="020B0503020204020204" charset="-122"/>
              </a:defRPr>
            </a:lvl4pPr>
            <a:lvl5pPr algn="ctr">
              <a:defRPr sz="1575" b="1" i="0">
                <a:solidFill>
                  <a:srgbClr val="3577B8"/>
                </a:solidFill>
                <a:latin typeface="微软雅黑" panose="020B0503020204020204" charset="-122"/>
                <a:ea typeface="微软雅黑" panose="020B0503020204020204" charset="-122"/>
                <a:cs typeface="微软雅黑" panose="020B0503020204020204" charset="-122"/>
              </a:defRPr>
            </a:lvl5pPr>
            <a:lvl6pPr algn="ctr">
              <a:defRPr sz="1575" b="1" i="0">
                <a:solidFill>
                  <a:srgbClr val="3577B8"/>
                </a:solidFill>
                <a:latin typeface="微软雅黑" panose="020B0503020204020204" charset="-122"/>
                <a:ea typeface="微软雅黑" panose="020B0503020204020204" charset="-122"/>
                <a:cs typeface="微软雅黑" panose="020B0503020204020204" charset="-122"/>
              </a:defRPr>
            </a:lvl6pPr>
            <a:lvl7pPr algn="ctr">
              <a:defRPr sz="1575" b="1" i="0">
                <a:solidFill>
                  <a:srgbClr val="3577B8"/>
                </a:solidFill>
                <a:latin typeface="微软雅黑" panose="020B0503020204020204" charset="-122"/>
                <a:ea typeface="微软雅黑" panose="020B0503020204020204" charset="-122"/>
                <a:cs typeface="微软雅黑" panose="020B0503020204020204" charset="-122"/>
              </a:defRPr>
            </a:lvl7pPr>
            <a:lvl8pPr algn="ctr">
              <a:defRPr sz="1575" b="1" i="0">
                <a:solidFill>
                  <a:srgbClr val="3577B8"/>
                </a:solidFill>
                <a:latin typeface="微软雅黑" panose="020B0503020204020204" charset="-122"/>
                <a:ea typeface="微软雅黑" panose="020B0503020204020204" charset="-122"/>
                <a:cs typeface="微软雅黑" panose="020B0503020204020204" charset="-122"/>
              </a:defRPr>
            </a:lvl8pPr>
            <a:lvl9pPr algn="ctr">
              <a:defRPr sz="15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1" i="0">
                <a:solidFill>
                  <a:srgbClr val="3577B8"/>
                </a:solidFill>
                <a:latin typeface="微软雅黑" panose="020B0503020204020204" charset="-122"/>
                <a:ea typeface="微软雅黑" panose="020B0503020204020204" charset="-122"/>
                <a:cs typeface="微软雅黑" panose="020B0503020204020204" charset="-122"/>
              </a:defRPr>
            </a:pPr>
            <a:r>
              <a:rPr sz="1575" b="1" i="0">
                <a:solidFill>
                  <a:srgbClr val="3577B8"/>
                </a:solidFill>
                <a:latin typeface="微软雅黑" panose="020B0503020204020204" charset="-122"/>
                <a:ea typeface="微软雅黑" panose="020B0503020204020204" charset="-122"/>
                <a:cs typeface="微软雅黑" panose="020B0503020204020204" charset="-122"/>
              </a:rPr>
              <a:t>学习曲线</a:t>
            </a:r>
            <a:endParaRPr sz="157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18490" y="5238750"/>
            <a:ext cx="5317490" cy="1102360"/>
          </a:xfrm>
          <a:prstGeom prst="rect">
            <a:avLst/>
          </a:prstGeom>
          <a:noFill/>
          <a:ln w="0">
            <a:noFill/>
            <a:prstDash val="solid"/>
          </a:ln>
        </p:spPr>
        <p:txBody>
          <a:bodyPr lIns="0" tIns="0" rIns="0" bIns="0" anchor="ctr"/>
          <a:lstStyle>
            <a:defPPr algn="ctr">
              <a:defRPr sz="1350" b="0" i="0">
                <a:solidFill>
                  <a:srgbClr val="222222"/>
                </a:solidFill>
                <a:latin typeface="微软雅黑" panose="020B0503020204020204" charset="-122"/>
                <a:ea typeface="微软雅黑" panose="020B0503020204020204" charset="-122"/>
                <a:cs typeface="微软雅黑" panose="020B0503020204020204" charset="-122"/>
              </a:defRPr>
            </a:defPPr>
            <a:lvl1pPr algn="ctr">
              <a:defRPr sz="1350" b="0" i="0">
                <a:solidFill>
                  <a:srgbClr val="222222"/>
                </a:solidFill>
                <a:latin typeface="微软雅黑" panose="020B0503020204020204" charset="-122"/>
                <a:ea typeface="微软雅黑" panose="020B0503020204020204" charset="-122"/>
                <a:cs typeface="微软雅黑" panose="020B0503020204020204" charset="-122"/>
              </a:defRPr>
            </a:lvl1pPr>
            <a:lvl2pPr algn="ctr">
              <a:defRPr sz="1350" b="0" i="0">
                <a:solidFill>
                  <a:srgbClr val="222222"/>
                </a:solidFill>
                <a:latin typeface="微软雅黑" panose="020B0503020204020204" charset="-122"/>
                <a:ea typeface="微软雅黑" panose="020B0503020204020204" charset="-122"/>
                <a:cs typeface="微软雅黑" panose="020B0503020204020204" charset="-122"/>
              </a:defRPr>
            </a:lvl2pPr>
            <a:lvl3pPr algn="ctr">
              <a:defRPr sz="1350" b="0" i="0">
                <a:solidFill>
                  <a:srgbClr val="222222"/>
                </a:solidFill>
                <a:latin typeface="微软雅黑" panose="020B0503020204020204" charset="-122"/>
                <a:ea typeface="微软雅黑" panose="020B0503020204020204" charset="-122"/>
                <a:cs typeface="微软雅黑" panose="020B0503020204020204" charset="-122"/>
              </a:defRPr>
            </a:lvl3pPr>
            <a:lvl4pPr algn="ctr">
              <a:defRPr sz="1350" b="0" i="0">
                <a:solidFill>
                  <a:srgbClr val="222222"/>
                </a:solidFill>
                <a:latin typeface="微软雅黑" panose="020B0503020204020204" charset="-122"/>
                <a:ea typeface="微软雅黑" panose="020B0503020204020204" charset="-122"/>
                <a:cs typeface="微软雅黑" panose="020B0503020204020204" charset="-122"/>
              </a:defRPr>
            </a:lvl4pPr>
            <a:lvl5pPr algn="ctr">
              <a:defRPr sz="1350" b="0" i="0">
                <a:solidFill>
                  <a:srgbClr val="222222"/>
                </a:solidFill>
                <a:latin typeface="微软雅黑" panose="020B0503020204020204" charset="-122"/>
                <a:ea typeface="微软雅黑" panose="020B0503020204020204" charset="-122"/>
                <a:cs typeface="微软雅黑" panose="020B0503020204020204" charset="-122"/>
              </a:defRPr>
            </a:lvl5pPr>
            <a:lvl6pPr algn="ctr">
              <a:defRPr sz="1350" b="0" i="0">
                <a:solidFill>
                  <a:srgbClr val="222222"/>
                </a:solidFill>
                <a:latin typeface="微软雅黑" panose="020B0503020204020204" charset="-122"/>
                <a:ea typeface="微软雅黑" panose="020B0503020204020204" charset="-122"/>
                <a:cs typeface="微软雅黑" panose="020B0503020204020204" charset="-122"/>
              </a:defRPr>
            </a:lvl6pPr>
            <a:lvl7pPr algn="ctr">
              <a:defRPr sz="1350" b="0" i="0">
                <a:solidFill>
                  <a:srgbClr val="222222"/>
                </a:solidFill>
                <a:latin typeface="微软雅黑" panose="020B0503020204020204" charset="-122"/>
                <a:ea typeface="微软雅黑" panose="020B0503020204020204" charset="-122"/>
                <a:cs typeface="微软雅黑" panose="020B0503020204020204" charset="-122"/>
              </a:defRPr>
            </a:lvl7pPr>
            <a:lvl8pPr algn="ctr">
              <a:defRPr sz="1350" b="0" i="0">
                <a:solidFill>
                  <a:srgbClr val="222222"/>
                </a:solidFill>
                <a:latin typeface="微软雅黑" panose="020B0503020204020204" charset="-122"/>
                <a:ea typeface="微软雅黑" panose="020B0503020204020204" charset="-122"/>
                <a:cs typeface="微软雅黑" panose="020B0503020204020204" charset="-122"/>
              </a:defRPr>
            </a:lvl8pPr>
            <a:lvl9pPr algn="ctr">
              <a:defRPr sz="13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3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Logit </a:t>
            </a: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蒸馏的训练过程并不稳定。</a:t>
            </a:r>
            <a:endPar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a:p>
            <a:pPr algn="l">
              <a:lnSpc>
                <a:spcPct val="132000"/>
              </a:lnSpc>
              <a:buNone/>
              <a:defRPr sz="1350" b="0" i="0">
                <a:solidFill>
                  <a:srgbClr val="222222"/>
                </a:solidFill>
                <a:latin typeface="微软雅黑" panose="020B0503020204020204" charset="-122"/>
                <a:ea typeface="微软雅黑" panose="020B0503020204020204" charset="-122"/>
                <a:cs typeface="微软雅黑" panose="020B0503020204020204" charset="-122"/>
              </a:defRPr>
            </a:pP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通过在特征蒸馏中采用正交投影技术，</a:t>
            </a:r>
            <a:r>
              <a:rPr lang="en-US" altLang="zh-CN"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FedFD </a:t>
            </a: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在保持训练过程稳定的同时实现了最快的收敛速度。</a:t>
            </a:r>
            <a:endPar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6210300" y="5800725"/>
            <a:ext cx="5429250" cy="400050"/>
          </a:xfrm>
          <a:prstGeom prst="rect">
            <a:avLst/>
          </a:prstGeom>
          <a:noFill/>
          <a:ln w="0">
            <a:noFill/>
            <a:prstDash val="solid"/>
          </a:ln>
        </p:spPr>
        <p:txBody>
          <a:bodyPr lIns="0" tIns="0" rIns="0" bIns="0" anchor="ctr"/>
          <a:lstStyle>
            <a:defPPr algn="ctr">
              <a:defRPr sz="1275" b="0" i="0">
                <a:solidFill>
                  <a:srgbClr val="5B5B5B"/>
                </a:solidFill>
                <a:latin typeface="微软雅黑" panose="020B0503020204020204" charset="-122"/>
                <a:ea typeface="微软雅黑" panose="020B0503020204020204" charset="-122"/>
                <a:cs typeface="微软雅黑" panose="020B0503020204020204" charset="-122"/>
              </a:defRPr>
            </a:defPPr>
            <a:lvl1pPr algn="ctr">
              <a:defRPr sz="1275" b="0" i="0">
                <a:solidFill>
                  <a:srgbClr val="5B5B5B"/>
                </a:solidFill>
                <a:latin typeface="微软雅黑" panose="020B0503020204020204" charset="-122"/>
                <a:ea typeface="微软雅黑" panose="020B0503020204020204" charset="-122"/>
                <a:cs typeface="微软雅黑" panose="020B0503020204020204" charset="-122"/>
              </a:defRPr>
            </a:lvl1pPr>
            <a:lvl2pPr algn="ctr">
              <a:defRPr sz="1275" b="0" i="0">
                <a:solidFill>
                  <a:srgbClr val="5B5B5B"/>
                </a:solidFill>
                <a:latin typeface="微软雅黑" panose="020B0503020204020204" charset="-122"/>
                <a:ea typeface="微软雅黑" panose="020B0503020204020204" charset="-122"/>
                <a:cs typeface="微软雅黑" panose="020B0503020204020204" charset="-122"/>
              </a:defRPr>
            </a:lvl2pPr>
            <a:lvl3pPr algn="ctr">
              <a:defRPr sz="1275" b="0" i="0">
                <a:solidFill>
                  <a:srgbClr val="5B5B5B"/>
                </a:solidFill>
                <a:latin typeface="微软雅黑" panose="020B0503020204020204" charset="-122"/>
                <a:ea typeface="微软雅黑" panose="020B0503020204020204" charset="-122"/>
                <a:cs typeface="微软雅黑" panose="020B0503020204020204" charset="-122"/>
              </a:defRPr>
            </a:lvl3pPr>
            <a:lvl4pPr algn="ctr">
              <a:defRPr sz="1275" b="0" i="0">
                <a:solidFill>
                  <a:srgbClr val="5B5B5B"/>
                </a:solidFill>
                <a:latin typeface="微软雅黑" panose="020B0503020204020204" charset="-122"/>
                <a:ea typeface="微软雅黑" panose="020B0503020204020204" charset="-122"/>
                <a:cs typeface="微软雅黑" panose="020B0503020204020204" charset="-122"/>
              </a:defRPr>
            </a:lvl4pPr>
            <a:lvl5pPr algn="ctr">
              <a:defRPr sz="1275" b="0" i="0">
                <a:solidFill>
                  <a:srgbClr val="5B5B5B"/>
                </a:solidFill>
                <a:latin typeface="微软雅黑" panose="020B0503020204020204" charset="-122"/>
                <a:ea typeface="微软雅黑" panose="020B0503020204020204" charset="-122"/>
                <a:cs typeface="微软雅黑" panose="020B0503020204020204" charset="-122"/>
              </a:defRPr>
            </a:lvl5pPr>
            <a:lvl6pPr algn="ctr">
              <a:defRPr sz="1275" b="0" i="0">
                <a:solidFill>
                  <a:srgbClr val="5B5B5B"/>
                </a:solidFill>
                <a:latin typeface="微软雅黑" panose="020B0503020204020204" charset="-122"/>
                <a:ea typeface="微软雅黑" panose="020B0503020204020204" charset="-122"/>
                <a:cs typeface="微软雅黑" panose="020B0503020204020204" charset="-122"/>
              </a:defRPr>
            </a:lvl6pPr>
            <a:lvl7pPr algn="ctr">
              <a:defRPr sz="1275" b="0" i="0">
                <a:solidFill>
                  <a:srgbClr val="5B5B5B"/>
                </a:solidFill>
                <a:latin typeface="微软雅黑" panose="020B0503020204020204" charset="-122"/>
                <a:ea typeface="微软雅黑" panose="020B0503020204020204" charset="-122"/>
                <a:cs typeface="微软雅黑" panose="020B0503020204020204" charset="-122"/>
              </a:defRPr>
            </a:lvl7pPr>
            <a:lvl8pPr algn="ctr">
              <a:defRPr sz="1275" b="0" i="0">
                <a:solidFill>
                  <a:srgbClr val="5B5B5B"/>
                </a:solidFill>
                <a:latin typeface="微软雅黑" panose="020B0503020204020204" charset="-122"/>
                <a:ea typeface="微软雅黑" panose="020B0503020204020204" charset="-122"/>
                <a:cs typeface="微软雅黑" panose="020B0503020204020204" charset="-122"/>
              </a:defRPr>
            </a:lvl8pPr>
            <a:lvl9pPr algn="ctr">
              <a:defRPr sz="1275" b="0" i="0">
                <a:solidFill>
                  <a:srgbClr val="5B5B5B"/>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275" b="0" i="0">
                <a:solidFill>
                  <a:srgbClr val="5B5B5B"/>
                </a:solidFill>
                <a:latin typeface="微软雅黑" panose="020B0503020204020204" charset="-122"/>
                <a:ea typeface="微软雅黑" panose="020B0503020204020204" charset="-122"/>
                <a:cs typeface="微软雅黑" panose="020B0503020204020204" charset="-122"/>
              </a:defRPr>
            </a:pPr>
            <a:r>
              <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rPr>
              <a:t>相同准确率下，FedFD所需要的通信轮次更少</a:t>
            </a:r>
            <a:endParaRPr lang="zh-CN" altLang="en-US" sz="1800" b="1" i="0">
              <a:solidFill>
                <a:schemeClr val="accent2">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23875" y="6457950"/>
            <a:ext cx="10096500" cy="209550"/>
          </a:xfrm>
          <a:prstGeom prst="rect">
            <a:avLst/>
          </a:prstGeom>
          <a:noFill/>
          <a:ln w="0">
            <a:noFill/>
            <a:prstDash val="solid"/>
          </a:ln>
        </p:spPr>
        <p:txBody>
          <a:bodyPr lIns="0" tIns="0" rIns="0" bIns="0" anchor="ctr"/>
          <a:lstStyle>
            <a:defPPr algn="l">
              <a:defRPr sz="825" b="0" i="0">
                <a:solidFill>
                  <a:srgbClr val="8A8A8A"/>
                </a:solidFill>
                <a:latin typeface="微软雅黑" panose="020B0503020204020204" charset="-122"/>
                <a:ea typeface="微软雅黑" panose="020B0503020204020204" charset="-122"/>
                <a:cs typeface="微软雅黑" panose="020B0503020204020204" charset="-122"/>
              </a:defRPr>
            </a:defPPr>
            <a:lvl1pPr algn="l">
              <a:defRPr sz="825" b="0" i="0">
                <a:solidFill>
                  <a:srgbClr val="8A8A8A"/>
                </a:solidFill>
                <a:latin typeface="微软雅黑" panose="020B0503020204020204" charset="-122"/>
                <a:ea typeface="微软雅黑" panose="020B0503020204020204" charset="-122"/>
                <a:cs typeface="微软雅黑" panose="020B0503020204020204" charset="-122"/>
              </a:defRPr>
            </a:lvl1pPr>
            <a:lvl2pPr algn="l">
              <a:defRPr sz="825" b="0" i="0">
                <a:solidFill>
                  <a:srgbClr val="8A8A8A"/>
                </a:solidFill>
                <a:latin typeface="微软雅黑" panose="020B0503020204020204" charset="-122"/>
                <a:ea typeface="微软雅黑" panose="020B0503020204020204" charset="-122"/>
                <a:cs typeface="微软雅黑" panose="020B0503020204020204" charset="-122"/>
              </a:defRPr>
            </a:lvl2pPr>
            <a:lvl3pPr algn="l">
              <a:defRPr sz="825" b="0" i="0">
                <a:solidFill>
                  <a:srgbClr val="8A8A8A"/>
                </a:solidFill>
                <a:latin typeface="微软雅黑" panose="020B0503020204020204" charset="-122"/>
                <a:ea typeface="微软雅黑" panose="020B0503020204020204" charset="-122"/>
                <a:cs typeface="微软雅黑" panose="020B0503020204020204" charset="-122"/>
              </a:defRPr>
            </a:lvl3pPr>
            <a:lvl4pPr algn="l">
              <a:defRPr sz="825" b="0" i="0">
                <a:solidFill>
                  <a:srgbClr val="8A8A8A"/>
                </a:solidFill>
                <a:latin typeface="微软雅黑" panose="020B0503020204020204" charset="-122"/>
                <a:ea typeface="微软雅黑" panose="020B0503020204020204" charset="-122"/>
                <a:cs typeface="微软雅黑" panose="020B0503020204020204" charset="-122"/>
              </a:defRPr>
            </a:lvl4pPr>
            <a:lvl5pPr algn="l">
              <a:defRPr sz="825" b="0" i="0">
                <a:solidFill>
                  <a:srgbClr val="8A8A8A"/>
                </a:solidFill>
                <a:latin typeface="微软雅黑" panose="020B0503020204020204" charset="-122"/>
                <a:ea typeface="微软雅黑" panose="020B0503020204020204" charset="-122"/>
                <a:cs typeface="微软雅黑" panose="020B0503020204020204" charset="-122"/>
              </a:defRPr>
            </a:lvl5pPr>
            <a:lvl6pPr algn="l">
              <a:defRPr sz="825" b="0" i="0">
                <a:solidFill>
                  <a:srgbClr val="8A8A8A"/>
                </a:solidFill>
                <a:latin typeface="微软雅黑" panose="020B0503020204020204" charset="-122"/>
                <a:ea typeface="微软雅黑" panose="020B0503020204020204" charset="-122"/>
                <a:cs typeface="微软雅黑" panose="020B0503020204020204" charset="-122"/>
              </a:defRPr>
            </a:lvl6pPr>
            <a:lvl7pPr algn="l">
              <a:defRPr sz="825" b="0" i="0">
                <a:solidFill>
                  <a:srgbClr val="8A8A8A"/>
                </a:solidFill>
                <a:latin typeface="微软雅黑" panose="020B0503020204020204" charset="-122"/>
                <a:ea typeface="微软雅黑" panose="020B0503020204020204" charset="-122"/>
                <a:cs typeface="微软雅黑" panose="020B0503020204020204" charset="-122"/>
              </a:defRPr>
            </a:lvl7pPr>
            <a:lvl8pPr algn="l">
              <a:defRPr sz="825" b="0" i="0">
                <a:solidFill>
                  <a:srgbClr val="8A8A8A"/>
                </a:solidFill>
                <a:latin typeface="微软雅黑" panose="020B0503020204020204" charset="-122"/>
                <a:ea typeface="微软雅黑" panose="020B0503020204020204" charset="-122"/>
                <a:cs typeface="微软雅黑" panose="020B0503020204020204" charset="-122"/>
              </a:defRPr>
            </a:lvl8pPr>
            <a:lvl9pPr algn="l">
              <a:defRPr sz="825" b="0" i="0">
                <a:solidFill>
                  <a:srgbClr val="8A8A8A"/>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825" b="0" i="0">
                <a:solidFill>
                  <a:srgbClr val="8A8A8A"/>
                </a:solidFill>
                <a:latin typeface="微软雅黑" panose="020B0503020204020204" charset="-122"/>
                <a:ea typeface="微软雅黑" panose="020B0503020204020204" charset="-122"/>
                <a:cs typeface="微软雅黑" panose="020B0503020204020204" charset="-122"/>
              </a:defRPr>
            </a:pPr>
            <a:r>
              <a:rPr sz="825" b="0" i="0">
                <a:solidFill>
                  <a:srgbClr val="8A8A8A"/>
                </a:solidFill>
                <a:latin typeface="微软雅黑" panose="020B0503020204020204" charset="-122"/>
                <a:ea typeface="微软雅黑" panose="020B0503020204020204" charset="-122"/>
                <a:cs typeface="微软雅黑" panose="020B0503020204020204" charset="-122"/>
              </a:rPr>
              <a:t>来源：论文 Figure 4、Table 2（论文原表）</a:t>
            </a:r>
            <a:endParaRPr sz="825" b="0" i="0">
              <a:solidFill>
                <a:srgbClr val="8A8A8A"/>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32" name="图片 31"/>
          <p:cNvPicPr>
            <a:picLocks noChangeAspect="1"/>
          </p:cNvPicPr>
          <p:nvPr/>
        </p:nvPicPr>
        <p:blipFill>
          <a:blip r:embed="rId4"/>
          <a:stretch>
            <a:fillRect/>
          </a:stretch>
        </p:blipFill>
        <p:spPr>
          <a:xfrm>
            <a:off x="6210300" y="1858080"/>
            <a:ext cx="5429250" cy="376144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03  实验验证</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21</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sz="2550" b="1" i="0">
                <a:solidFill>
                  <a:srgbClr val="222222"/>
                </a:solidFill>
                <a:latin typeface="微软雅黑" panose="020B0503020204020204" charset="-122"/>
                <a:ea typeface="微软雅黑" panose="020B0503020204020204" charset="-122"/>
                <a:cs typeface="微软雅黑" panose="020B0503020204020204" charset="-122"/>
              </a:rPr>
              <a:t>消融与模型异构敏感性</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57250" y="1809750"/>
            <a:ext cx="209550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组件消融</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762750" y="1809750"/>
            <a:ext cx="3905250" cy="342900"/>
          </a:xfrm>
          <a:prstGeom prst="rect">
            <a:avLst/>
          </a:prstGeom>
          <a:noFill/>
          <a:ln w="0">
            <a:noFill/>
            <a:prstDash val="solid"/>
          </a:ln>
        </p:spPr>
        <p:txBody>
          <a:bodyPr lIns="0" tIns="0" rIns="0" bIns="0" anchor="ctr"/>
          <a:lstStyle>
            <a:defPPr algn="l">
              <a:defRPr sz="1650"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650"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3577B8"/>
                </a:solidFill>
                <a:latin typeface="微软雅黑" panose="020B0503020204020204" charset="-122"/>
                <a:ea typeface="微软雅黑" panose="020B0503020204020204" charset="-122"/>
                <a:cs typeface="微软雅黑" panose="020B0503020204020204" charset="-122"/>
              </a:defRPr>
            </a:pPr>
            <a:r>
              <a:rPr sz="1650" b="1" i="0">
                <a:solidFill>
                  <a:srgbClr val="3577B8"/>
                </a:solidFill>
                <a:latin typeface="微软雅黑" panose="020B0503020204020204" charset="-122"/>
                <a:ea typeface="微软雅黑" panose="020B0503020204020204" charset="-122"/>
                <a:cs typeface="微软雅黑" panose="020B0503020204020204" charset="-122"/>
              </a:rPr>
              <a:t>模型组合敏感性（CIFAR-10，α=1）</a:t>
            </a:r>
            <a:endParaRPr sz="1650"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190625" y="5476875"/>
            <a:ext cx="9810750" cy="590550"/>
          </a:xfrm>
          <a:prstGeom prst="rect">
            <a:avLst/>
          </a:prstGeom>
          <a:noFill/>
          <a:ln w="0">
            <a:noFill/>
            <a:prstDash val="solid"/>
          </a:ln>
        </p:spPr>
        <p:txBody>
          <a:bodyPr lIns="0" tIns="0" rIns="0" bIns="0" anchor="ctr"/>
          <a:lstStyle>
            <a:defPPr algn="ctr">
              <a:defRPr sz="1575" b="1" i="0">
                <a:solidFill>
                  <a:srgbClr val="8E1119"/>
                </a:solidFill>
                <a:latin typeface="微软雅黑" panose="020B0503020204020204" charset="-122"/>
                <a:ea typeface="微软雅黑" panose="020B0503020204020204" charset="-122"/>
                <a:cs typeface="微软雅黑" panose="020B0503020204020204" charset="-122"/>
              </a:defRPr>
            </a:defPPr>
            <a:lvl1pPr algn="ctr">
              <a:defRPr sz="1575" b="1" i="0">
                <a:solidFill>
                  <a:srgbClr val="8E1119"/>
                </a:solidFill>
                <a:latin typeface="微软雅黑" panose="020B0503020204020204" charset="-122"/>
                <a:ea typeface="微软雅黑" panose="020B0503020204020204" charset="-122"/>
                <a:cs typeface="微软雅黑" panose="020B0503020204020204" charset="-122"/>
              </a:defRPr>
            </a:lvl1pPr>
            <a:lvl2pPr algn="ctr">
              <a:defRPr sz="1575" b="1" i="0">
                <a:solidFill>
                  <a:srgbClr val="8E1119"/>
                </a:solidFill>
                <a:latin typeface="微软雅黑" panose="020B0503020204020204" charset="-122"/>
                <a:ea typeface="微软雅黑" panose="020B0503020204020204" charset="-122"/>
                <a:cs typeface="微软雅黑" panose="020B0503020204020204" charset="-122"/>
              </a:defRPr>
            </a:lvl2pPr>
            <a:lvl3pPr algn="ctr">
              <a:defRPr sz="1575" b="1" i="0">
                <a:solidFill>
                  <a:srgbClr val="8E1119"/>
                </a:solidFill>
                <a:latin typeface="微软雅黑" panose="020B0503020204020204" charset="-122"/>
                <a:ea typeface="微软雅黑" panose="020B0503020204020204" charset="-122"/>
                <a:cs typeface="微软雅黑" panose="020B0503020204020204" charset="-122"/>
              </a:defRPr>
            </a:lvl3pPr>
            <a:lvl4pPr algn="ctr">
              <a:defRPr sz="1575" b="1" i="0">
                <a:solidFill>
                  <a:srgbClr val="8E1119"/>
                </a:solidFill>
                <a:latin typeface="微软雅黑" panose="020B0503020204020204" charset="-122"/>
                <a:ea typeface="微软雅黑" panose="020B0503020204020204" charset="-122"/>
                <a:cs typeface="微软雅黑" panose="020B0503020204020204" charset="-122"/>
              </a:defRPr>
            </a:lvl4pPr>
            <a:lvl5pPr algn="ctr">
              <a:defRPr sz="1575" b="1" i="0">
                <a:solidFill>
                  <a:srgbClr val="8E1119"/>
                </a:solidFill>
                <a:latin typeface="微软雅黑" panose="020B0503020204020204" charset="-122"/>
                <a:ea typeface="微软雅黑" panose="020B0503020204020204" charset="-122"/>
                <a:cs typeface="微软雅黑" panose="020B0503020204020204" charset="-122"/>
              </a:defRPr>
            </a:lvl5pPr>
            <a:lvl6pPr algn="ctr">
              <a:defRPr sz="1575" b="1" i="0">
                <a:solidFill>
                  <a:srgbClr val="8E1119"/>
                </a:solidFill>
                <a:latin typeface="微软雅黑" panose="020B0503020204020204" charset="-122"/>
                <a:ea typeface="微软雅黑" panose="020B0503020204020204" charset="-122"/>
                <a:cs typeface="微软雅黑" panose="020B0503020204020204" charset="-122"/>
              </a:defRPr>
            </a:lvl6pPr>
            <a:lvl7pPr algn="ctr">
              <a:defRPr sz="1575" b="1" i="0">
                <a:solidFill>
                  <a:srgbClr val="8E1119"/>
                </a:solidFill>
                <a:latin typeface="微软雅黑" panose="020B0503020204020204" charset="-122"/>
                <a:ea typeface="微软雅黑" panose="020B0503020204020204" charset="-122"/>
                <a:cs typeface="微软雅黑" panose="020B0503020204020204" charset="-122"/>
              </a:defRPr>
            </a:lvl7pPr>
            <a:lvl8pPr algn="ctr">
              <a:defRPr sz="1575" b="1" i="0">
                <a:solidFill>
                  <a:srgbClr val="8E1119"/>
                </a:solidFill>
                <a:latin typeface="微软雅黑" panose="020B0503020204020204" charset="-122"/>
                <a:ea typeface="微软雅黑" panose="020B0503020204020204" charset="-122"/>
                <a:cs typeface="微软雅黑" panose="020B0503020204020204" charset="-122"/>
              </a:defRPr>
            </a:lvl8pPr>
            <a:lvl9pPr algn="ctr">
              <a:defRPr sz="1575" b="1" i="0">
                <a:solidFill>
                  <a:srgbClr val="8E1119"/>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575" b="1" i="0">
                <a:solidFill>
                  <a:srgbClr val="8E1119"/>
                </a:solidFill>
                <a:latin typeface="微软雅黑" panose="020B0503020204020204" charset="-122"/>
                <a:ea typeface="微软雅黑" panose="020B0503020204020204" charset="-122"/>
                <a:cs typeface="微软雅黑" panose="020B0503020204020204" charset="-122"/>
              </a:defRPr>
            </a:pPr>
            <a:r>
              <a:rPr sz="1575" b="1" i="0">
                <a:solidFill>
                  <a:srgbClr val="8E1119"/>
                </a:solidFill>
                <a:latin typeface="微软雅黑" panose="020B0503020204020204" charset="-122"/>
                <a:ea typeface="微软雅黑" panose="020B0503020204020204" charset="-122"/>
                <a:cs typeface="微软雅黑" panose="020B0503020204020204" charset="-122"/>
              </a:rPr>
              <a:t>移除正交投影的精度降幅更大；分层对齐同时减少投影层数量，FedFD 在各模型组合下均领先</a:t>
            </a:r>
            <a:endParaRPr sz="1575" b="1" i="0">
              <a:solidFill>
                <a:srgbClr val="8E1119"/>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23875" y="6457950"/>
            <a:ext cx="10096500" cy="209550"/>
          </a:xfrm>
          <a:prstGeom prst="rect">
            <a:avLst/>
          </a:prstGeom>
          <a:noFill/>
          <a:ln w="0">
            <a:noFill/>
            <a:prstDash val="solid"/>
          </a:ln>
        </p:spPr>
        <p:txBody>
          <a:bodyPr lIns="0" tIns="0" rIns="0" bIns="0" anchor="ctr"/>
          <a:lstStyle>
            <a:defPPr algn="l">
              <a:defRPr sz="825" b="0" i="0">
                <a:solidFill>
                  <a:srgbClr val="8A8A8A"/>
                </a:solidFill>
                <a:latin typeface="微软雅黑" panose="020B0503020204020204" charset="-122"/>
                <a:ea typeface="微软雅黑" panose="020B0503020204020204" charset="-122"/>
                <a:cs typeface="微软雅黑" panose="020B0503020204020204" charset="-122"/>
              </a:defRPr>
            </a:defPPr>
            <a:lvl1pPr algn="l">
              <a:defRPr sz="825" b="0" i="0">
                <a:solidFill>
                  <a:srgbClr val="8A8A8A"/>
                </a:solidFill>
                <a:latin typeface="微软雅黑" panose="020B0503020204020204" charset="-122"/>
                <a:ea typeface="微软雅黑" panose="020B0503020204020204" charset="-122"/>
                <a:cs typeface="微软雅黑" panose="020B0503020204020204" charset="-122"/>
              </a:defRPr>
            </a:lvl1pPr>
            <a:lvl2pPr algn="l">
              <a:defRPr sz="825" b="0" i="0">
                <a:solidFill>
                  <a:srgbClr val="8A8A8A"/>
                </a:solidFill>
                <a:latin typeface="微软雅黑" panose="020B0503020204020204" charset="-122"/>
                <a:ea typeface="微软雅黑" panose="020B0503020204020204" charset="-122"/>
                <a:cs typeface="微软雅黑" panose="020B0503020204020204" charset="-122"/>
              </a:defRPr>
            </a:lvl2pPr>
            <a:lvl3pPr algn="l">
              <a:defRPr sz="825" b="0" i="0">
                <a:solidFill>
                  <a:srgbClr val="8A8A8A"/>
                </a:solidFill>
                <a:latin typeface="微软雅黑" panose="020B0503020204020204" charset="-122"/>
                <a:ea typeface="微软雅黑" panose="020B0503020204020204" charset="-122"/>
                <a:cs typeface="微软雅黑" panose="020B0503020204020204" charset="-122"/>
              </a:defRPr>
            </a:lvl3pPr>
            <a:lvl4pPr algn="l">
              <a:defRPr sz="825" b="0" i="0">
                <a:solidFill>
                  <a:srgbClr val="8A8A8A"/>
                </a:solidFill>
                <a:latin typeface="微软雅黑" panose="020B0503020204020204" charset="-122"/>
                <a:ea typeface="微软雅黑" panose="020B0503020204020204" charset="-122"/>
                <a:cs typeface="微软雅黑" panose="020B0503020204020204" charset="-122"/>
              </a:defRPr>
            </a:lvl4pPr>
            <a:lvl5pPr algn="l">
              <a:defRPr sz="825" b="0" i="0">
                <a:solidFill>
                  <a:srgbClr val="8A8A8A"/>
                </a:solidFill>
                <a:latin typeface="微软雅黑" panose="020B0503020204020204" charset="-122"/>
                <a:ea typeface="微软雅黑" panose="020B0503020204020204" charset="-122"/>
                <a:cs typeface="微软雅黑" panose="020B0503020204020204" charset="-122"/>
              </a:defRPr>
            </a:lvl5pPr>
            <a:lvl6pPr algn="l">
              <a:defRPr sz="825" b="0" i="0">
                <a:solidFill>
                  <a:srgbClr val="8A8A8A"/>
                </a:solidFill>
                <a:latin typeface="微软雅黑" panose="020B0503020204020204" charset="-122"/>
                <a:ea typeface="微软雅黑" panose="020B0503020204020204" charset="-122"/>
                <a:cs typeface="微软雅黑" panose="020B0503020204020204" charset="-122"/>
              </a:defRPr>
            </a:lvl6pPr>
            <a:lvl7pPr algn="l">
              <a:defRPr sz="825" b="0" i="0">
                <a:solidFill>
                  <a:srgbClr val="8A8A8A"/>
                </a:solidFill>
                <a:latin typeface="微软雅黑" panose="020B0503020204020204" charset="-122"/>
                <a:ea typeface="微软雅黑" panose="020B0503020204020204" charset="-122"/>
                <a:cs typeface="微软雅黑" panose="020B0503020204020204" charset="-122"/>
              </a:defRPr>
            </a:lvl7pPr>
            <a:lvl8pPr algn="l">
              <a:defRPr sz="825" b="0" i="0">
                <a:solidFill>
                  <a:srgbClr val="8A8A8A"/>
                </a:solidFill>
                <a:latin typeface="微软雅黑" panose="020B0503020204020204" charset="-122"/>
                <a:ea typeface="微软雅黑" panose="020B0503020204020204" charset="-122"/>
                <a:cs typeface="微软雅黑" panose="020B0503020204020204" charset="-122"/>
              </a:defRPr>
            </a:lvl8pPr>
            <a:lvl9pPr algn="l">
              <a:defRPr sz="825" b="0" i="0">
                <a:solidFill>
                  <a:srgbClr val="8A8A8A"/>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825" b="0" i="0">
                <a:solidFill>
                  <a:srgbClr val="8A8A8A"/>
                </a:solidFill>
                <a:latin typeface="微软雅黑" panose="020B0503020204020204" charset="-122"/>
                <a:ea typeface="微软雅黑" panose="020B0503020204020204" charset="-122"/>
                <a:cs typeface="微软雅黑" panose="020B0503020204020204" charset="-122"/>
              </a:defRPr>
            </a:pPr>
            <a:r>
              <a:rPr sz="825" b="0" i="0">
                <a:solidFill>
                  <a:srgbClr val="8A8A8A"/>
                </a:solidFill>
                <a:latin typeface="微软雅黑" panose="020B0503020204020204" charset="-122"/>
                <a:ea typeface="微软雅黑" panose="020B0503020204020204" charset="-122"/>
                <a:cs typeface="微软雅黑" panose="020B0503020204020204" charset="-122"/>
              </a:rPr>
              <a:t>来源：论文 Table 3、Table 4（论文原表）</a:t>
            </a:r>
            <a:endParaRPr sz="825" b="0" i="0">
              <a:solidFill>
                <a:srgbClr val="8A8A8A"/>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pic>
        <p:nvPicPr>
          <p:cNvPr id="32" name="图片 31"/>
          <p:cNvPicPr>
            <a:picLocks noChangeAspect="1"/>
          </p:cNvPicPr>
          <p:nvPr/>
        </p:nvPicPr>
        <p:blipFill>
          <a:blip r:embed="rId3"/>
          <a:stretch>
            <a:fillRect/>
          </a:stretch>
        </p:blipFill>
        <p:spPr>
          <a:xfrm>
            <a:off x="685800" y="2162737"/>
            <a:ext cx="5276850" cy="2582914"/>
          </a:xfrm>
          <a:prstGeom prst="rect">
            <a:avLst/>
          </a:prstGeom>
        </p:spPr>
      </p:pic>
      <p:pic>
        <p:nvPicPr>
          <p:cNvPr id="33" name="图片 32"/>
          <p:cNvPicPr>
            <a:picLocks noChangeAspect="1"/>
          </p:cNvPicPr>
          <p:nvPr/>
        </p:nvPicPr>
        <p:blipFill>
          <a:blip r:embed="rId4"/>
          <a:stretch>
            <a:fillRect/>
          </a:stretch>
        </p:blipFill>
        <p:spPr>
          <a:xfrm>
            <a:off x="6229350" y="2162424"/>
            <a:ext cx="5276850" cy="26917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04  总结思辨</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22</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总结</a:t>
            </a:r>
            <a:r>
              <a:rPr sz="2550" b="1" i="0">
                <a:solidFill>
                  <a:srgbClr val="222222"/>
                </a:solidFill>
                <a:latin typeface="微软雅黑" panose="020B0503020204020204" charset="-122"/>
                <a:ea typeface="微软雅黑" panose="020B0503020204020204" charset="-122"/>
                <a:cs typeface="微软雅黑" panose="020B0503020204020204" charset="-122"/>
              </a:rPr>
              <a:t>、局限与未来工作</a:t>
            </a:r>
            <a:endParaRPr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85800" y="1866900"/>
            <a:ext cx="2857500" cy="419100"/>
          </a:xfrm>
          <a:prstGeom prst="roundRect">
            <a:avLst>
              <a:gd name="adj" fmla="val 22727"/>
            </a:avLst>
          </a:prstGeom>
          <a:solidFill>
            <a:srgbClr val="8E1119"/>
          </a:solidFill>
          <a:ln w="0">
            <a:noFill/>
            <a:prstDash val="solid"/>
          </a:ln>
        </p:spPr>
        <p:txBody>
          <a:bodyPr lIns="0" tIns="0" rIns="0" bIns="0" anchor="ctr"/>
          <a:lstStyle>
            <a:defPPr algn="ctr">
              <a:defRPr sz="18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FFFFFF"/>
                </a:solidFill>
                <a:latin typeface="微软雅黑" panose="020B0503020204020204" charset="-122"/>
                <a:ea typeface="微软雅黑" panose="020B0503020204020204" charset="-122"/>
                <a:cs typeface="微软雅黑" panose="020B0503020204020204" charset="-122"/>
              </a:defRPr>
            </a:pPr>
            <a:r>
              <a:rPr lang="zh-CN" sz="1800" b="1" i="0">
                <a:solidFill>
                  <a:srgbClr val="FFFFFF"/>
                </a:solidFill>
                <a:latin typeface="微软雅黑" panose="020B0503020204020204" charset="-122"/>
                <a:ea typeface="微软雅黑" panose="020B0503020204020204" charset="-122"/>
                <a:cs typeface="微软雅黑" panose="020B0503020204020204" charset="-122"/>
              </a:rPr>
              <a:t>总结</a:t>
            </a:r>
            <a:endParaRPr lang="zh-CN" sz="18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椭圆 9"/>
          <p:cNvSpPr>
            <a:spLocks noGrp="1"/>
          </p:cNvSpPr>
          <p:nvPr/>
        </p:nvSpPr>
        <p:spPr>
          <a:xfrm>
            <a:off x="762000" y="2657475"/>
            <a:ext cx="95250" cy="95250"/>
          </a:xfrm>
          <a:prstGeom prst="ellipse">
            <a:avLst/>
          </a:prstGeom>
          <a:solidFill>
            <a:srgbClr val="B5121B"/>
          </a:solidFill>
          <a:ln w="0">
            <a:noFill/>
            <a:prstDash val="solid"/>
          </a:ln>
        </p:spPr>
      </p:sp>
      <p:sp>
        <p:nvSpPr>
          <p:cNvPr id="11" name="矩形 10"/>
          <p:cNvSpPr>
            <a:spLocks noGrp="1"/>
          </p:cNvSpPr>
          <p:nvPr/>
        </p:nvSpPr>
        <p:spPr>
          <a:xfrm>
            <a:off x="971550" y="2571750"/>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核心结论</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2590800" y="2571750"/>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特征蒸馏配合正交投影，可稳定聚合异构模型知识</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3" name="椭圆 12"/>
          <p:cNvSpPr>
            <a:spLocks noGrp="1"/>
          </p:cNvSpPr>
          <p:nvPr/>
        </p:nvSpPr>
        <p:spPr>
          <a:xfrm>
            <a:off x="762000" y="3228975"/>
            <a:ext cx="95250" cy="95250"/>
          </a:xfrm>
          <a:prstGeom prst="ellipse">
            <a:avLst/>
          </a:prstGeom>
          <a:solidFill>
            <a:srgbClr val="B5121B"/>
          </a:solidFill>
          <a:ln w="0">
            <a:noFill/>
            <a:prstDash val="solid"/>
          </a:ln>
        </p:spPr>
      </p:sp>
      <p:sp>
        <p:nvSpPr>
          <p:cNvPr id="14" name="矩形 13"/>
          <p:cNvSpPr>
            <a:spLocks noGrp="1"/>
          </p:cNvSpPr>
          <p:nvPr/>
        </p:nvSpPr>
        <p:spPr>
          <a:xfrm>
            <a:off x="971550" y="3143250"/>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工程特点</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590800" y="3143250"/>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作为服务器端插件接入现有异构联邦学习框架</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6" name="椭圆 15"/>
          <p:cNvSpPr>
            <a:spLocks noGrp="1"/>
          </p:cNvSpPr>
          <p:nvPr/>
        </p:nvSpPr>
        <p:spPr>
          <a:xfrm>
            <a:off x="762000" y="3800475"/>
            <a:ext cx="95250" cy="95250"/>
          </a:xfrm>
          <a:prstGeom prst="ellipse">
            <a:avLst/>
          </a:prstGeom>
          <a:solidFill>
            <a:srgbClr val="B5121B"/>
          </a:solidFill>
          <a:ln w="0">
            <a:noFill/>
            <a:prstDash val="solid"/>
          </a:ln>
        </p:spPr>
      </p:sp>
      <p:sp>
        <p:nvSpPr>
          <p:cNvPr id="17" name="矩形 16"/>
          <p:cNvSpPr>
            <a:spLocks noGrp="1"/>
          </p:cNvSpPr>
          <p:nvPr/>
        </p:nvSpPr>
        <p:spPr>
          <a:xfrm>
            <a:off x="971550" y="3714750"/>
            <a:ext cx="1619250" cy="342900"/>
          </a:xfrm>
          <a:prstGeom prst="rect">
            <a:avLst/>
          </a:prstGeom>
          <a:noFill/>
          <a:ln w="0">
            <a:noFill/>
            <a:prstDash val="solid"/>
          </a:ln>
        </p:spPr>
        <p:txBody>
          <a:bodyPr lIns="0" tIns="0" rIns="0" bIns="0" anchor="ctr"/>
          <a:lstStyle>
            <a:defPPr algn="l">
              <a:defRPr sz="1650"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650"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650"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650"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650"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650"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650"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650"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650"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650"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1" i="0">
                <a:solidFill>
                  <a:srgbClr val="B5121B"/>
                </a:solidFill>
                <a:latin typeface="微软雅黑" panose="020B0503020204020204" charset="-122"/>
                <a:ea typeface="微软雅黑" panose="020B0503020204020204" charset="-122"/>
                <a:cs typeface="微软雅黑" panose="020B0503020204020204" charset="-122"/>
              </a:defRPr>
            </a:pPr>
            <a:r>
              <a:rPr sz="1650" b="1" i="0">
                <a:solidFill>
                  <a:srgbClr val="B5121B"/>
                </a:solidFill>
                <a:latin typeface="微软雅黑" panose="020B0503020204020204" charset="-122"/>
                <a:ea typeface="微软雅黑" panose="020B0503020204020204" charset="-122"/>
                <a:cs typeface="微软雅黑" panose="020B0503020204020204" charset="-122"/>
              </a:rPr>
              <a:t>实验结果</a:t>
            </a:r>
            <a:endParaRPr sz="1650"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2590800" y="3714750"/>
            <a:ext cx="8382000" cy="438150"/>
          </a:xfrm>
          <a:prstGeom prst="rect">
            <a:avLst/>
          </a:prstGeom>
          <a:noFill/>
          <a:ln w="0">
            <a:noFill/>
            <a:prstDash val="solid"/>
          </a:ln>
        </p:spPr>
        <p:txBody>
          <a:bodyPr lIns="0" tIns="0" rIns="0" bIns="0" anchor="ctr"/>
          <a:lstStyle>
            <a:defPPr algn="l">
              <a:defRPr sz="1650"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650"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650"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650"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650"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650"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650"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650"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650"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650"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650" b="0" i="0">
                <a:solidFill>
                  <a:srgbClr val="222222"/>
                </a:solidFill>
                <a:latin typeface="微软雅黑" panose="020B0503020204020204" charset="-122"/>
                <a:ea typeface="微软雅黑" panose="020B0503020204020204" charset="-122"/>
                <a:cs typeface="微软雅黑" panose="020B0503020204020204" charset="-122"/>
              </a:defRPr>
            </a:pPr>
            <a:r>
              <a:rPr sz="1650" b="0" i="0">
                <a:solidFill>
                  <a:srgbClr val="222222"/>
                </a:solidFill>
                <a:latin typeface="微软雅黑" panose="020B0503020204020204" charset="-122"/>
                <a:ea typeface="微软雅黑" panose="020B0503020204020204" charset="-122"/>
                <a:cs typeface="微软雅黑" panose="020B0503020204020204" charset="-122"/>
              </a:rPr>
              <a:t>三个视觉数据集、多种 Non-IID 与模型组合下均取得最好结果</a:t>
            </a:r>
            <a:endParaRPr sz="1650"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9" name="直接连接符 18"/>
          <p:cNvSpPr>
            <a:spLocks noGrp="1"/>
          </p:cNvSpPr>
          <p:nvPr/>
        </p:nvSpPr>
        <p:spPr>
          <a:xfrm>
            <a:off x="666750" y="4476750"/>
            <a:ext cx="10858500" cy="0"/>
          </a:xfrm>
          <a:prstGeom prst="line">
            <a:avLst/>
          </a:prstGeom>
          <a:noFill/>
          <a:ln w="19050">
            <a:solidFill>
              <a:srgbClr val="D9DCE2"/>
            </a:solidFill>
            <a:prstDash val="solid"/>
          </a:ln>
        </p:spPr>
      </p:sp>
      <p:sp>
        <p:nvSpPr>
          <p:cNvPr id="20" name="圆角矩形 19"/>
          <p:cNvSpPr>
            <a:spLocks noGrp="1"/>
          </p:cNvSpPr>
          <p:nvPr/>
        </p:nvSpPr>
        <p:spPr>
          <a:xfrm>
            <a:off x="685800" y="4762500"/>
            <a:ext cx="2857500" cy="419100"/>
          </a:xfrm>
          <a:prstGeom prst="roundRect">
            <a:avLst>
              <a:gd name="adj" fmla="val 22727"/>
            </a:avLst>
          </a:prstGeom>
          <a:solidFill>
            <a:srgbClr val="1598A5"/>
          </a:solidFill>
          <a:ln w="0">
            <a:noFill/>
            <a:prstDash val="solid"/>
          </a:ln>
        </p:spPr>
        <p:txBody>
          <a:bodyPr lIns="0" tIns="0" rIns="0" bIns="0" anchor="ctr"/>
          <a:lstStyle>
            <a:defPPr algn="ctr">
              <a:defRPr sz="1800"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1800"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1800"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1800"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1800"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1800"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1800"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1800"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1800"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180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1800" b="1" i="0">
                <a:solidFill>
                  <a:srgbClr val="FFFFFF"/>
                </a:solidFill>
                <a:latin typeface="微软雅黑" panose="020B0503020204020204" charset="-122"/>
                <a:ea typeface="微软雅黑" panose="020B0503020204020204" charset="-122"/>
                <a:cs typeface="微软雅黑" panose="020B0503020204020204" charset="-122"/>
              </a:defRPr>
            </a:pPr>
            <a:r>
              <a:rPr lang="zh-CN" altLang="en-US" sz="1800" b="1" i="0">
                <a:solidFill>
                  <a:srgbClr val="FFFFFF"/>
                </a:solidFill>
                <a:latin typeface="微软雅黑" panose="020B0503020204020204" charset="-122"/>
                <a:ea typeface="微软雅黑" panose="020B0503020204020204" charset="-122"/>
                <a:cs typeface="微软雅黑" panose="020B0503020204020204" charset="-122"/>
              </a:rPr>
              <a:t>评价</a:t>
            </a:r>
            <a:endParaRPr lang="zh-CN" altLang="en-US" sz="18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3857625" y="4762500"/>
            <a:ext cx="6667500" cy="361950"/>
          </a:xfrm>
          <a:prstGeom prst="rect">
            <a:avLst/>
          </a:prstGeom>
          <a:noFill/>
          <a:ln w="0">
            <a:noFill/>
            <a:prstDash val="solid"/>
          </a:ln>
        </p:spPr>
        <p:txBody>
          <a:bodyPr lIns="0" tIns="0" rIns="0" bIns="0" anchor="ctr"/>
          <a:lstStyle>
            <a:defPPr algn="l">
              <a:defRPr sz="1575" b="1" i="0">
                <a:solidFill>
                  <a:srgbClr val="1598A5"/>
                </a:solidFill>
                <a:latin typeface="微软雅黑" panose="020B0503020204020204" charset="-122"/>
                <a:ea typeface="微软雅黑" panose="020B0503020204020204" charset="-122"/>
                <a:cs typeface="微软雅黑" panose="020B0503020204020204" charset="-122"/>
              </a:defRPr>
            </a:defPPr>
            <a:lvl1pPr algn="l">
              <a:defRPr sz="1575" b="1" i="0">
                <a:solidFill>
                  <a:srgbClr val="1598A5"/>
                </a:solidFill>
                <a:latin typeface="微软雅黑" panose="020B0503020204020204" charset="-122"/>
                <a:ea typeface="微软雅黑" panose="020B0503020204020204" charset="-122"/>
                <a:cs typeface="微软雅黑" panose="020B0503020204020204" charset="-122"/>
              </a:defRPr>
            </a:lvl1pPr>
            <a:lvl2pPr algn="l">
              <a:defRPr sz="1575" b="1" i="0">
                <a:solidFill>
                  <a:srgbClr val="1598A5"/>
                </a:solidFill>
                <a:latin typeface="微软雅黑" panose="020B0503020204020204" charset="-122"/>
                <a:ea typeface="微软雅黑" panose="020B0503020204020204" charset="-122"/>
                <a:cs typeface="微软雅黑" panose="020B0503020204020204" charset="-122"/>
              </a:defRPr>
            </a:lvl2pPr>
            <a:lvl3pPr algn="l">
              <a:defRPr sz="1575" b="1" i="0">
                <a:solidFill>
                  <a:srgbClr val="1598A5"/>
                </a:solidFill>
                <a:latin typeface="微软雅黑" panose="020B0503020204020204" charset="-122"/>
                <a:ea typeface="微软雅黑" panose="020B0503020204020204" charset="-122"/>
                <a:cs typeface="微软雅黑" panose="020B0503020204020204" charset="-122"/>
              </a:defRPr>
            </a:lvl3pPr>
            <a:lvl4pPr algn="l">
              <a:defRPr sz="1575" b="1" i="0">
                <a:solidFill>
                  <a:srgbClr val="1598A5"/>
                </a:solidFill>
                <a:latin typeface="微软雅黑" panose="020B0503020204020204" charset="-122"/>
                <a:ea typeface="微软雅黑" panose="020B0503020204020204" charset="-122"/>
                <a:cs typeface="微软雅黑" panose="020B0503020204020204" charset="-122"/>
              </a:defRPr>
            </a:lvl4pPr>
            <a:lvl5pPr algn="l">
              <a:defRPr sz="1575" b="1" i="0">
                <a:solidFill>
                  <a:srgbClr val="1598A5"/>
                </a:solidFill>
                <a:latin typeface="微软雅黑" panose="020B0503020204020204" charset="-122"/>
                <a:ea typeface="微软雅黑" panose="020B0503020204020204" charset="-122"/>
                <a:cs typeface="微软雅黑" panose="020B0503020204020204" charset="-122"/>
              </a:defRPr>
            </a:lvl5pPr>
            <a:lvl6pPr algn="l">
              <a:defRPr sz="1575" b="1" i="0">
                <a:solidFill>
                  <a:srgbClr val="1598A5"/>
                </a:solidFill>
                <a:latin typeface="微软雅黑" panose="020B0503020204020204" charset="-122"/>
                <a:ea typeface="微软雅黑" panose="020B0503020204020204" charset="-122"/>
                <a:cs typeface="微软雅黑" panose="020B0503020204020204" charset="-122"/>
              </a:defRPr>
            </a:lvl6pPr>
            <a:lvl7pPr algn="l">
              <a:defRPr sz="1575" b="1" i="0">
                <a:solidFill>
                  <a:srgbClr val="1598A5"/>
                </a:solidFill>
                <a:latin typeface="微软雅黑" panose="020B0503020204020204" charset="-122"/>
                <a:ea typeface="微软雅黑" panose="020B0503020204020204" charset="-122"/>
                <a:cs typeface="微软雅黑" panose="020B0503020204020204" charset="-122"/>
              </a:defRPr>
            </a:lvl7pPr>
            <a:lvl8pPr algn="l">
              <a:defRPr sz="1575" b="1" i="0">
                <a:solidFill>
                  <a:srgbClr val="1598A5"/>
                </a:solidFill>
                <a:latin typeface="微软雅黑" panose="020B0503020204020204" charset="-122"/>
                <a:ea typeface="微软雅黑" panose="020B0503020204020204" charset="-122"/>
                <a:cs typeface="微软雅黑" panose="020B0503020204020204" charset="-122"/>
              </a:defRPr>
            </a:lvl8pPr>
            <a:lvl9pPr algn="l">
              <a:defRPr sz="157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575" b="1" i="0">
                <a:solidFill>
                  <a:srgbClr val="1598A5"/>
                </a:solidFill>
                <a:latin typeface="微软雅黑" panose="020B0503020204020204" charset="-122"/>
                <a:ea typeface="微软雅黑" panose="020B0503020204020204" charset="-122"/>
                <a:cs typeface="微软雅黑" panose="020B0503020204020204" charset="-122"/>
              </a:defRPr>
            </a:pPr>
            <a:r>
              <a:rPr sz="1575" b="1" i="0">
                <a:solidFill>
                  <a:srgbClr val="1598A5"/>
                </a:solidFill>
                <a:latin typeface="微软雅黑" panose="020B0503020204020204" charset="-122"/>
                <a:ea typeface="微软雅黑" panose="020B0503020204020204" charset="-122"/>
                <a:cs typeface="微软雅黑" panose="020B0503020204020204" charset="-122"/>
              </a:rPr>
              <a:t>优势：问题与方法对应清晰，消融能解释模块作用</a:t>
            </a:r>
            <a:endParaRPr sz="157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914400" y="5334000"/>
            <a:ext cx="10191750" cy="72390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局限：仅两次运行；缺少墙钟时间、FLOPs 与显存开销；依赖公共蒸馏数据；未给收敛理论；任务集中于图像分类</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master-cover"/>
          <p:cNvSpPr>
            <a:spLocks noGrp="1"/>
          </p:cNvSpPr>
          <p:nvPr/>
        </p:nvSpPr>
        <p:spPr>
          <a:xfrm>
            <a:off x="0" y="0"/>
            <a:ext cx="12192000" cy="6858000"/>
          </a:xfrm>
          <a:prstGeom prst="rect">
            <a:avLst/>
          </a:prstGeom>
          <a:solidFill>
            <a:srgbClr val="FFFFFF"/>
          </a:solidFill>
          <a:ln w="0">
            <a:noFill/>
            <a:prstDash val="solid"/>
          </a:ln>
        </p:spPr>
      </p:sp>
      <p:pic>
        <p:nvPicPr>
          <p:cNvPr id="2" name="图片 1"/>
          <p:cNvPicPr>
            <a:picLocks noChangeAspect="1"/>
          </p:cNvPicPr>
          <p:nvPr/>
        </p:nvPicPr>
        <p:blipFill>
          <a:blip r:embed="rId1"/>
          <a:srcRect t="45139" b="45139"/>
          <a:stretch>
            <a:fillRect/>
          </a:stretch>
        </p:blipFill>
        <p:spPr>
          <a:xfrm>
            <a:off x="0" y="0"/>
            <a:ext cx="12192000" cy="666750"/>
          </a:xfrm>
          <a:prstGeom prst="rect">
            <a:avLst/>
          </a:prstGeom>
        </p:spPr>
      </p:pic>
      <p:sp>
        <p:nvSpPr>
          <p:cNvPr id="3" name="矩形 2"/>
          <p:cNvSpPr>
            <a:spLocks noGrp="1"/>
          </p:cNvSpPr>
          <p:nvPr/>
        </p:nvSpPr>
        <p:spPr>
          <a:xfrm>
            <a:off x="400050" y="95250"/>
            <a:ext cx="2381250" cy="457200"/>
          </a:xfrm>
          <a:prstGeom prst="rect">
            <a:avLst/>
          </a:prstGeom>
          <a:noFill/>
          <a:ln w="0">
            <a:noFill/>
            <a:prstDash val="solid"/>
          </a:ln>
        </p:spPr>
        <p:txBody>
          <a:bodyPr lIns="0" tIns="0" rIns="0" bIns="0" anchor="ctr"/>
          <a:lstStyle>
            <a:defPPr algn="l">
              <a:defRPr sz="1950" b="1" i="0">
                <a:solidFill>
                  <a:srgbClr val="FFFFFF"/>
                </a:solidFill>
                <a:latin typeface="微软雅黑" panose="020B0503020204020204" charset="-122"/>
                <a:ea typeface="微软雅黑" panose="020B0503020204020204" charset="-122"/>
                <a:cs typeface="微软雅黑" panose="020B0503020204020204" charset="-122"/>
              </a:defRPr>
            </a:defPPr>
            <a:lvl1pPr algn="l">
              <a:defRPr sz="1950" b="1" i="0">
                <a:solidFill>
                  <a:srgbClr val="FFFFFF"/>
                </a:solidFill>
                <a:latin typeface="微软雅黑" panose="020B0503020204020204" charset="-122"/>
                <a:ea typeface="微软雅黑" panose="020B0503020204020204" charset="-122"/>
                <a:cs typeface="微软雅黑" panose="020B0503020204020204" charset="-122"/>
              </a:defRPr>
            </a:lvl1pPr>
            <a:lvl2pPr algn="l">
              <a:defRPr sz="1950" b="1" i="0">
                <a:solidFill>
                  <a:srgbClr val="FFFFFF"/>
                </a:solidFill>
                <a:latin typeface="微软雅黑" panose="020B0503020204020204" charset="-122"/>
                <a:ea typeface="微软雅黑" panose="020B0503020204020204" charset="-122"/>
                <a:cs typeface="微软雅黑" panose="020B0503020204020204" charset="-122"/>
              </a:defRPr>
            </a:lvl2pPr>
            <a:lvl3pPr algn="l">
              <a:defRPr sz="1950" b="1" i="0">
                <a:solidFill>
                  <a:srgbClr val="FFFFFF"/>
                </a:solidFill>
                <a:latin typeface="微软雅黑" panose="020B0503020204020204" charset="-122"/>
                <a:ea typeface="微软雅黑" panose="020B0503020204020204" charset="-122"/>
                <a:cs typeface="微软雅黑" panose="020B0503020204020204" charset="-122"/>
              </a:defRPr>
            </a:lvl3pPr>
            <a:lvl4pPr algn="l">
              <a:defRPr sz="1950" b="1" i="0">
                <a:solidFill>
                  <a:srgbClr val="FFFFFF"/>
                </a:solidFill>
                <a:latin typeface="微软雅黑" panose="020B0503020204020204" charset="-122"/>
                <a:ea typeface="微软雅黑" panose="020B0503020204020204" charset="-122"/>
                <a:cs typeface="微软雅黑" panose="020B0503020204020204" charset="-122"/>
              </a:defRPr>
            </a:lvl4pPr>
            <a:lvl5pPr algn="l">
              <a:defRPr sz="1950" b="1" i="0">
                <a:solidFill>
                  <a:srgbClr val="FFFFFF"/>
                </a:solidFill>
                <a:latin typeface="微软雅黑" panose="020B0503020204020204" charset="-122"/>
                <a:ea typeface="微软雅黑" panose="020B0503020204020204" charset="-122"/>
                <a:cs typeface="微软雅黑" panose="020B0503020204020204" charset="-122"/>
              </a:defRPr>
            </a:lvl5pPr>
            <a:lvl6pPr algn="l">
              <a:defRPr sz="1950" b="1" i="0">
                <a:solidFill>
                  <a:srgbClr val="FFFFFF"/>
                </a:solidFill>
                <a:latin typeface="微软雅黑" panose="020B0503020204020204" charset="-122"/>
                <a:ea typeface="微软雅黑" panose="020B0503020204020204" charset="-122"/>
                <a:cs typeface="微软雅黑" panose="020B0503020204020204" charset="-122"/>
              </a:defRPr>
            </a:lvl6pPr>
            <a:lvl7pPr algn="l">
              <a:defRPr sz="1950" b="1" i="0">
                <a:solidFill>
                  <a:srgbClr val="FFFFFF"/>
                </a:solidFill>
                <a:latin typeface="微软雅黑" panose="020B0503020204020204" charset="-122"/>
                <a:ea typeface="微软雅黑" panose="020B0503020204020204" charset="-122"/>
                <a:cs typeface="微软雅黑" panose="020B0503020204020204" charset="-122"/>
              </a:defRPr>
            </a:lvl7pPr>
            <a:lvl8pPr algn="l">
              <a:defRPr sz="1950" b="1" i="0">
                <a:solidFill>
                  <a:srgbClr val="FFFFFF"/>
                </a:solidFill>
                <a:latin typeface="微软雅黑" panose="020B0503020204020204" charset="-122"/>
                <a:ea typeface="微软雅黑" panose="020B0503020204020204" charset="-122"/>
                <a:cs typeface="微软雅黑" panose="020B0503020204020204" charset="-122"/>
              </a:defRPr>
            </a:lvl8pPr>
            <a:lvl9pPr algn="l">
              <a:defRPr sz="1950" b="1" i="0">
                <a:solidFill>
                  <a:srgbClr val="FFFFFF"/>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950" b="1" i="0">
                <a:solidFill>
                  <a:srgbClr val="FFFFFF"/>
                </a:solidFill>
                <a:latin typeface="微软雅黑" panose="020B0503020204020204" charset="-122"/>
                <a:ea typeface="微软雅黑" panose="020B0503020204020204" charset="-122"/>
                <a:cs typeface="微软雅黑" panose="020B0503020204020204" charset="-122"/>
              </a:defRPr>
            </a:pPr>
            <a:r>
              <a:rPr sz="1950" b="1" i="0">
                <a:solidFill>
                  <a:srgbClr val="FFFFFF"/>
                </a:solidFill>
                <a:latin typeface="微软雅黑" panose="020B0503020204020204" charset="-122"/>
                <a:ea typeface="微软雅黑" panose="020B0503020204020204" charset="-122"/>
                <a:cs typeface="微软雅黑" panose="020B0503020204020204" charset="-122"/>
              </a:rPr>
              <a:t>04  总结思辨</a:t>
            </a:r>
            <a:endParaRPr sz="19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315700" y="6477000"/>
            <a:ext cx="457200" cy="228600"/>
          </a:xfrm>
          <a:prstGeom prst="rect">
            <a:avLst/>
          </a:prstGeom>
          <a:noFill/>
          <a:ln w="0">
            <a:noFill/>
            <a:prstDash val="solid"/>
          </a:ln>
        </p:spPr>
        <p:txBody>
          <a:bodyPr lIns="0" tIns="0" rIns="0" bIns="0" anchor="ctr"/>
          <a:lstStyle>
            <a:defPPr algn="r">
              <a:defRPr sz="900" b="0" i="0">
                <a:solidFill>
                  <a:srgbClr val="9A9A9A"/>
                </a:solidFill>
                <a:latin typeface="微软雅黑" panose="020B0503020204020204" charset="-122"/>
                <a:ea typeface="微软雅黑" panose="020B0503020204020204" charset="-122"/>
                <a:cs typeface="微软雅黑" panose="020B0503020204020204" charset="-122"/>
              </a:defRPr>
            </a:defPPr>
            <a:lvl1pPr algn="r">
              <a:defRPr sz="900" b="0" i="0">
                <a:solidFill>
                  <a:srgbClr val="9A9A9A"/>
                </a:solidFill>
                <a:latin typeface="微软雅黑" panose="020B0503020204020204" charset="-122"/>
                <a:ea typeface="微软雅黑" panose="020B0503020204020204" charset="-122"/>
                <a:cs typeface="微软雅黑" panose="020B0503020204020204" charset="-122"/>
              </a:defRPr>
            </a:lvl1pPr>
            <a:lvl2pPr algn="r">
              <a:defRPr sz="900" b="0" i="0">
                <a:solidFill>
                  <a:srgbClr val="9A9A9A"/>
                </a:solidFill>
                <a:latin typeface="微软雅黑" panose="020B0503020204020204" charset="-122"/>
                <a:ea typeface="微软雅黑" panose="020B0503020204020204" charset="-122"/>
                <a:cs typeface="微软雅黑" panose="020B0503020204020204" charset="-122"/>
              </a:defRPr>
            </a:lvl2pPr>
            <a:lvl3pPr algn="r">
              <a:defRPr sz="900" b="0" i="0">
                <a:solidFill>
                  <a:srgbClr val="9A9A9A"/>
                </a:solidFill>
                <a:latin typeface="微软雅黑" panose="020B0503020204020204" charset="-122"/>
                <a:ea typeface="微软雅黑" panose="020B0503020204020204" charset="-122"/>
                <a:cs typeface="微软雅黑" panose="020B0503020204020204" charset="-122"/>
              </a:defRPr>
            </a:lvl3pPr>
            <a:lvl4pPr algn="r">
              <a:defRPr sz="900" b="0" i="0">
                <a:solidFill>
                  <a:srgbClr val="9A9A9A"/>
                </a:solidFill>
                <a:latin typeface="微软雅黑" panose="020B0503020204020204" charset="-122"/>
                <a:ea typeface="微软雅黑" panose="020B0503020204020204" charset="-122"/>
                <a:cs typeface="微软雅黑" panose="020B0503020204020204" charset="-122"/>
              </a:defRPr>
            </a:lvl4pPr>
            <a:lvl5pPr algn="r">
              <a:defRPr sz="900" b="0" i="0">
                <a:solidFill>
                  <a:srgbClr val="9A9A9A"/>
                </a:solidFill>
                <a:latin typeface="微软雅黑" panose="020B0503020204020204" charset="-122"/>
                <a:ea typeface="微软雅黑" panose="020B0503020204020204" charset="-122"/>
                <a:cs typeface="微软雅黑" panose="020B0503020204020204" charset="-122"/>
              </a:defRPr>
            </a:lvl5pPr>
            <a:lvl6pPr algn="r">
              <a:defRPr sz="900" b="0" i="0">
                <a:solidFill>
                  <a:srgbClr val="9A9A9A"/>
                </a:solidFill>
                <a:latin typeface="微软雅黑" panose="020B0503020204020204" charset="-122"/>
                <a:ea typeface="微软雅黑" panose="020B0503020204020204" charset="-122"/>
                <a:cs typeface="微软雅黑" panose="020B0503020204020204" charset="-122"/>
              </a:defRPr>
            </a:lvl6pPr>
            <a:lvl7pPr algn="r">
              <a:defRPr sz="900" b="0" i="0">
                <a:solidFill>
                  <a:srgbClr val="9A9A9A"/>
                </a:solidFill>
                <a:latin typeface="微软雅黑" panose="020B0503020204020204" charset="-122"/>
                <a:ea typeface="微软雅黑" panose="020B0503020204020204" charset="-122"/>
                <a:cs typeface="微软雅黑" panose="020B0503020204020204" charset="-122"/>
              </a:defRPr>
            </a:lvl7pPr>
            <a:lvl8pPr algn="r">
              <a:defRPr sz="900" b="0" i="0">
                <a:solidFill>
                  <a:srgbClr val="9A9A9A"/>
                </a:solidFill>
                <a:latin typeface="微软雅黑" panose="020B0503020204020204" charset="-122"/>
                <a:ea typeface="微软雅黑" panose="020B0503020204020204" charset="-122"/>
                <a:cs typeface="微软雅黑" panose="020B0503020204020204" charset="-122"/>
              </a:defRPr>
            </a:lvl8pPr>
            <a:lvl9pPr algn="r">
              <a:defRPr sz="900" b="0" i="0">
                <a:solidFill>
                  <a:srgbClr val="9A9A9A"/>
                </a:solidFill>
                <a:latin typeface="微软雅黑" panose="020B0503020204020204" charset="-122"/>
                <a:ea typeface="微软雅黑" panose="020B0503020204020204" charset="-122"/>
                <a:cs typeface="微软雅黑" panose="020B0503020204020204" charset="-122"/>
              </a:defRPr>
            </a:lvl9pPr>
          </a:lstStyle>
          <a:p>
            <a:pPr algn="r">
              <a:lnSpc>
                <a:spcPct val="112000"/>
              </a:lnSpc>
              <a:buNone/>
              <a:defRPr sz="900" b="0" i="0">
                <a:solidFill>
                  <a:srgbClr val="9A9A9A"/>
                </a:solidFill>
                <a:latin typeface="微软雅黑" panose="020B0503020204020204" charset="-122"/>
                <a:ea typeface="微软雅黑" panose="020B0503020204020204" charset="-122"/>
                <a:cs typeface="微软雅黑" panose="020B0503020204020204" charset="-122"/>
              </a:defRPr>
            </a:pPr>
            <a:r>
              <a:rPr sz="900" b="0" i="0">
                <a:solidFill>
                  <a:srgbClr val="9A9A9A"/>
                </a:solidFill>
                <a:latin typeface="微软雅黑" panose="020B0503020204020204" charset="-122"/>
                <a:ea typeface="微软雅黑" panose="020B0503020204020204" charset="-122"/>
                <a:cs typeface="微软雅黑" panose="020B0503020204020204" charset="-122"/>
              </a:rPr>
              <a:t>23</a:t>
            </a:r>
            <a:endParaRPr sz="900" b="0" i="0">
              <a:solidFill>
                <a:srgbClr val="9A9A9A"/>
              </a:solidFill>
              <a:latin typeface="微软雅黑" panose="020B0503020204020204" charset="-122"/>
              <a:ea typeface="微软雅黑" panose="020B0503020204020204" charset="-122"/>
              <a:cs typeface="微软雅黑" panose="020B0503020204020204" charset="-122"/>
            </a:endParaRPr>
          </a:p>
        </p:txBody>
      </p:sp>
      <p:sp>
        <p:nvSpPr>
          <p:cNvPr id="6" name="title-accent"/>
          <p:cNvSpPr>
            <a:spLocks noGrp="1"/>
          </p:cNvSpPr>
          <p:nvPr/>
        </p:nvSpPr>
        <p:spPr>
          <a:xfrm>
            <a:off x="457200" y="933450"/>
            <a:ext cx="76200" cy="419100"/>
          </a:xfrm>
          <a:prstGeom prst="rect">
            <a:avLst/>
          </a:prstGeom>
          <a:solidFill>
            <a:srgbClr val="B5121B"/>
          </a:solidFill>
          <a:ln w="0">
            <a:noFill/>
            <a:prstDash val="solid"/>
          </a:ln>
        </p:spPr>
      </p:sp>
      <p:sp>
        <p:nvSpPr>
          <p:cNvPr id="7" name="矩形 6"/>
          <p:cNvSpPr>
            <a:spLocks noGrp="1"/>
          </p:cNvSpPr>
          <p:nvPr/>
        </p:nvSpPr>
        <p:spPr>
          <a:xfrm>
            <a:off x="666750" y="838200"/>
            <a:ext cx="10668000" cy="571500"/>
          </a:xfrm>
          <a:prstGeom prst="rect">
            <a:avLst/>
          </a:prstGeom>
          <a:noFill/>
          <a:ln w="0">
            <a:noFill/>
            <a:prstDash val="solid"/>
          </a:ln>
        </p:spPr>
        <p:txBody>
          <a:bodyPr lIns="0" tIns="0" rIns="0" bIns="0" anchor="ctr"/>
          <a:lstStyle>
            <a:defPPr algn="l">
              <a:defRPr sz="2550" b="1" i="0">
                <a:solidFill>
                  <a:srgbClr val="222222"/>
                </a:solidFill>
                <a:latin typeface="微软雅黑" panose="020B0503020204020204" charset="-122"/>
                <a:ea typeface="微软雅黑" panose="020B0503020204020204" charset="-122"/>
                <a:cs typeface="微软雅黑" panose="020B0503020204020204" charset="-122"/>
              </a:defRPr>
            </a:defPPr>
            <a:lvl1pPr algn="l">
              <a:defRPr sz="2550" b="1" i="0">
                <a:solidFill>
                  <a:srgbClr val="222222"/>
                </a:solidFill>
                <a:latin typeface="微软雅黑" panose="020B0503020204020204" charset="-122"/>
                <a:ea typeface="微软雅黑" panose="020B0503020204020204" charset="-122"/>
                <a:cs typeface="微软雅黑" panose="020B0503020204020204" charset="-122"/>
              </a:defRPr>
            </a:lvl1pPr>
            <a:lvl2pPr algn="l">
              <a:defRPr sz="2550" b="1" i="0">
                <a:solidFill>
                  <a:srgbClr val="222222"/>
                </a:solidFill>
                <a:latin typeface="微软雅黑" panose="020B0503020204020204" charset="-122"/>
                <a:ea typeface="微软雅黑" panose="020B0503020204020204" charset="-122"/>
                <a:cs typeface="微软雅黑" panose="020B0503020204020204" charset="-122"/>
              </a:defRPr>
            </a:lvl2pPr>
            <a:lvl3pPr algn="l">
              <a:defRPr sz="2550" b="1" i="0">
                <a:solidFill>
                  <a:srgbClr val="222222"/>
                </a:solidFill>
                <a:latin typeface="微软雅黑" panose="020B0503020204020204" charset="-122"/>
                <a:ea typeface="微软雅黑" panose="020B0503020204020204" charset="-122"/>
                <a:cs typeface="微软雅黑" panose="020B0503020204020204" charset="-122"/>
              </a:defRPr>
            </a:lvl3pPr>
            <a:lvl4pPr algn="l">
              <a:defRPr sz="2550" b="1" i="0">
                <a:solidFill>
                  <a:srgbClr val="222222"/>
                </a:solidFill>
                <a:latin typeface="微软雅黑" panose="020B0503020204020204" charset="-122"/>
                <a:ea typeface="微软雅黑" panose="020B0503020204020204" charset="-122"/>
                <a:cs typeface="微软雅黑" panose="020B0503020204020204" charset="-122"/>
              </a:defRPr>
            </a:lvl4pPr>
            <a:lvl5pPr algn="l">
              <a:defRPr sz="2550" b="1" i="0">
                <a:solidFill>
                  <a:srgbClr val="222222"/>
                </a:solidFill>
                <a:latin typeface="微软雅黑" panose="020B0503020204020204" charset="-122"/>
                <a:ea typeface="微软雅黑" panose="020B0503020204020204" charset="-122"/>
                <a:cs typeface="微软雅黑" panose="020B0503020204020204" charset="-122"/>
              </a:defRPr>
            </a:lvl5pPr>
            <a:lvl6pPr algn="l">
              <a:defRPr sz="2550" b="1" i="0">
                <a:solidFill>
                  <a:srgbClr val="222222"/>
                </a:solidFill>
                <a:latin typeface="微软雅黑" panose="020B0503020204020204" charset="-122"/>
                <a:ea typeface="微软雅黑" panose="020B0503020204020204" charset="-122"/>
                <a:cs typeface="微软雅黑" panose="020B0503020204020204" charset="-122"/>
              </a:defRPr>
            </a:lvl6pPr>
            <a:lvl7pPr algn="l">
              <a:defRPr sz="2550" b="1" i="0">
                <a:solidFill>
                  <a:srgbClr val="222222"/>
                </a:solidFill>
                <a:latin typeface="微软雅黑" panose="020B0503020204020204" charset="-122"/>
                <a:ea typeface="微软雅黑" panose="020B0503020204020204" charset="-122"/>
                <a:cs typeface="微软雅黑" panose="020B0503020204020204" charset="-122"/>
              </a:defRPr>
            </a:lvl7pPr>
            <a:lvl8pPr algn="l">
              <a:defRPr sz="2550" b="1" i="0">
                <a:solidFill>
                  <a:srgbClr val="222222"/>
                </a:solidFill>
                <a:latin typeface="微软雅黑" panose="020B0503020204020204" charset="-122"/>
                <a:ea typeface="微软雅黑" panose="020B0503020204020204" charset="-122"/>
                <a:cs typeface="微软雅黑" panose="020B0503020204020204" charset="-122"/>
              </a:defRPr>
            </a:lvl8pPr>
            <a:lvl9pPr algn="l">
              <a:defRPr sz="2550" b="1"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2550" b="1" i="0">
                <a:solidFill>
                  <a:srgbClr val="222222"/>
                </a:solidFill>
                <a:latin typeface="微软雅黑" panose="020B0503020204020204" charset="-122"/>
                <a:ea typeface="微软雅黑" panose="020B0503020204020204" charset="-122"/>
                <a:cs typeface="微软雅黑" panose="020B0503020204020204" charset="-122"/>
              </a:defRPr>
            </a:pPr>
            <a:r>
              <a:rPr lang="zh-CN" sz="2550" b="1" i="0">
                <a:solidFill>
                  <a:srgbClr val="222222"/>
                </a:solidFill>
                <a:latin typeface="微软雅黑" panose="020B0503020204020204" charset="-122"/>
                <a:ea typeface="微软雅黑" panose="020B0503020204020204" charset="-122"/>
                <a:cs typeface="微软雅黑" panose="020B0503020204020204" charset="-122"/>
              </a:rPr>
              <a:t>思考</a:t>
            </a:r>
            <a:endParaRPr lang="zh-CN" sz="2550" b="1"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666750" y="1952625"/>
            <a:ext cx="819150" cy="685800"/>
          </a:xfrm>
          <a:prstGeom prst="roundRect">
            <a:avLst>
              <a:gd name="adj" fmla="val 16667"/>
            </a:avLst>
          </a:prstGeom>
          <a:solidFill>
            <a:srgbClr val="3577B8"/>
          </a:solidFill>
          <a:ln w="0">
            <a:noFill/>
            <a:prstDash val="solid"/>
          </a:ln>
        </p:spPr>
        <p:txBody>
          <a:bodyPr lIns="0" tIns="0" rIns="0" bIns="0" anchor="ctr"/>
          <a:lstStyle>
            <a:defPPr algn="ctr">
              <a:defRPr sz="217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7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7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7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7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7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7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7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7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7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75" b="1" i="0">
                <a:solidFill>
                  <a:srgbClr val="FFFFFF"/>
                </a:solidFill>
                <a:latin typeface="微软雅黑" panose="020B0503020204020204" charset="-122"/>
                <a:ea typeface="微软雅黑" panose="020B0503020204020204" charset="-122"/>
                <a:cs typeface="微软雅黑" panose="020B0503020204020204" charset="-122"/>
              </a:defRPr>
            </a:pPr>
            <a:r>
              <a:rPr sz="2175" b="1" i="0">
                <a:solidFill>
                  <a:srgbClr val="FFFFFF"/>
                </a:solidFill>
                <a:latin typeface="微软雅黑" panose="020B0503020204020204" charset="-122"/>
                <a:ea typeface="微软雅黑" panose="020B0503020204020204" charset="-122"/>
                <a:cs typeface="微软雅黑" panose="020B0503020204020204" charset="-122"/>
              </a:rPr>
              <a:t>01</a:t>
            </a:r>
            <a:endParaRPr sz="21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1809750" y="1952625"/>
            <a:ext cx="8572500" cy="409575"/>
          </a:xfrm>
          <a:prstGeom prst="rect">
            <a:avLst/>
          </a:prstGeom>
          <a:noFill/>
          <a:ln w="0">
            <a:noFill/>
            <a:prstDash val="solid"/>
          </a:ln>
        </p:spPr>
        <p:txBody>
          <a:bodyPr lIns="0" tIns="0" rIns="0" bIns="0" anchor="ctr"/>
          <a:lstStyle>
            <a:defPPr algn="l">
              <a:defRPr sz="1875" b="1" i="0">
                <a:solidFill>
                  <a:srgbClr val="3577B8"/>
                </a:solidFill>
                <a:latin typeface="微软雅黑" panose="020B0503020204020204" charset="-122"/>
                <a:ea typeface="微软雅黑" panose="020B0503020204020204" charset="-122"/>
                <a:cs typeface="微软雅黑" panose="020B0503020204020204" charset="-122"/>
              </a:defRPr>
            </a:defPPr>
            <a:lvl1pPr algn="l">
              <a:defRPr sz="1875" b="1" i="0">
                <a:solidFill>
                  <a:srgbClr val="3577B8"/>
                </a:solidFill>
                <a:latin typeface="微软雅黑" panose="020B0503020204020204" charset="-122"/>
                <a:ea typeface="微软雅黑" panose="020B0503020204020204" charset="-122"/>
                <a:cs typeface="微软雅黑" panose="020B0503020204020204" charset="-122"/>
              </a:defRPr>
            </a:lvl1pPr>
            <a:lvl2pPr algn="l">
              <a:defRPr sz="1875" b="1" i="0">
                <a:solidFill>
                  <a:srgbClr val="3577B8"/>
                </a:solidFill>
                <a:latin typeface="微软雅黑" panose="020B0503020204020204" charset="-122"/>
                <a:ea typeface="微软雅黑" panose="020B0503020204020204" charset="-122"/>
                <a:cs typeface="微软雅黑" panose="020B0503020204020204" charset="-122"/>
              </a:defRPr>
            </a:lvl2pPr>
            <a:lvl3pPr algn="l">
              <a:defRPr sz="1875" b="1" i="0">
                <a:solidFill>
                  <a:srgbClr val="3577B8"/>
                </a:solidFill>
                <a:latin typeface="微软雅黑" panose="020B0503020204020204" charset="-122"/>
                <a:ea typeface="微软雅黑" panose="020B0503020204020204" charset="-122"/>
                <a:cs typeface="微软雅黑" panose="020B0503020204020204" charset="-122"/>
              </a:defRPr>
            </a:lvl3pPr>
            <a:lvl4pPr algn="l">
              <a:defRPr sz="1875" b="1" i="0">
                <a:solidFill>
                  <a:srgbClr val="3577B8"/>
                </a:solidFill>
                <a:latin typeface="微软雅黑" panose="020B0503020204020204" charset="-122"/>
                <a:ea typeface="微软雅黑" panose="020B0503020204020204" charset="-122"/>
                <a:cs typeface="微软雅黑" panose="020B0503020204020204" charset="-122"/>
              </a:defRPr>
            </a:lvl4pPr>
            <a:lvl5pPr algn="l">
              <a:defRPr sz="1875" b="1" i="0">
                <a:solidFill>
                  <a:srgbClr val="3577B8"/>
                </a:solidFill>
                <a:latin typeface="微软雅黑" panose="020B0503020204020204" charset="-122"/>
                <a:ea typeface="微软雅黑" panose="020B0503020204020204" charset="-122"/>
                <a:cs typeface="微软雅黑" panose="020B0503020204020204" charset="-122"/>
              </a:defRPr>
            </a:lvl5pPr>
            <a:lvl6pPr algn="l">
              <a:defRPr sz="1875" b="1" i="0">
                <a:solidFill>
                  <a:srgbClr val="3577B8"/>
                </a:solidFill>
                <a:latin typeface="微软雅黑" panose="020B0503020204020204" charset="-122"/>
                <a:ea typeface="微软雅黑" panose="020B0503020204020204" charset="-122"/>
                <a:cs typeface="微软雅黑" panose="020B0503020204020204" charset="-122"/>
              </a:defRPr>
            </a:lvl6pPr>
            <a:lvl7pPr algn="l">
              <a:defRPr sz="1875" b="1" i="0">
                <a:solidFill>
                  <a:srgbClr val="3577B8"/>
                </a:solidFill>
                <a:latin typeface="微软雅黑" panose="020B0503020204020204" charset="-122"/>
                <a:ea typeface="微软雅黑" panose="020B0503020204020204" charset="-122"/>
                <a:cs typeface="微软雅黑" panose="020B0503020204020204" charset="-122"/>
              </a:defRPr>
            </a:lvl7pPr>
            <a:lvl8pPr algn="l">
              <a:defRPr sz="1875" b="1" i="0">
                <a:solidFill>
                  <a:srgbClr val="3577B8"/>
                </a:solidFill>
                <a:latin typeface="微软雅黑" panose="020B0503020204020204" charset="-122"/>
                <a:ea typeface="微软雅黑" panose="020B0503020204020204" charset="-122"/>
                <a:cs typeface="微软雅黑" panose="020B0503020204020204" charset="-122"/>
              </a:defRPr>
            </a:lvl8pPr>
            <a:lvl9pPr algn="l">
              <a:defRPr sz="1875" b="1" i="0">
                <a:solidFill>
                  <a:srgbClr val="3577B8"/>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75" b="1" i="0">
                <a:solidFill>
                  <a:srgbClr val="3577B8"/>
                </a:solidFill>
                <a:latin typeface="微软雅黑" panose="020B0503020204020204" charset="-122"/>
                <a:ea typeface="微软雅黑" panose="020B0503020204020204" charset="-122"/>
                <a:cs typeface="微软雅黑" panose="020B0503020204020204" charset="-122"/>
              </a:defRPr>
            </a:pPr>
            <a:r>
              <a:rPr sz="1875" b="1" i="0">
                <a:solidFill>
                  <a:srgbClr val="3577B8"/>
                </a:solidFill>
                <a:latin typeface="微软雅黑" panose="020B0503020204020204" charset="-122"/>
                <a:ea typeface="微软雅黑" panose="020B0503020204020204" charset="-122"/>
                <a:cs typeface="微软雅黑" panose="020B0503020204020204" charset="-122"/>
              </a:rPr>
              <a:t>没有公共蒸馏数据时怎么办？</a:t>
            </a:r>
            <a:endParaRPr sz="1875" b="1" i="0">
              <a:solidFill>
                <a:srgbClr val="3577B8"/>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809750" y="2428875"/>
            <a:ext cx="9144000" cy="53340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可结合数据自由蒸馏，但生成器稳定性和隐私风险需要重新评估。</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66750" y="3305175"/>
            <a:ext cx="819150" cy="685800"/>
          </a:xfrm>
          <a:prstGeom prst="roundRect">
            <a:avLst>
              <a:gd name="adj" fmla="val 16667"/>
            </a:avLst>
          </a:prstGeom>
          <a:solidFill>
            <a:srgbClr val="B5121B"/>
          </a:solidFill>
          <a:ln w="0">
            <a:noFill/>
            <a:prstDash val="solid"/>
          </a:ln>
        </p:spPr>
        <p:txBody>
          <a:bodyPr lIns="0" tIns="0" rIns="0" bIns="0" anchor="ctr"/>
          <a:lstStyle>
            <a:defPPr algn="ctr">
              <a:defRPr sz="217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7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7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7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7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7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7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7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7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7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75" b="1" i="0">
                <a:solidFill>
                  <a:srgbClr val="FFFFFF"/>
                </a:solidFill>
                <a:latin typeface="微软雅黑" panose="020B0503020204020204" charset="-122"/>
                <a:ea typeface="微软雅黑" panose="020B0503020204020204" charset="-122"/>
                <a:cs typeface="微软雅黑" panose="020B0503020204020204" charset="-122"/>
              </a:defRPr>
            </a:pPr>
            <a:r>
              <a:rPr sz="2175" b="1" i="0">
                <a:solidFill>
                  <a:srgbClr val="FFFFFF"/>
                </a:solidFill>
                <a:latin typeface="微软雅黑" panose="020B0503020204020204" charset="-122"/>
                <a:ea typeface="微软雅黑" panose="020B0503020204020204" charset="-122"/>
                <a:cs typeface="微软雅黑" panose="020B0503020204020204" charset="-122"/>
              </a:rPr>
              <a:t>02</a:t>
            </a:r>
            <a:endParaRPr sz="21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809750" y="3305175"/>
            <a:ext cx="8572500" cy="409575"/>
          </a:xfrm>
          <a:prstGeom prst="rect">
            <a:avLst/>
          </a:prstGeom>
          <a:noFill/>
          <a:ln w="0">
            <a:noFill/>
            <a:prstDash val="solid"/>
          </a:ln>
        </p:spPr>
        <p:txBody>
          <a:bodyPr lIns="0" tIns="0" rIns="0" bIns="0" anchor="ctr"/>
          <a:lstStyle>
            <a:defPPr algn="l">
              <a:defRPr sz="1875" b="1" i="0">
                <a:solidFill>
                  <a:srgbClr val="B5121B"/>
                </a:solidFill>
                <a:latin typeface="微软雅黑" panose="020B0503020204020204" charset="-122"/>
                <a:ea typeface="微软雅黑" panose="020B0503020204020204" charset="-122"/>
                <a:cs typeface="微软雅黑" panose="020B0503020204020204" charset="-122"/>
              </a:defRPr>
            </a:defPPr>
            <a:lvl1pPr algn="l">
              <a:defRPr sz="1875" b="1" i="0">
                <a:solidFill>
                  <a:srgbClr val="B5121B"/>
                </a:solidFill>
                <a:latin typeface="微软雅黑" panose="020B0503020204020204" charset="-122"/>
                <a:ea typeface="微软雅黑" panose="020B0503020204020204" charset="-122"/>
                <a:cs typeface="微软雅黑" panose="020B0503020204020204" charset="-122"/>
              </a:defRPr>
            </a:lvl1pPr>
            <a:lvl2pPr algn="l">
              <a:defRPr sz="1875" b="1" i="0">
                <a:solidFill>
                  <a:srgbClr val="B5121B"/>
                </a:solidFill>
                <a:latin typeface="微软雅黑" panose="020B0503020204020204" charset="-122"/>
                <a:ea typeface="微软雅黑" panose="020B0503020204020204" charset="-122"/>
                <a:cs typeface="微软雅黑" panose="020B0503020204020204" charset="-122"/>
              </a:defRPr>
            </a:lvl2pPr>
            <a:lvl3pPr algn="l">
              <a:defRPr sz="1875" b="1" i="0">
                <a:solidFill>
                  <a:srgbClr val="B5121B"/>
                </a:solidFill>
                <a:latin typeface="微软雅黑" panose="020B0503020204020204" charset="-122"/>
                <a:ea typeface="微软雅黑" panose="020B0503020204020204" charset="-122"/>
                <a:cs typeface="微软雅黑" panose="020B0503020204020204" charset="-122"/>
              </a:defRPr>
            </a:lvl3pPr>
            <a:lvl4pPr algn="l">
              <a:defRPr sz="1875" b="1" i="0">
                <a:solidFill>
                  <a:srgbClr val="B5121B"/>
                </a:solidFill>
                <a:latin typeface="微软雅黑" panose="020B0503020204020204" charset="-122"/>
                <a:ea typeface="微软雅黑" panose="020B0503020204020204" charset="-122"/>
                <a:cs typeface="微软雅黑" panose="020B0503020204020204" charset="-122"/>
              </a:defRPr>
            </a:lvl4pPr>
            <a:lvl5pPr algn="l">
              <a:defRPr sz="1875" b="1" i="0">
                <a:solidFill>
                  <a:srgbClr val="B5121B"/>
                </a:solidFill>
                <a:latin typeface="微软雅黑" panose="020B0503020204020204" charset="-122"/>
                <a:ea typeface="微软雅黑" panose="020B0503020204020204" charset="-122"/>
                <a:cs typeface="微软雅黑" panose="020B0503020204020204" charset="-122"/>
              </a:defRPr>
            </a:lvl5pPr>
            <a:lvl6pPr algn="l">
              <a:defRPr sz="1875" b="1" i="0">
                <a:solidFill>
                  <a:srgbClr val="B5121B"/>
                </a:solidFill>
                <a:latin typeface="微软雅黑" panose="020B0503020204020204" charset="-122"/>
                <a:ea typeface="微软雅黑" panose="020B0503020204020204" charset="-122"/>
                <a:cs typeface="微软雅黑" panose="020B0503020204020204" charset="-122"/>
              </a:defRPr>
            </a:lvl6pPr>
            <a:lvl7pPr algn="l">
              <a:defRPr sz="1875" b="1" i="0">
                <a:solidFill>
                  <a:srgbClr val="B5121B"/>
                </a:solidFill>
                <a:latin typeface="微软雅黑" panose="020B0503020204020204" charset="-122"/>
                <a:ea typeface="微软雅黑" panose="020B0503020204020204" charset="-122"/>
                <a:cs typeface="微软雅黑" panose="020B0503020204020204" charset="-122"/>
              </a:defRPr>
            </a:lvl7pPr>
            <a:lvl8pPr algn="l">
              <a:defRPr sz="1875" b="1" i="0">
                <a:solidFill>
                  <a:srgbClr val="B5121B"/>
                </a:solidFill>
                <a:latin typeface="微软雅黑" panose="020B0503020204020204" charset="-122"/>
                <a:ea typeface="微软雅黑" panose="020B0503020204020204" charset="-122"/>
                <a:cs typeface="微软雅黑" panose="020B0503020204020204" charset="-122"/>
              </a:defRPr>
            </a:lvl8pPr>
            <a:lvl9pPr algn="l">
              <a:defRPr sz="1875" b="1" i="0">
                <a:solidFill>
                  <a:srgbClr val="B5121B"/>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75" b="1" i="0">
                <a:solidFill>
                  <a:srgbClr val="B5121B"/>
                </a:solidFill>
                <a:latin typeface="微软雅黑" panose="020B0503020204020204" charset="-122"/>
                <a:ea typeface="微软雅黑" panose="020B0503020204020204" charset="-122"/>
                <a:cs typeface="微软雅黑" panose="020B0503020204020204" charset="-122"/>
              </a:defRPr>
            </a:pPr>
            <a:r>
              <a:rPr sz="1875" b="1" i="0">
                <a:solidFill>
                  <a:srgbClr val="B5121B"/>
                </a:solidFill>
                <a:latin typeface="微软雅黑" panose="020B0503020204020204" charset="-122"/>
                <a:ea typeface="微软雅黑" panose="020B0503020204020204" charset="-122"/>
                <a:cs typeface="微软雅黑" panose="020B0503020204020204" charset="-122"/>
              </a:rPr>
              <a:t>正交投影的收益是否抵消计算成本？</a:t>
            </a:r>
            <a:endParaRPr sz="1875" b="1" i="0">
              <a:solidFill>
                <a:srgbClr val="B5121B"/>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809750" y="3781425"/>
            <a:ext cx="9144000" cy="53340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需要报告截断阶数、服务器时延、显存和能耗，而不仅是通信轮数。</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666750" y="4657725"/>
            <a:ext cx="819150" cy="685800"/>
          </a:xfrm>
          <a:prstGeom prst="roundRect">
            <a:avLst>
              <a:gd name="adj" fmla="val 16667"/>
            </a:avLst>
          </a:prstGeom>
          <a:solidFill>
            <a:srgbClr val="1598A5"/>
          </a:solidFill>
          <a:ln w="0">
            <a:noFill/>
            <a:prstDash val="solid"/>
          </a:ln>
        </p:spPr>
        <p:txBody>
          <a:bodyPr lIns="0" tIns="0" rIns="0" bIns="0" anchor="ctr"/>
          <a:lstStyle>
            <a:defPPr algn="ctr">
              <a:defRPr sz="2175" b="1" i="0">
                <a:solidFill>
                  <a:srgbClr val="FFFFFF"/>
                </a:solidFill>
                <a:latin typeface="微软雅黑" panose="020B0503020204020204" charset="-122"/>
                <a:ea typeface="微软雅黑" panose="020B0503020204020204" charset="-122"/>
                <a:cs typeface="微软雅黑" panose="020B0503020204020204" charset="-122"/>
              </a:defRPr>
            </a:defPPr>
            <a:lvl1pPr algn="ctr">
              <a:defRPr sz="2175" b="1" i="0">
                <a:solidFill>
                  <a:srgbClr val="FFFFFF"/>
                </a:solidFill>
                <a:latin typeface="微软雅黑" panose="020B0503020204020204" charset="-122"/>
                <a:ea typeface="微软雅黑" panose="020B0503020204020204" charset="-122"/>
                <a:cs typeface="微软雅黑" panose="020B0503020204020204" charset="-122"/>
              </a:defRPr>
            </a:lvl1pPr>
            <a:lvl2pPr algn="ctr">
              <a:defRPr sz="2175" b="1" i="0">
                <a:solidFill>
                  <a:srgbClr val="FFFFFF"/>
                </a:solidFill>
                <a:latin typeface="微软雅黑" panose="020B0503020204020204" charset="-122"/>
                <a:ea typeface="微软雅黑" panose="020B0503020204020204" charset="-122"/>
                <a:cs typeface="微软雅黑" panose="020B0503020204020204" charset="-122"/>
              </a:defRPr>
            </a:lvl2pPr>
            <a:lvl3pPr algn="ctr">
              <a:defRPr sz="2175" b="1" i="0">
                <a:solidFill>
                  <a:srgbClr val="FFFFFF"/>
                </a:solidFill>
                <a:latin typeface="微软雅黑" panose="020B0503020204020204" charset="-122"/>
                <a:ea typeface="微软雅黑" panose="020B0503020204020204" charset="-122"/>
                <a:cs typeface="微软雅黑" panose="020B0503020204020204" charset="-122"/>
              </a:defRPr>
            </a:lvl3pPr>
            <a:lvl4pPr algn="ctr">
              <a:defRPr sz="2175" b="1" i="0">
                <a:solidFill>
                  <a:srgbClr val="FFFFFF"/>
                </a:solidFill>
                <a:latin typeface="微软雅黑" panose="020B0503020204020204" charset="-122"/>
                <a:ea typeface="微软雅黑" panose="020B0503020204020204" charset="-122"/>
                <a:cs typeface="微软雅黑" panose="020B0503020204020204" charset="-122"/>
              </a:defRPr>
            </a:lvl4pPr>
            <a:lvl5pPr algn="ctr">
              <a:defRPr sz="2175" b="1" i="0">
                <a:solidFill>
                  <a:srgbClr val="FFFFFF"/>
                </a:solidFill>
                <a:latin typeface="微软雅黑" panose="020B0503020204020204" charset="-122"/>
                <a:ea typeface="微软雅黑" panose="020B0503020204020204" charset="-122"/>
                <a:cs typeface="微软雅黑" panose="020B0503020204020204" charset="-122"/>
              </a:defRPr>
            </a:lvl5pPr>
            <a:lvl6pPr algn="ctr">
              <a:defRPr sz="2175" b="1" i="0">
                <a:solidFill>
                  <a:srgbClr val="FFFFFF"/>
                </a:solidFill>
                <a:latin typeface="微软雅黑" panose="020B0503020204020204" charset="-122"/>
                <a:ea typeface="微软雅黑" panose="020B0503020204020204" charset="-122"/>
                <a:cs typeface="微软雅黑" panose="020B0503020204020204" charset="-122"/>
              </a:defRPr>
            </a:lvl6pPr>
            <a:lvl7pPr algn="ctr">
              <a:defRPr sz="2175" b="1" i="0">
                <a:solidFill>
                  <a:srgbClr val="FFFFFF"/>
                </a:solidFill>
                <a:latin typeface="微软雅黑" panose="020B0503020204020204" charset="-122"/>
                <a:ea typeface="微软雅黑" panose="020B0503020204020204" charset="-122"/>
                <a:cs typeface="微软雅黑" panose="020B0503020204020204" charset="-122"/>
              </a:defRPr>
            </a:lvl7pPr>
            <a:lvl8pPr algn="ctr">
              <a:defRPr sz="2175" b="1" i="0">
                <a:solidFill>
                  <a:srgbClr val="FFFFFF"/>
                </a:solidFill>
                <a:latin typeface="微软雅黑" panose="020B0503020204020204" charset="-122"/>
                <a:ea typeface="微软雅黑" panose="020B0503020204020204" charset="-122"/>
                <a:cs typeface="微软雅黑" panose="020B0503020204020204" charset="-122"/>
              </a:defRPr>
            </a:lvl8pPr>
            <a:lvl9pPr algn="ctr">
              <a:defRPr sz="2175" b="1" i="0">
                <a:solidFill>
                  <a:srgbClr val="FFFFFF"/>
                </a:solidFill>
                <a:latin typeface="微软雅黑" panose="020B0503020204020204" charset="-122"/>
                <a:ea typeface="微软雅黑" panose="020B0503020204020204" charset="-122"/>
                <a:cs typeface="微软雅黑" panose="020B0503020204020204" charset="-122"/>
              </a:defRPr>
            </a:lvl9pPr>
          </a:lstStyle>
          <a:p>
            <a:pPr algn="ctr">
              <a:lnSpc>
                <a:spcPct val="112000"/>
              </a:lnSpc>
              <a:buNone/>
              <a:defRPr sz="2175" b="1" i="0">
                <a:solidFill>
                  <a:srgbClr val="FFFFFF"/>
                </a:solidFill>
                <a:latin typeface="微软雅黑" panose="020B0503020204020204" charset="-122"/>
                <a:ea typeface="微软雅黑" panose="020B0503020204020204" charset="-122"/>
                <a:cs typeface="微软雅黑" panose="020B0503020204020204" charset="-122"/>
              </a:defRPr>
            </a:pPr>
            <a:r>
              <a:rPr sz="2175" b="1" i="0">
                <a:solidFill>
                  <a:srgbClr val="FFFFFF"/>
                </a:solidFill>
                <a:latin typeface="微软雅黑" panose="020B0503020204020204" charset="-122"/>
                <a:ea typeface="微软雅黑" panose="020B0503020204020204" charset="-122"/>
                <a:cs typeface="微软雅黑" panose="020B0503020204020204" charset="-122"/>
              </a:rPr>
              <a:t>03</a:t>
            </a:r>
            <a:endParaRPr sz="21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809750" y="4657725"/>
            <a:ext cx="8572500" cy="409575"/>
          </a:xfrm>
          <a:prstGeom prst="rect">
            <a:avLst/>
          </a:prstGeom>
          <a:noFill/>
          <a:ln w="0">
            <a:noFill/>
            <a:prstDash val="solid"/>
          </a:ln>
        </p:spPr>
        <p:txBody>
          <a:bodyPr lIns="0" tIns="0" rIns="0" bIns="0" anchor="ctr"/>
          <a:lstStyle>
            <a:defPPr algn="l">
              <a:defRPr sz="1875" b="1" i="0">
                <a:solidFill>
                  <a:srgbClr val="1598A5"/>
                </a:solidFill>
                <a:latin typeface="微软雅黑" panose="020B0503020204020204" charset="-122"/>
                <a:ea typeface="微软雅黑" panose="020B0503020204020204" charset="-122"/>
                <a:cs typeface="微软雅黑" panose="020B0503020204020204" charset="-122"/>
              </a:defRPr>
            </a:defPPr>
            <a:lvl1pPr algn="l">
              <a:defRPr sz="1875" b="1" i="0">
                <a:solidFill>
                  <a:srgbClr val="1598A5"/>
                </a:solidFill>
                <a:latin typeface="微软雅黑" panose="020B0503020204020204" charset="-122"/>
                <a:ea typeface="微软雅黑" panose="020B0503020204020204" charset="-122"/>
                <a:cs typeface="微软雅黑" panose="020B0503020204020204" charset="-122"/>
              </a:defRPr>
            </a:lvl1pPr>
            <a:lvl2pPr algn="l">
              <a:defRPr sz="1875" b="1" i="0">
                <a:solidFill>
                  <a:srgbClr val="1598A5"/>
                </a:solidFill>
                <a:latin typeface="微软雅黑" panose="020B0503020204020204" charset="-122"/>
                <a:ea typeface="微软雅黑" panose="020B0503020204020204" charset="-122"/>
                <a:cs typeface="微软雅黑" panose="020B0503020204020204" charset="-122"/>
              </a:defRPr>
            </a:lvl2pPr>
            <a:lvl3pPr algn="l">
              <a:defRPr sz="1875" b="1" i="0">
                <a:solidFill>
                  <a:srgbClr val="1598A5"/>
                </a:solidFill>
                <a:latin typeface="微软雅黑" panose="020B0503020204020204" charset="-122"/>
                <a:ea typeface="微软雅黑" panose="020B0503020204020204" charset="-122"/>
                <a:cs typeface="微软雅黑" panose="020B0503020204020204" charset="-122"/>
              </a:defRPr>
            </a:lvl3pPr>
            <a:lvl4pPr algn="l">
              <a:defRPr sz="1875" b="1" i="0">
                <a:solidFill>
                  <a:srgbClr val="1598A5"/>
                </a:solidFill>
                <a:latin typeface="微软雅黑" panose="020B0503020204020204" charset="-122"/>
                <a:ea typeface="微软雅黑" panose="020B0503020204020204" charset="-122"/>
                <a:cs typeface="微软雅黑" panose="020B0503020204020204" charset="-122"/>
              </a:defRPr>
            </a:lvl4pPr>
            <a:lvl5pPr algn="l">
              <a:defRPr sz="1875" b="1" i="0">
                <a:solidFill>
                  <a:srgbClr val="1598A5"/>
                </a:solidFill>
                <a:latin typeface="微软雅黑" panose="020B0503020204020204" charset="-122"/>
                <a:ea typeface="微软雅黑" panose="020B0503020204020204" charset="-122"/>
                <a:cs typeface="微软雅黑" panose="020B0503020204020204" charset="-122"/>
              </a:defRPr>
            </a:lvl5pPr>
            <a:lvl6pPr algn="l">
              <a:defRPr sz="1875" b="1" i="0">
                <a:solidFill>
                  <a:srgbClr val="1598A5"/>
                </a:solidFill>
                <a:latin typeface="微软雅黑" panose="020B0503020204020204" charset="-122"/>
                <a:ea typeface="微软雅黑" panose="020B0503020204020204" charset="-122"/>
                <a:cs typeface="微软雅黑" panose="020B0503020204020204" charset="-122"/>
              </a:defRPr>
            </a:lvl6pPr>
            <a:lvl7pPr algn="l">
              <a:defRPr sz="1875" b="1" i="0">
                <a:solidFill>
                  <a:srgbClr val="1598A5"/>
                </a:solidFill>
                <a:latin typeface="微软雅黑" panose="020B0503020204020204" charset="-122"/>
                <a:ea typeface="微软雅黑" panose="020B0503020204020204" charset="-122"/>
                <a:cs typeface="微软雅黑" panose="020B0503020204020204" charset="-122"/>
              </a:defRPr>
            </a:lvl7pPr>
            <a:lvl8pPr algn="l">
              <a:defRPr sz="1875" b="1" i="0">
                <a:solidFill>
                  <a:srgbClr val="1598A5"/>
                </a:solidFill>
                <a:latin typeface="微软雅黑" panose="020B0503020204020204" charset="-122"/>
                <a:ea typeface="微软雅黑" panose="020B0503020204020204" charset="-122"/>
                <a:cs typeface="微软雅黑" panose="020B0503020204020204" charset="-122"/>
              </a:defRPr>
            </a:lvl8pPr>
            <a:lvl9pPr algn="l">
              <a:defRPr sz="1875" b="1" i="0">
                <a:solidFill>
                  <a:srgbClr val="1598A5"/>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875" b="1" i="0">
                <a:solidFill>
                  <a:srgbClr val="1598A5"/>
                </a:solidFill>
                <a:latin typeface="微软雅黑" panose="020B0503020204020204" charset="-122"/>
                <a:ea typeface="微软雅黑" panose="020B0503020204020204" charset="-122"/>
                <a:cs typeface="微软雅黑" panose="020B0503020204020204" charset="-122"/>
              </a:defRPr>
            </a:pPr>
            <a:r>
              <a:rPr sz="1875" b="1" i="0">
                <a:solidFill>
                  <a:srgbClr val="1598A5"/>
                </a:solidFill>
                <a:latin typeface="微软雅黑" panose="020B0503020204020204" charset="-122"/>
                <a:ea typeface="微软雅黑" panose="020B0503020204020204" charset="-122"/>
                <a:cs typeface="微软雅黑" panose="020B0503020204020204" charset="-122"/>
              </a:rPr>
              <a:t>能否迁移到 Transformer 或多模态模型？</a:t>
            </a:r>
            <a:endParaRPr sz="1875" b="1" i="0">
              <a:solidFill>
                <a:srgbClr val="1598A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809750" y="5133975"/>
            <a:ext cx="9144000" cy="533400"/>
          </a:xfrm>
          <a:prstGeom prst="rect">
            <a:avLst/>
          </a:prstGeom>
          <a:noFill/>
          <a:ln w="0">
            <a:noFill/>
            <a:prstDash val="solid"/>
          </a:ln>
        </p:spPr>
        <p:txBody>
          <a:bodyPr lIns="0" tIns="0" rIns="0" bIns="0" anchor="ctr"/>
          <a:lstStyle>
            <a:defPPr algn="l">
              <a:defRPr sz="1425" b="0" i="0">
                <a:solidFill>
                  <a:srgbClr val="222222"/>
                </a:solidFill>
                <a:latin typeface="微软雅黑" panose="020B0503020204020204" charset="-122"/>
                <a:ea typeface="微软雅黑" panose="020B0503020204020204" charset="-122"/>
                <a:cs typeface="微软雅黑" panose="020B0503020204020204" charset="-122"/>
              </a:defRPr>
            </a:defPPr>
            <a:lvl1pPr algn="l">
              <a:defRPr sz="1425" b="0" i="0">
                <a:solidFill>
                  <a:srgbClr val="222222"/>
                </a:solidFill>
                <a:latin typeface="微软雅黑" panose="020B0503020204020204" charset="-122"/>
                <a:ea typeface="微软雅黑" panose="020B0503020204020204" charset="-122"/>
                <a:cs typeface="微软雅黑" panose="020B0503020204020204" charset="-122"/>
              </a:defRPr>
            </a:lvl1pPr>
            <a:lvl2pPr algn="l">
              <a:defRPr sz="1425" b="0" i="0">
                <a:solidFill>
                  <a:srgbClr val="222222"/>
                </a:solidFill>
                <a:latin typeface="微软雅黑" panose="020B0503020204020204" charset="-122"/>
                <a:ea typeface="微软雅黑" panose="020B0503020204020204" charset="-122"/>
                <a:cs typeface="微软雅黑" panose="020B0503020204020204" charset="-122"/>
              </a:defRPr>
            </a:lvl2pPr>
            <a:lvl3pPr algn="l">
              <a:defRPr sz="1425" b="0" i="0">
                <a:solidFill>
                  <a:srgbClr val="222222"/>
                </a:solidFill>
                <a:latin typeface="微软雅黑" panose="020B0503020204020204" charset="-122"/>
                <a:ea typeface="微软雅黑" panose="020B0503020204020204" charset="-122"/>
                <a:cs typeface="微软雅黑" panose="020B0503020204020204" charset="-122"/>
              </a:defRPr>
            </a:lvl3pPr>
            <a:lvl4pPr algn="l">
              <a:defRPr sz="1425" b="0" i="0">
                <a:solidFill>
                  <a:srgbClr val="222222"/>
                </a:solidFill>
                <a:latin typeface="微软雅黑" panose="020B0503020204020204" charset="-122"/>
                <a:ea typeface="微软雅黑" panose="020B0503020204020204" charset="-122"/>
                <a:cs typeface="微软雅黑" panose="020B0503020204020204" charset="-122"/>
              </a:defRPr>
            </a:lvl4pPr>
            <a:lvl5pPr algn="l">
              <a:defRPr sz="1425" b="0" i="0">
                <a:solidFill>
                  <a:srgbClr val="222222"/>
                </a:solidFill>
                <a:latin typeface="微软雅黑" panose="020B0503020204020204" charset="-122"/>
                <a:ea typeface="微软雅黑" panose="020B0503020204020204" charset="-122"/>
                <a:cs typeface="微软雅黑" panose="020B0503020204020204" charset="-122"/>
              </a:defRPr>
            </a:lvl5pPr>
            <a:lvl6pPr algn="l">
              <a:defRPr sz="1425" b="0" i="0">
                <a:solidFill>
                  <a:srgbClr val="222222"/>
                </a:solidFill>
                <a:latin typeface="微软雅黑" panose="020B0503020204020204" charset="-122"/>
                <a:ea typeface="微软雅黑" panose="020B0503020204020204" charset="-122"/>
                <a:cs typeface="微软雅黑" panose="020B0503020204020204" charset="-122"/>
              </a:defRPr>
            </a:lvl6pPr>
            <a:lvl7pPr algn="l">
              <a:defRPr sz="1425" b="0" i="0">
                <a:solidFill>
                  <a:srgbClr val="222222"/>
                </a:solidFill>
                <a:latin typeface="微软雅黑" panose="020B0503020204020204" charset="-122"/>
                <a:ea typeface="微软雅黑" panose="020B0503020204020204" charset="-122"/>
                <a:cs typeface="微软雅黑" panose="020B0503020204020204" charset="-122"/>
              </a:defRPr>
            </a:lvl7pPr>
            <a:lvl8pPr algn="l">
              <a:defRPr sz="1425" b="0" i="0">
                <a:solidFill>
                  <a:srgbClr val="222222"/>
                </a:solidFill>
                <a:latin typeface="微软雅黑" panose="020B0503020204020204" charset="-122"/>
                <a:ea typeface="微软雅黑" panose="020B0503020204020204" charset="-122"/>
                <a:cs typeface="微软雅黑" panose="020B0503020204020204" charset="-122"/>
              </a:defRPr>
            </a:lvl8pPr>
            <a:lvl9pPr algn="l">
              <a:defRPr sz="1425" b="0" i="0">
                <a:solidFill>
                  <a:srgbClr val="222222"/>
                </a:solidFill>
                <a:latin typeface="微软雅黑" panose="020B0503020204020204" charset="-122"/>
                <a:ea typeface="微软雅黑" panose="020B0503020204020204" charset="-122"/>
                <a:cs typeface="微软雅黑" panose="020B0503020204020204" charset="-122"/>
              </a:defRPr>
            </a:lvl9pPr>
          </a:lstStyle>
          <a:p>
            <a:pPr algn="l">
              <a:lnSpc>
                <a:spcPct val="112000"/>
              </a:lnSpc>
              <a:buNone/>
              <a:defRPr sz="1425" b="0" i="0">
                <a:solidFill>
                  <a:srgbClr val="222222"/>
                </a:solidFill>
                <a:latin typeface="微软雅黑" panose="020B0503020204020204" charset="-122"/>
                <a:ea typeface="微软雅黑" panose="020B0503020204020204" charset="-122"/>
                <a:cs typeface="微软雅黑" panose="020B0503020204020204" charset="-122"/>
              </a:defRPr>
            </a:pPr>
            <a:r>
              <a:rPr sz="1425" b="0" i="0">
                <a:solidFill>
                  <a:srgbClr val="222222"/>
                </a:solidFill>
                <a:latin typeface="微软雅黑" panose="020B0503020204020204" charset="-122"/>
                <a:ea typeface="微软雅黑" panose="020B0503020204020204" charset="-122"/>
                <a:cs typeface="微软雅黑" panose="020B0503020204020204" charset="-122"/>
              </a:rPr>
              <a:t>特征层选择、序列长度和跨模态空间对齐可能带来新的异构性。</a:t>
            </a:r>
            <a:endParaRPr sz="1425" b="0" i="0">
              <a:solidFill>
                <a:srgbClr val="222222"/>
              </a:solidFill>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5865" y="0"/>
            <a:ext cx="2096135" cy="6667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99259"/>
            <a:ext cx="9144000" cy="1810703"/>
          </a:xfrm>
        </p:spPr>
        <p:txBody>
          <a:bodyPr/>
          <a:lstStyle/>
          <a:p>
            <a:endParaRPr lang="zh-CN" altLang="en-US" dirty="0">
              <a:latin typeface="Times New Roman" panose="02020603050405020304" charset="0"/>
              <a:cs typeface="Times New Roman" panose="02020603050405020304" charset="0"/>
            </a:endParaRPr>
          </a:p>
        </p:txBody>
      </p:sp>
      <p:sp>
        <p:nvSpPr>
          <p:cNvPr id="4"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dirty="0">
              <a:solidFill>
                <a:srgbClr val="FFFFFF"/>
              </a:solidFill>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8113" y="309786"/>
            <a:ext cx="3720635" cy="888889"/>
          </a:xfrm>
          <a:prstGeom prst="rect">
            <a:avLst/>
          </a:prstGeom>
        </p:spPr>
      </p:pic>
      <p:sp>
        <p:nvSpPr>
          <p:cNvPr id="6" name="文本框 22"/>
          <p:cNvSpPr>
            <a:spLocks noChangeArrowheads="1"/>
          </p:cNvSpPr>
          <p:nvPr/>
        </p:nvSpPr>
        <p:spPr bwMode="auto">
          <a:xfrm>
            <a:off x="0" y="1621534"/>
            <a:ext cx="12192000" cy="127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A Comprehensive Defense Framework Against</a:t>
            </a:r>
            <a:endPar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a:p>
            <a:pPr algn="ctr" fontAlgn="auto">
              <a:lnSpc>
                <a:spcPct val="120000"/>
              </a:lnSpc>
              <a:spcBef>
                <a:spcPts val="400"/>
              </a:spcBef>
            </a:pPr>
            <a:r>
              <a:rPr lang="en-US" altLang="zh-CN" sz="3200" dirty="0">
                <a:solidFill>
                  <a:schemeClr val="bg1"/>
                </a:solidFill>
                <a:latin typeface="Times New Roman" panose="02020603050405020304" charset="0"/>
                <a:ea typeface="微软雅黑" panose="020B0503020204020204" charset="-122"/>
                <a:cs typeface="Times New Roman" panose="02020603050405020304" charset="0"/>
                <a:sym typeface="+mn-ea"/>
              </a:rPr>
              <a:t> Model Extraction Attacks</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sym typeface="+mn-ea"/>
            </a:endParaRPr>
          </a:p>
        </p:txBody>
      </p:sp>
      <p:sp>
        <p:nvSpPr>
          <p:cNvPr id="7" name="文本框 22"/>
          <p:cNvSpPr>
            <a:spLocks noChangeArrowheads="1"/>
          </p:cNvSpPr>
          <p:nvPr/>
        </p:nvSpPr>
        <p:spPr bwMode="auto">
          <a:xfrm>
            <a:off x="1316508" y="2840584"/>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3200" dirty="0">
                <a:solidFill>
                  <a:schemeClr val="bg1"/>
                </a:solidFill>
                <a:latin typeface="Times New Roman" panose="02020603050405020304" charset="0"/>
                <a:ea typeface="微软雅黑" panose="020B0503020204020204" charset="-122"/>
                <a:cs typeface="Times New Roman" panose="02020603050405020304" charset="0"/>
              </a:rPr>
              <a:t>针对模型提取攻击的综合防御框架</a:t>
            </a:r>
            <a:endParaRPr lang="zh-CN" altLang="en-US" sz="32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8" name="文本框 22"/>
          <p:cNvSpPr>
            <a:spLocks noChangeArrowheads="1"/>
          </p:cNvSpPr>
          <p:nvPr/>
        </p:nvSpPr>
        <p:spPr bwMode="auto">
          <a:xfrm>
            <a:off x="1316508" y="3553596"/>
            <a:ext cx="95589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Wenbo</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Jiang , Student Member, IEEE, Hongwei Li , Senior 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Guowen</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Xu , </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Member, IEEE,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Tianwei</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Zhang , Member, IEEE, and </a:t>
            </a:r>
            <a:r>
              <a:rPr lang="en-US" altLang="zh-CN" sz="1600" dirty="0" err="1">
                <a:solidFill>
                  <a:schemeClr val="bg1"/>
                </a:solidFill>
                <a:latin typeface="Times New Roman" panose="02020603050405020304" charset="0"/>
                <a:ea typeface="微软雅黑" panose="020B0503020204020204" charset="-122"/>
                <a:cs typeface="Times New Roman" panose="02020603050405020304" charset="0"/>
              </a:rPr>
              <a:t>Rongxing</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 Lu , Fellow, IEEE</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9" name="文本框 22"/>
          <p:cNvSpPr>
            <a:spLocks noChangeArrowheads="1"/>
          </p:cNvSpPr>
          <p:nvPr/>
        </p:nvSpPr>
        <p:spPr bwMode="auto">
          <a:xfrm>
            <a:off x="1316508" y="4262462"/>
            <a:ext cx="9558975"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IEEE TRANSACTIONS ON DEPENDABLE AND SECURE COMPUTING</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TDSC</a:t>
            </a:r>
            <a:r>
              <a:rPr lang="zh-CN" altLang="en-US" sz="1600" dirty="0">
                <a:solidFill>
                  <a:schemeClr val="bg1"/>
                </a:solidFill>
                <a:latin typeface="Times New Roman" panose="02020603050405020304" charset="0"/>
                <a:ea typeface="微软雅黑" panose="020B0503020204020204" charset="-122"/>
                <a:cs typeface="Times New Roman" panose="02020603050405020304" charset="0"/>
              </a:rPr>
              <a:t>）</a:t>
            </a:r>
            <a:endParaRPr lang="en-US" altLang="zh-CN" sz="1600" dirty="0">
              <a:solidFill>
                <a:schemeClr val="bg1"/>
              </a:solidFill>
              <a:latin typeface="Times New Roman" panose="02020603050405020304" charset="0"/>
              <a:ea typeface="微软雅黑" panose="020B0503020204020204" charset="-122"/>
              <a:cs typeface="Times New Roman" panose="02020603050405020304" charset="0"/>
            </a:endParaRPr>
          </a:p>
          <a:p>
            <a:pPr algn="ctr">
              <a:lnSpc>
                <a:spcPct val="150000"/>
              </a:lnSpc>
            </a:pPr>
            <a:r>
              <a:rPr lang="en-US" altLang="zh-CN" sz="1600" dirty="0">
                <a:solidFill>
                  <a:schemeClr val="bg1"/>
                </a:solidFill>
                <a:latin typeface="Times New Roman" panose="02020603050405020304" charset="0"/>
                <a:ea typeface="微软雅黑" panose="020B0503020204020204" charset="-122"/>
                <a:cs typeface="Times New Roman" panose="02020603050405020304" charset="0"/>
              </a:rPr>
              <a:t>Date of Publication: 24 March 2023</a:t>
            </a:r>
            <a:endParaRPr lang="zh-CN" altLang="en-US" sz="1600" dirty="0">
              <a:solidFill>
                <a:schemeClr val="bg1"/>
              </a:solidFill>
              <a:latin typeface="Times New Roman" panose="02020603050405020304" charset="0"/>
              <a:ea typeface="微软雅黑" panose="020B0503020204020204" charset="-122"/>
              <a:cs typeface="Times New Roman" panose="02020603050405020304" charset="0"/>
            </a:endParaRPr>
          </a:p>
        </p:txBody>
      </p:sp>
      <p:sp>
        <p:nvSpPr>
          <p:cNvPr id="10" name="文本框 23"/>
          <p:cNvSpPr>
            <a:spLocks noChangeArrowheads="1"/>
          </p:cNvSpPr>
          <p:nvPr/>
        </p:nvSpPr>
        <p:spPr bwMode="auto">
          <a:xfrm>
            <a:off x="10012018" y="4229586"/>
            <a:ext cx="2128120" cy="106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论文分析：郑铭宇</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PPT</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制作</a:t>
            </a:r>
            <a:r>
              <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	</a:t>
            </a: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：张锦超</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a:p>
            <a:pPr>
              <a:lnSpc>
                <a:spcPct val="120000"/>
              </a:lnSpc>
            </a:pPr>
            <a:r>
              <a:rPr lang="zh-CN" altLang="en-US"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论文汇报：范浩楠</a:t>
            </a:r>
            <a:endParaRPr lang="en-US" altLang="zh-CN" dirty="0">
              <a:solidFill>
                <a:schemeClr val="bg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
        <p:nvSpPr>
          <p:cNvPr id="11" name="灯片编号占位符 10"/>
          <p:cNvSpPr>
            <a:spLocks noGrp="1"/>
          </p:cNvSpPr>
          <p:nvPr>
            <p:ph type="sldNum" sz="quarter" idx="12"/>
          </p:nvPr>
        </p:nvSpPr>
        <p:spPr/>
        <p:txBody>
          <a:bodyPr/>
          <a:lstStyle/>
          <a:p>
            <a:fld id="{8650B7E4-3306-44C3-860F-DB78733C0FD3}" type="slidenum">
              <a:rPr lang="zh-CN" altLang="en-US" smtClean="0">
                <a:latin typeface="Times New Roman" panose="02020603050405020304" charset="0"/>
                <a:cs typeface="Times New Roman" panose="02020603050405020304" charset="0"/>
              </a:rPr>
            </a:fld>
            <a:endParaRPr lang="zh-CN" altLang="en-US" dirty="0">
              <a:latin typeface="Times New Roman" panose="02020603050405020304" charset="0"/>
              <a:cs typeface="Times New Roman" panose="02020603050405020304" charset="0"/>
            </a:endParaRPr>
          </a:p>
        </p:txBody>
      </p:sp>
      <p:sp>
        <p:nvSpPr>
          <p:cNvPr id="12" name="矩形 7"/>
          <p:cNvSpPr>
            <a:spLocks noChangeArrowheads="1"/>
          </p:cNvSpPr>
          <p:nvPr/>
        </p:nvSpPr>
        <p:spPr bwMode="auto">
          <a:xfrm>
            <a:off x="0" y="1544638"/>
            <a:ext cx="12192000" cy="3770312"/>
          </a:xfrm>
          <a:prstGeom prst="rect">
            <a:avLst/>
          </a:prstGeom>
          <a:blipFill dpi="0" rotWithShape="0">
            <a:blip r:embed="rId1" cstate="print"/>
            <a:srcRect/>
            <a:stretch>
              <a:fillRect b="-81895"/>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ctr"/>
          <a:lstStyle/>
          <a:p>
            <a:pPr algn="ctr">
              <a:defRPr/>
            </a:pPr>
            <a:endParaRPr lang="zh-CN" altLang="zh-CN">
              <a:solidFill>
                <a:srgbClr val="FFFFFF"/>
              </a:solidFill>
            </a:endParaRPr>
          </a:p>
        </p:txBody>
      </p:sp>
      <p:sp>
        <p:nvSpPr>
          <p:cNvPr id="13" name="文本框 22"/>
          <p:cNvSpPr>
            <a:spLocks noChangeArrowheads="1"/>
          </p:cNvSpPr>
          <p:nvPr/>
        </p:nvSpPr>
        <p:spPr bwMode="auto">
          <a:xfrm>
            <a:off x="1" y="2545398"/>
            <a:ext cx="12191999" cy="1767205"/>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gn="ctr" fontAlgn="auto">
              <a:lnSpc>
                <a:spcPct val="120000"/>
              </a:lnSpc>
              <a:spcBef>
                <a:spcPts val="400"/>
              </a:spcBef>
            </a:pPr>
            <a:r>
              <a:rPr lang="en-US" altLang="zh-CN" sz="4400">
                <a:solidFill>
                  <a:srgbClr val="FFE8EA"/>
                </a:solidFill>
                <a:latin typeface="微软雅黑" panose="020B0503020204020204" charset="-122"/>
                <a:ea typeface="微软雅黑" panose="020B0503020204020204" charset="-122"/>
                <a:cs typeface="微软雅黑" panose="020B0503020204020204" charset="-122"/>
                <a:sym typeface="+mn-ea"/>
              </a:rPr>
              <a:t>Thanks</a:t>
            </a:r>
            <a:r>
              <a:rPr lang="zh-CN" altLang="en-US" sz="4400">
                <a:solidFill>
                  <a:srgbClr val="FFE8EA"/>
                </a:solidFill>
                <a:latin typeface="微软雅黑" panose="020B0503020204020204" charset="-122"/>
                <a:ea typeface="微软雅黑" panose="020B0503020204020204" charset="-122"/>
                <a:cs typeface="微软雅黑" panose="020B0503020204020204" charset="-122"/>
                <a:sym typeface="+mn-ea"/>
              </a:rPr>
              <a:t>！</a:t>
            </a:r>
            <a:endParaRPr lang="zh-CN" sz="4400">
              <a:solidFill>
                <a:srgbClr val="FFE8EA"/>
              </a:solidFill>
              <a:latin typeface="微软雅黑" panose="020B0503020204020204" charset="-122"/>
              <a:ea typeface="微软雅黑" panose="020B0503020204020204" charset="-122"/>
              <a:cs typeface="微软雅黑" panose="020B0503020204020204" charset="-122"/>
              <a:sym typeface="+mn-ea"/>
            </a:endParaRPr>
          </a:p>
          <a:p>
            <a:pPr algn="ctr" fontAlgn="auto">
              <a:lnSpc>
                <a:spcPct val="120000"/>
              </a:lnSpc>
              <a:spcBef>
                <a:spcPts val="400"/>
              </a:spcBef>
            </a:pPr>
            <a:r>
              <a:rPr lang="zh-CN" sz="4400">
                <a:solidFill>
                  <a:srgbClr val="FFE8EA"/>
                </a:solidFill>
                <a:latin typeface="微软雅黑" panose="020B0503020204020204" charset="-122"/>
                <a:ea typeface="微软雅黑" panose="020B0503020204020204" charset="-122"/>
                <a:cs typeface="微软雅黑" panose="020B0503020204020204" charset="-122"/>
                <a:sym typeface="+mn-ea"/>
              </a:rPr>
              <a:t>欢迎各位老师和同学批评指正！</a:t>
            </a:r>
            <a:endParaRPr lang="zh-CN" altLang="zh-CN" sz="4400" dirty="0">
              <a:solidFill>
                <a:srgbClr val="FFE8EA"/>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23"/>
          <p:cNvSpPr>
            <a:spLocks noChangeArrowheads="1"/>
          </p:cNvSpPr>
          <p:nvPr/>
        </p:nvSpPr>
        <p:spPr bwMode="auto">
          <a:xfrm>
            <a:off x="10153406" y="5382258"/>
            <a:ext cx="19859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汇报人：</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黄祖居</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a:p>
            <a:pPr>
              <a:lnSpc>
                <a:spcPct val="120000"/>
              </a:lnSpc>
            </a:pPr>
            <a:r>
              <a:rPr lang="zh-CN" altLang="en-US" dirty="0">
                <a:solidFill>
                  <a:schemeClr val="tx1"/>
                </a:solidFill>
                <a:latin typeface="微软雅黑" panose="020B0503020204020204" charset="-122"/>
                <a:ea typeface="微软雅黑" panose="020B0503020204020204" charset="-122"/>
                <a:sym typeface="微软雅黑" panose="020B0503020204020204" charset="-122"/>
              </a:rPr>
              <a:t>导  </a:t>
            </a:r>
            <a:r>
              <a:rPr lang="zh-CN" altLang="en-US" sz="600" dirty="0">
                <a:solidFill>
                  <a:schemeClr val="tx1"/>
                </a:solidFill>
                <a:latin typeface="微软雅黑" panose="020B0503020204020204" charset="-122"/>
                <a:ea typeface="微软雅黑" panose="020B0503020204020204" charset="-122"/>
                <a:sym typeface="微软雅黑" panose="020B0503020204020204" charset="-122"/>
              </a:rPr>
              <a:t> </a:t>
            </a:r>
            <a:r>
              <a:rPr lang="zh-CN" altLang="en-US" dirty="0">
                <a:solidFill>
                  <a:schemeClr val="tx1"/>
                </a:solidFill>
                <a:latin typeface="微软雅黑" panose="020B0503020204020204" charset="-122"/>
                <a:ea typeface="微软雅黑" panose="020B0503020204020204" charset="-122"/>
                <a:sym typeface="微软雅黑" panose="020B0503020204020204" charset="-122"/>
              </a:rPr>
              <a:t> 师：陈家辉</a:t>
            </a:r>
            <a:endParaRPr lang="zh-CN" altLang="en-US" dirty="0">
              <a:solidFill>
                <a:schemeClr val="tx1"/>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287.25,&quot;left&quot;:69,&quot;top&quot;:152.25,&quot;width&quot;:688.5}"/>
</p:tagLst>
</file>

<file path=ppt/tags/tag2.xml><?xml version="1.0" encoding="utf-8"?>
<p:tagLst xmlns:p="http://schemas.openxmlformats.org/presentationml/2006/main">
  <p:tag name="KSO_WM_DIAGRAM_VIRTUALLY_FRAME" val="{&quot;height&quot;:287.25,&quot;left&quot;:69,&quot;top&quot;:152.25,&quot;width&quot;:688.5}"/>
</p:tagLst>
</file>

<file path=ppt/tags/tag3.xml><?xml version="1.0" encoding="utf-8"?>
<p:tagLst xmlns:p="http://schemas.openxmlformats.org/presentationml/2006/main">
  <p:tag name="KSO_WM_DIAGRAM_VIRTUALLY_FRAME" val="{&quot;height&quot;:287.25,&quot;left&quot;:69,&quot;top&quot;:152.25,&quot;width&quot;:688.5}"/>
</p:tagLst>
</file>

<file path=ppt/tags/tag4.xml><?xml version="1.0" encoding="utf-8"?>
<p:tagLst xmlns:p="http://schemas.openxmlformats.org/presentationml/2006/main">
  <p:tag name="KSO_WM_DIAGRAM_VIRTUALLY_FRAME" val="{&quot;height&quot;:287.25,&quot;left&quot;:69,&quot;top&quot;:152.25,&quot;width&quot;:688.5}"/>
</p:tagLst>
</file>

<file path=ppt/tags/tag5.xml><?xml version="1.0" encoding="utf-8"?>
<p:tagLst xmlns:p="http://schemas.openxmlformats.org/presentationml/2006/main">
  <p:tag name="KSO_WM_DIAGRAM_VIRTUALLY_FRAME" val="{&quot;height&quot;:287.25,&quot;left&quot;:69,&quot;top&quot;:152.25,&quot;width&quot;:688.5}"/>
</p:tagLst>
</file>

<file path=ppt/tags/tag6.xml><?xml version="1.0" encoding="utf-8"?>
<p:tagLst xmlns:p="http://schemas.openxmlformats.org/presentationml/2006/main">
  <p:tag name="KSO_WM_DIAGRAM_VIRTUALLY_FRAME" val="{&quot;height&quot;:287.25,&quot;left&quot;:69,&quot;top&quot;:152.25,&quot;width&quot;:688.5}"/>
</p:tagLst>
</file>

<file path=ppt/tags/tag7.xml><?xml version="1.0" encoding="utf-8"?>
<p:tagLst xmlns:p="http://schemas.openxmlformats.org/presentationml/2006/main">
  <p:tag name="KSO_WM_DIAGRAM_VIRTUALLY_FRAME" val="{&quot;height&quot;:287.25,&quot;left&quot;:69,&quot;top&quot;:152.25,&quot;width&quot;:688.5}"/>
</p:tagLst>
</file>

<file path=ppt/tags/tag8.xml><?xml version="1.0" encoding="utf-8"?>
<p:tagLst xmlns:p="http://schemas.openxmlformats.org/presentationml/2006/main">
  <p:tag name="KSO_WM_DIAGRAM_VIRTUALLY_FRAME" val="{&quot;height&quot;:287.25,&quot;left&quot;:69,&quot;top&quot;:152.25,&quot;width&quot;:688.5}"/>
</p:tagLst>
</file>

<file path=ppt/tags/tag9.xml><?xml version="1.0" encoding="utf-8"?>
<p:tagLst xmlns:p="http://schemas.openxmlformats.org/presentationml/2006/main">
  <p:tag name="KSO_WM_DIAGRAM_VIRTUALLY_FRAME" val="{&quot;height&quot;:287.25,&quot;left&quot;:69,&quot;top&quot;:152.25,&quot;width&quot;:688.5}"/>
</p:tagLst>
</file>

<file path=ppt/tags/tag10.xml><?xml version="1.0" encoding="utf-8"?>
<p:tagLst xmlns:p="http://schemas.openxmlformats.org/presentationml/2006/main">
  <p:tag name="KSO_WM_DIAGRAM_VIRTUALLY_FRAME" val="{&quot;height&quot;:287.25,&quot;left&quot;:69,&quot;top&quot;:152.25,&quot;width&quot;:688.5}"/>
</p:tagLst>
</file>

<file path=ppt/tags/tag11.xml><?xml version="1.0" encoding="utf-8"?>
<p:tagLst xmlns:p="http://schemas.openxmlformats.org/presentationml/2006/main">
  <p:tag name="KSO_WM_DIAGRAM_VIRTUALLY_FRAME" val="{&quot;height&quot;:287.25,&quot;left&quot;:69,&quot;top&quot;:152.25,&quot;width&quot;:688.5}"/>
</p:tagLst>
</file>

<file path=ppt/tags/tag12.xml><?xml version="1.0" encoding="utf-8"?>
<p:tagLst xmlns:p="http://schemas.openxmlformats.org/presentationml/2006/main">
  <p:tag name="KSO_WM_DIAGRAM_VIRTUALLY_FRAME" val="{&quot;height&quot;:287.25,&quot;left&quot;:69,&quot;top&quot;:152.25,&quot;width&quot;:688.5}"/>
</p:tagLst>
</file>

<file path=ppt/tags/tag13.xml><?xml version="1.0" encoding="utf-8"?>
<p:tagLst xmlns:p="http://schemas.openxmlformats.org/presentationml/2006/main">
  <p:tag name="KSO_WM_DIAGRAM_VIRTUALLY_FRAME" val="{&quot;height&quot;:246.15,&quot;left&quot;:11.850000000000005,&quot;top&quot;:217.95,&quot;width&quot;:584.5000000000005}"/>
</p:tagLst>
</file>

<file path=ppt/tags/tag14.xml><?xml version="1.0" encoding="utf-8"?>
<p:tagLst xmlns:p="http://schemas.openxmlformats.org/presentationml/2006/main">
  <p:tag name="KSO_WM_DIAGRAM_VIRTUALLY_FRAME" val="{&quot;height&quot;:246.15,&quot;left&quot;:11.850000000000005,&quot;top&quot;:217.95,&quot;width&quot;:584.5000000000005}"/>
</p:tagLst>
</file>

<file path=ppt/tags/tag15.xml><?xml version="1.0" encoding="utf-8"?>
<p:tagLst xmlns:p="http://schemas.openxmlformats.org/presentationml/2006/main">
  <p:tag name="KSO_WM_DIAGRAM_VIRTUALLY_FRAME" val="{&quot;height&quot;:246.15,&quot;left&quot;:11.850000000000005,&quot;top&quot;:217.95,&quot;width&quot;:584.5000000000005}"/>
</p:tagLst>
</file>

<file path=ppt/tags/tag16.xml><?xml version="1.0" encoding="utf-8"?>
<p:tagLst xmlns:p="http://schemas.openxmlformats.org/presentationml/2006/main">
  <p:tag name="KSO_WM_DIAGRAM_VIRTUALLY_FRAME" val="{&quot;height&quot;:246.15,&quot;left&quot;:11.850000000000005,&quot;top&quot;:217.95,&quot;width&quot;:584.5000000000005}"/>
</p:tagLst>
</file>

<file path=ppt/tags/tag17.xml><?xml version="1.0" encoding="utf-8"?>
<p:tagLst xmlns:p="http://schemas.openxmlformats.org/presentationml/2006/main">
  <p:tag name="KSO_WM_DIAGRAM_VIRTUALLY_FRAME" val="{&quot;height&quot;:246.15,&quot;left&quot;:11.850000000000005,&quot;top&quot;:217.95,&quot;width&quot;:584.5000000000005}"/>
</p:tagLst>
</file>

<file path=ppt/tags/tag18.xml><?xml version="1.0" encoding="utf-8"?>
<p:tagLst xmlns:p="http://schemas.openxmlformats.org/presentationml/2006/main">
  <p:tag name="KSO_WM_DIAGRAM_VIRTUALLY_FRAME" val="{&quot;height&quot;:246.15,&quot;left&quot;:11.850000000000005,&quot;top&quot;:217.95,&quot;width&quot;:584.5000000000005}"/>
</p:tagLst>
</file>

<file path=ppt/tags/tag19.xml><?xml version="1.0" encoding="utf-8"?>
<p:tagLst xmlns:p="http://schemas.openxmlformats.org/presentationml/2006/main">
  <p:tag name="KSO_WM_DIAGRAM_VIRTUALLY_FRAME" val="{&quot;height&quot;:178.5,&quot;left&quot;:36.45,&quot;top&quot;:243.6,&quot;width&quot;:819.75}"/>
</p:tagLst>
</file>

<file path=ppt/tags/tag20.xml><?xml version="1.0" encoding="utf-8"?>
<p:tagLst xmlns:p="http://schemas.openxmlformats.org/presentationml/2006/main">
  <p:tag name="KSO_WM_DIAGRAM_VIRTUALLY_FRAME" val="{&quot;height&quot;:178.5,&quot;left&quot;:36.45,&quot;top&quot;:243.6,&quot;width&quot;:819.75}"/>
</p:tagLst>
</file>

<file path=ppt/tags/tag21.xml><?xml version="1.0" encoding="utf-8"?>
<p:tagLst xmlns:p="http://schemas.openxmlformats.org/presentationml/2006/main">
  <p:tag name="KSO_WM_DIAGRAM_VIRTUALLY_FRAME" val="{&quot;height&quot;:178.5,&quot;left&quot;:36.45,&quot;top&quot;:243.6,&quot;width&quot;:819.75}"/>
</p:tagLst>
</file>

<file path=ppt/tags/tag22.xml><?xml version="1.0" encoding="utf-8"?>
<p:tagLst xmlns:p="http://schemas.openxmlformats.org/presentationml/2006/main">
  <p:tag name="KSO_WM_DIAGRAM_VIRTUALLY_FRAME" val="{&quot;height&quot;:178.5,&quot;left&quot;:36.45,&quot;top&quot;:243.6,&quot;width&quot;:819.75}"/>
</p:tagLst>
</file>

<file path=ppt/tags/tag23.xml><?xml version="1.0" encoding="utf-8"?>
<p:tagLst xmlns:p="http://schemas.openxmlformats.org/presentationml/2006/main">
  <p:tag name="KSO_WM_DIAGRAM_VIRTUALLY_FRAME" val="{&quot;height&quot;:178.5,&quot;left&quot;:36.45,&quot;top&quot;:243.6,&quot;width&quot;:819.75}"/>
</p:tagLst>
</file>

<file path=ppt/tags/tag24.xml><?xml version="1.0" encoding="utf-8"?>
<p:tagLst xmlns:p="http://schemas.openxmlformats.org/presentationml/2006/main">
  <p:tag name="KSO_WM_DIAGRAM_VIRTUALLY_FRAME" val="{&quot;height&quot;:178.5,&quot;left&quot;:36.45,&quot;top&quot;:243.6,&quot;width&quot;:819.75}"/>
</p:tagLst>
</file>

<file path=ppt/tags/tag25.xml><?xml version="1.0" encoding="utf-8"?>
<p:tagLst xmlns:p="http://schemas.openxmlformats.org/presentationml/2006/main">
  <p:tag name="KSO_WM_DIAGRAM_VIRTUALLY_FRAME" val="{&quot;height&quot;:178.5,&quot;left&quot;:36.45,&quot;top&quot;:243.6,&quot;width&quot;:819.75}"/>
</p:tagLst>
</file>

<file path=ppt/tags/tag26.xml><?xml version="1.0" encoding="utf-8"?>
<p:tagLst xmlns:p="http://schemas.openxmlformats.org/presentationml/2006/main">
  <p:tag name="KSO_WM_DIAGRAM_VIRTUALLY_FRAME" val="{&quot;height&quot;:178.5,&quot;left&quot;:36.45,&quot;top&quot;:243.6,&quot;width&quot;:819.75}"/>
</p:tagLst>
</file>

<file path=ppt/tags/tag27.xml><?xml version="1.0" encoding="utf-8"?>
<p:tagLst xmlns:p="http://schemas.openxmlformats.org/presentationml/2006/main">
  <p:tag name="KSO_WM_DIAGRAM_VIRTUALLY_FRAME" val="{&quot;height&quot;:178.5,&quot;left&quot;:36.45,&quot;top&quot;:243.6,&quot;width&quot;:819.75}"/>
</p:tagLst>
</file>

<file path=ppt/tags/tag28.xml><?xml version="1.0" encoding="utf-8"?>
<p:tagLst xmlns:p="http://schemas.openxmlformats.org/presentationml/2006/main">
  <p:tag name="KSO_WM_DIAGRAM_VIRTUALLY_FRAME" val="{&quot;height&quot;:178.5,&quot;left&quot;:36.45,&quot;top&quot;:243.6,&quot;width&quot;:819.75}"/>
</p:tagLst>
</file>

<file path=ppt/tags/tag29.xml><?xml version="1.0" encoding="utf-8"?>
<p:tagLst xmlns:p="http://schemas.openxmlformats.org/presentationml/2006/main">
  <p:tag name="KSO_WM_DIAGRAM_VIRTUALLY_FRAME" val="{&quot;height&quot;:178.5,&quot;left&quot;:36.45,&quot;top&quot;:243.6,&quot;width&quot;:819.75}"/>
</p:tagLst>
</file>

<file path=ppt/tags/tag30.xml><?xml version="1.0" encoding="utf-8"?>
<p:tagLst xmlns:p="http://schemas.openxmlformats.org/presentationml/2006/main">
  <p:tag name="KSO_WM_DIAGRAM_VIRTUALLY_FRAME" val="{&quot;height&quot;:178.5,&quot;left&quot;:36.45,&quot;top&quot;:243.6,&quot;width&quot;:819.75}"/>
</p:tagLst>
</file>

<file path=ppt/tags/tag31.xml><?xml version="1.0" encoding="utf-8"?>
<p:tagLst xmlns:p="http://schemas.openxmlformats.org/presentationml/2006/main">
  <p:tag name="KSO_WM_DIAGRAM_VIRTUALLY_FRAME" val="{&quot;height&quot;:147,&quot;left&quot;:43.5,&quot;top&quot;:169.5,&quot;width&quot;:874.5}"/>
</p:tagLst>
</file>

<file path=ppt/tags/tag32.xml><?xml version="1.0" encoding="utf-8"?>
<p:tagLst xmlns:p="http://schemas.openxmlformats.org/presentationml/2006/main">
  <p:tag name="KSO_WM_DIAGRAM_VIRTUALLY_FRAME" val="{&quot;height&quot;:147,&quot;left&quot;:43.5,&quot;top&quot;:169.5,&quot;width&quot;:874.5}"/>
</p:tagLst>
</file>

<file path=ppt/tags/tag33.xml><?xml version="1.0" encoding="utf-8"?>
<p:tagLst xmlns:p="http://schemas.openxmlformats.org/presentationml/2006/main">
  <p:tag name="KSO_WM_DIAGRAM_VIRTUALLY_FRAME" val="{&quot;height&quot;:147,&quot;left&quot;:43.5,&quot;top&quot;:169.5,&quot;width&quot;:874.5}"/>
</p:tagLst>
</file>

<file path=ppt/tags/tag34.xml><?xml version="1.0" encoding="utf-8"?>
<p:tagLst xmlns:p="http://schemas.openxmlformats.org/presentationml/2006/main">
  <p:tag name="KSO_WM_DIAGRAM_VIRTUALLY_FRAME" val="{&quot;height&quot;:147,&quot;left&quot;:43.5,&quot;top&quot;:169.5,&quot;width&quot;:874.5}"/>
</p:tagLst>
</file>

<file path=ppt/tags/tag35.xml><?xml version="1.0" encoding="utf-8"?>
<p:tagLst xmlns:p="http://schemas.openxmlformats.org/presentationml/2006/main">
  <p:tag name="KSO_WM_DIAGRAM_VIRTUALLY_FRAME" val="{&quot;height&quot;:147,&quot;left&quot;:43.5,&quot;top&quot;:169.5,&quot;width&quot;:874.5}"/>
</p:tagLst>
</file>

<file path=ppt/tags/tag36.xml><?xml version="1.0" encoding="utf-8"?>
<p:tagLst xmlns:p="http://schemas.openxmlformats.org/presentationml/2006/main">
  <p:tag name="KSO_WM_DIAGRAM_VIRTUALLY_FRAME" val="{&quot;height&quot;:147,&quot;left&quot;:43.5,&quot;top&quot;:169.5,&quot;width&quot;:874.5}"/>
</p:tagLst>
</file>

<file path=ppt/tags/tag37.xml><?xml version="1.0" encoding="utf-8"?>
<p:tagLst xmlns:p="http://schemas.openxmlformats.org/presentationml/2006/main">
  <p:tag name="KSO_WM_DIAGRAM_VIRTUALLY_FRAME" val="{&quot;height&quot;:147,&quot;left&quot;:43.5,&quot;top&quot;:169.5,&quot;width&quot;:874.5}"/>
</p:tagLst>
</file>

<file path=ppt/tags/tag38.xml><?xml version="1.0" encoding="utf-8"?>
<p:tagLst xmlns:p="http://schemas.openxmlformats.org/presentationml/2006/main">
  <p:tag name="KSO_WM_DIAGRAM_VIRTUALLY_FRAME" val="{&quot;height&quot;:147,&quot;left&quot;:43.5,&quot;top&quot;:169.5,&quot;width&quot;:874.5}"/>
</p:tagLst>
</file>

<file path=ppt/tags/tag39.xml><?xml version="1.0" encoding="utf-8"?>
<p:tagLst xmlns:p="http://schemas.openxmlformats.org/presentationml/2006/main">
  <p:tag name="KSO_WM_DIAGRAM_VIRTUALLY_FRAME" val="{&quot;height&quot;:147,&quot;left&quot;:43.5,&quot;top&quot;:169.5,&quot;width&quot;:874.5}"/>
</p:tagLst>
</file>

<file path=ppt/tags/tag40.xml><?xml version="1.0" encoding="utf-8"?>
<p:tagLst xmlns:p="http://schemas.openxmlformats.org/presentationml/2006/main">
  <p:tag name="KSO_WM_DIAGRAM_VIRTUALLY_FRAME" val="{&quot;height&quot;:147,&quot;left&quot;:43.5,&quot;top&quot;:169.5,&quot;width&quot;:874.5}"/>
</p:tagLst>
</file>

<file path=ppt/tags/tag41.xml><?xml version="1.0" encoding="utf-8"?>
<p:tagLst xmlns:p="http://schemas.openxmlformats.org/presentationml/2006/main">
  <p:tag name="KSO_WM_DIAGRAM_VIRTUALLY_FRAME" val="{&quot;height&quot;:147,&quot;left&quot;:43.5,&quot;top&quot;:169.5,&quot;width&quot;:874.5}"/>
</p:tagLst>
</file>

<file path=ppt/tags/tag42.xml><?xml version="1.0" encoding="utf-8"?>
<p:tagLst xmlns:p="http://schemas.openxmlformats.org/presentationml/2006/main">
  <p:tag name="KSO_WM_DIAGRAM_VIRTUALLY_FRAME" val="{&quot;height&quot;:147,&quot;left&quot;:43.5,&quot;top&quot;:169.5,&quot;width&quot;:874.5}"/>
</p:tagLst>
</file>

<file path=ppt/tags/tag43.xml><?xml version="1.0" encoding="utf-8"?>
<p:tagLst xmlns:p="http://schemas.openxmlformats.org/presentationml/2006/main">
  <p:tag name="KSO_WM_DIAGRAM_VIRTUALLY_FRAME" val="{&quot;height&quot;:147,&quot;left&quot;:43.5,&quot;top&quot;:169.5,&quot;width&quot;:874.5}"/>
</p:tagLst>
</file>

<file path=ppt/tags/tag44.xml><?xml version="1.0" encoding="utf-8"?>
<p:tagLst xmlns:p="http://schemas.openxmlformats.org/presentationml/2006/main">
  <p:tag name="KSO_WM_DIAGRAM_VIRTUALLY_FRAME" val="{&quot;height&quot;:147,&quot;left&quot;:43.5,&quot;top&quot;:169.5,&quot;width&quot;:874.5}"/>
</p:tagLst>
</file>

<file path=ppt/tags/tag45.xml><?xml version="1.0" encoding="utf-8"?>
<p:tagLst xmlns:p="http://schemas.openxmlformats.org/presentationml/2006/main">
  <p:tag name="KSO_WM_DIAGRAM_VIRTUALLY_FRAME" val="{&quot;height&quot;:147,&quot;left&quot;:43.5,&quot;top&quot;:169.5,&quot;width&quot;:874.5}"/>
</p:tagLst>
</file>

<file path=ppt/tags/tag46.xml><?xml version="1.0" encoding="utf-8"?>
<p:tagLst xmlns:p="http://schemas.openxmlformats.org/presentationml/2006/main">
  <p:tag name="KSO_WM_DIAGRAM_VIRTUALLY_FRAME" val="{&quot;height&quot;:147,&quot;left&quot;:43.5,&quot;top&quot;:169.5,&quot;width&quot;:874.5}"/>
</p:tagLst>
</file>

<file path=ppt/tags/tag47.xml><?xml version="1.0" encoding="utf-8"?>
<p:tagLst xmlns:p="http://schemas.openxmlformats.org/presentationml/2006/main">
  <p:tag name="KSO_WM_DIAGRAM_VIRTUALLY_FRAME" val="{&quot;height&quot;:147,&quot;left&quot;:43.5,&quot;top&quot;:169.5,&quot;width&quot;:874.5}"/>
</p:tagLst>
</file>

<file path=ppt/tags/tag48.xml><?xml version="1.0" encoding="utf-8"?>
<p:tagLst xmlns:p="http://schemas.openxmlformats.org/presentationml/2006/main">
  <p:tag name="KSO_WM_DIAGRAM_VIRTUALLY_FRAME" val="{&quot;height&quot;:147,&quot;left&quot;:43.5,&quot;top&quot;:169.5,&quot;width&quot;:874.5}"/>
</p:tagLst>
</file>

<file path=ppt/tags/tag49.xml><?xml version="1.0" encoding="utf-8"?>
<p:tagLst xmlns:p="http://schemas.openxmlformats.org/presentationml/2006/main">
  <p:tag name="KSO_WM_DIAGRAM_VIRTUALLY_FRAME" val="{&quot;height&quot;:147,&quot;left&quot;:43.5,&quot;top&quot;:169.5,&quot;width&quot;:874.5}"/>
</p:tagLst>
</file>

<file path=ppt/tags/tag50.xml><?xml version="1.0" encoding="utf-8"?>
<p:tagLst xmlns:p="http://schemas.openxmlformats.org/presentationml/2006/main">
  <p:tag name="KSO_WM_DIAGRAM_VIRTUALLY_FRAME" val="{&quot;height&quot;:147,&quot;left&quot;:43.5,&quot;top&quot;:169.5,&quot;width&quot;:874.5}"/>
</p:tagLst>
</file>

<file path=ppt/tags/tag51.xml><?xml version="1.0" encoding="utf-8"?>
<p:tagLst xmlns:p="http://schemas.openxmlformats.org/presentationml/2006/main">
  <p:tag name="KSO_WM_DIAGRAM_VIRTUALLY_FRAME" val="{&quot;height&quot;:147,&quot;left&quot;:43.5,&quot;top&quot;:169.5,&quot;width&quot;:874.5}"/>
</p:tagLst>
</file>

<file path=ppt/tags/tag52.xml><?xml version="1.0" encoding="utf-8"?>
<p:tagLst xmlns:p="http://schemas.openxmlformats.org/presentationml/2006/main">
  <p:tag name="KSO_WM_DIAGRAM_VIRTUALLY_FRAME" val="{&quot;height&quot;:147,&quot;left&quot;:43.5,&quot;top&quot;:169.5,&quot;width&quot;:874.5}"/>
</p:tagLst>
</file>

<file path=ppt/tags/tag53.xml><?xml version="1.0" encoding="utf-8"?>
<p:tagLst xmlns:p="http://schemas.openxmlformats.org/presentationml/2006/main">
  <p:tag name="KSO_WM_DIAGRAM_VIRTUALLY_FRAME" val="{&quot;height&quot;:147,&quot;left&quot;:43.5,&quot;top&quot;:169.5,&quot;width&quot;:874.5}"/>
</p:tagLst>
</file>

<file path=ppt/tags/tag54.xml><?xml version="1.0" encoding="utf-8"?>
<p:tagLst xmlns:p="http://schemas.openxmlformats.org/presentationml/2006/main">
  <p:tag name="KSO_WM_DIAGRAM_VIRTUALLY_FRAME" val="{&quot;height&quot;:147,&quot;left&quot;:43.5,&quot;top&quot;:169.5,&quot;width&quot;:874.5}"/>
</p:tagLst>
</file>

<file path=ppt/tags/tag55.xml><?xml version="1.0" encoding="utf-8"?>
<p:tagLst xmlns:p="http://schemas.openxmlformats.org/presentationml/2006/main">
  <p:tag name="KSO_WM_DIAGRAM_VIRTUALLY_FRAME" val="{&quot;height&quot;:262.5,&quot;left&quot;:52.5,&quot;top&quot;:138.75,&quot;width&quot;:870}"/>
</p:tagLst>
</file>

<file path=ppt/tags/tag56.xml><?xml version="1.0" encoding="utf-8"?>
<p:tagLst xmlns:p="http://schemas.openxmlformats.org/presentationml/2006/main">
  <p:tag name="KSO_WM_DIAGRAM_VIRTUALLY_FRAME" val="{&quot;height&quot;:262.5,&quot;left&quot;:52.5,&quot;top&quot;:138.75,&quot;width&quot;:870}"/>
</p:tagLst>
</file>

<file path=ppt/tags/tag57.xml><?xml version="1.0" encoding="utf-8"?>
<p:tagLst xmlns:p="http://schemas.openxmlformats.org/presentationml/2006/main">
  <p:tag name="KSO_WM_DIAGRAM_VIRTUALLY_FRAME" val="{&quot;height&quot;:262.5,&quot;left&quot;:52.5,&quot;top&quot;:138.75,&quot;width&quot;:870}"/>
</p:tagLst>
</file>

<file path=ppt/tags/tag58.xml><?xml version="1.0" encoding="utf-8"?>
<p:tagLst xmlns:p="http://schemas.openxmlformats.org/presentationml/2006/main">
  <p:tag name="KSO_WM_DIAGRAM_VIRTUALLY_FRAME" val="{&quot;height&quot;:262.5,&quot;left&quot;:52.5,&quot;top&quot;:138.75,&quot;width&quot;:870}"/>
</p:tagLst>
</file>

<file path=ppt/tags/tag59.xml><?xml version="1.0" encoding="utf-8"?>
<p:tagLst xmlns:p="http://schemas.openxmlformats.org/presentationml/2006/main">
  <p:tag name="KSO_WM_DIAGRAM_VIRTUALLY_FRAME" val="{&quot;height&quot;:262.5,&quot;left&quot;:52.5,&quot;top&quot;:138.75,&quot;width&quot;:870}"/>
</p:tagLst>
</file>

<file path=ppt/tags/tag60.xml><?xml version="1.0" encoding="utf-8"?>
<p:tagLst xmlns:p="http://schemas.openxmlformats.org/presentationml/2006/main">
  <p:tag name="KSO_WM_DIAGRAM_VIRTUALLY_FRAME" val="{&quot;height&quot;:262.5,&quot;left&quot;:52.5,&quot;top&quot;:138.75,&quot;width&quot;:870}"/>
</p:tagLst>
</file>

<file path=ppt/tags/tag61.xml><?xml version="1.0" encoding="utf-8"?>
<p:tagLst xmlns:p="http://schemas.openxmlformats.org/presentationml/2006/main">
  <p:tag name="KSO_WM_DIAGRAM_VIRTUALLY_FRAME" val="{&quot;height&quot;:262.5,&quot;left&quot;:52.5,&quot;top&quot;:138.75,&quot;width&quot;:870}"/>
</p:tagLst>
</file>

<file path=ppt/tags/tag62.xml><?xml version="1.0" encoding="utf-8"?>
<p:tagLst xmlns:p="http://schemas.openxmlformats.org/presentationml/2006/main">
  <p:tag name="KSO_WM_DIAGRAM_VIRTUALLY_FRAME" val="{&quot;height&quot;:262.5,&quot;left&quot;:52.5,&quot;top&quot;:138.75,&quot;width&quot;:870}"/>
</p:tagLst>
</file>

<file path=ppt/tags/tag63.xml><?xml version="1.0" encoding="utf-8"?>
<p:tagLst xmlns:p="http://schemas.openxmlformats.org/presentationml/2006/main">
  <p:tag name="KSO_WM_DIAGRAM_VIRTUALLY_FRAME" val="{&quot;height&quot;:262.5,&quot;left&quot;:52.5,&quot;top&quot;:138.75,&quot;width&quot;:870}"/>
</p:tagLst>
</file>

<file path=ppt/tags/tag64.xml><?xml version="1.0" encoding="utf-8"?>
<p:tagLst xmlns:p="http://schemas.openxmlformats.org/presentationml/2006/main">
  <p:tag name="KSO_WM_DIAGRAM_VIRTUALLY_FRAME" val="{&quot;height&quot;:262.5,&quot;left&quot;:52.5,&quot;top&quot;:138.75,&quot;width&quot;:870}"/>
</p:tagLst>
</file>

<file path=ppt/tags/tag65.xml><?xml version="1.0" encoding="utf-8"?>
<p:tagLst xmlns:p="http://schemas.openxmlformats.org/presentationml/2006/main">
  <p:tag name="KSO_WM_DIAGRAM_VIRTUALLY_FRAME" val="{&quot;height&quot;:262.5,&quot;left&quot;:52.5,&quot;top&quot;:138.75,&quot;width&quot;:870}"/>
</p:tagLst>
</file>

<file path=ppt/tags/tag66.xml><?xml version="1.0" encoding="utf-8"?>
<p:tagLst xmlns:p="http://schemas.openxmlformats.org/presentationml/2006/main">
  <p:tag name="KSO_WM_DIAGRAM_VIRTUALLY_FRAME" val="{&quot;height&quot;:262.5,&quot;left&quot;:52.5,&quot;top&quot;:138.75,&quot;width&quot;:870}"/>
</p:tagLst>
</file>

<file path=ppt/tags/tag67.xml><?xml version="1.0" encoding="utf-8"?>
<p:tagLst xmlns:p="http://schemas.openxmlformats.org/presentationml/2006/main">
  <p:tag name="KSO_WM_DIAGRAM_VIRTUALLY_FRAME" val="{&quot;height&quot;:262.5,&quot;left&quot;:52.5,&quot;top&quot;:138.75,&quot;width&quot;:870}"/>
</p:tagLst>
</file>

<file path=ppt/tags/tag68.xml><?xml version="1.0" encoding="utf-8"?>
<p:tagLst xmlns:p="http://schemas.openxmlformats.org/presentationml/2006/main">
  <p:tag name="KSO_WM_DIAGRAM_VIRTUALLY_FRAME" val="{&quot;height&quot;:262.5,&quot;left&quot;:52.5,&quot;top&quot;:138.75,&quot;width&quot;:870}"/>
</p:tagLst>
</file>

<file path=ppt/tags/tag69.xml><?xml version="1.0" encoding="utf-8"?>
<p:tagLst xmlns:p="http://schemas.openxmlformats.org/presentationml/2006/main">
  <p:tag name="KSO_WM_DIAGRAM_VIRTUALLY_FRAME" val="{&quot;height&quot;:262.5,&quot;left&quot;:52.5,&quot;top&quot;:138.75,&quot;width&quot;:870}"/>
</p:tagLst>
</file>

<file path=ppt/tags/tag70.xml><?xml version="1.0" encoding="utf-8"?>
<p:tagLst xmlns:p="http://schemas.openxmlformats.org/presentationml/2006/main">
  <p:tag name="KSO_WM_DIAGRAM_VIRTUALLY_FRAME" val="{&quot;height&quot;:147,&quot;left&quot;:43.5,&quot;top&quot;:169.5,&quot;width&quot;:874.5}"/>
</p:tagLst>
</file>

<file path=ppt/theme/theme1.xml><?xml version="1.0" encoding="utf-8"?>
<a:theme xmlns:a="http://schemas.openxmlformats.org/drawingml/2006/main" name="1_Office 主题​​">
  <a:themeElements>
    <a:clrScheme name="自定义 2">
      <a:dk1>
        <a:sysClr val="windowText" lastClr="000000"/>
      </a:dk1>
      <a:lt1>
        <a:sysClr val="window" lastClr="FFFFFF"/>
      </a:lt1>
      <a:dk2>
        <a:srgbClr val="C00000"/>
      </a:dk2>
      <a:lt2>
        <a:srgbClr val="E7E6E6"/>
      </a:lt2>
      <a:accent1>
        <a:srgbClr val="3399FF"/>
      </a:accent1>
      <a:accent2>
        <a:srgbClr val="ED7D31"/>
      </a:accent2>
      <a:accent3>
        <a:srgbClr val="A5A5A5"/>
      </a:accent3>
      <a:accent4>
        <a:srgbClr val="FFC000"/>
      </a:accent4>
      <a:accent5>
        <a:srgbClr val="5B9BD5"/>
      </a:accent5>
      <a:accent6>
        <a:srgbClr val="70AD47"/>
      </a:accent6>
      <a:hlink>
        <a:srgbClr val="0563C1"/>
      </a:hlink>
      <a:folHlink>
        <a:srgbClr val="1F3864"/>
      </a:folHlink>
    </a:clrScheme>
    <a:fontScheme name="font">
      <a:majorFont>
        <a:latin typeface="Times New Roman"/>
        <a:ea typeface="楷体"/>
        <a:cs typeface=""/>
      </a:majorFont>
      <a:minorFont>
        <a:latin typeface="Times New Roman"/>
        <a:ea typeface="楷体"/>
        <a:cs typeface=""/>
      </a:minorFont>
    </a:fontScheme>
    <a:fmtScheme name="自定义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
      <a:dk1>
        <a:sysClr val="windowText" lastClr="000000"/>
      </a:dk1>
      <a:lt1>
        <a:sysClr val="window" lastClr="FFFFFF"/>
      </a:lt1>
      <a:dk2>
        <a:srgbClr val="C00000"/>
      </a:dk2>
      <a:lt2>
        <a:srgbClr val="E7E6E6"/>
      </a:lt2>
      <a:accent1>
        <a:srgbClr val="3399FF"/>
      </a:accent1>
      <a:accent2>
        <a:srgbClr val="ED7D31"/>
      </a:accent2>
      <a:accent3>
        <a:srgbClr val="A5A5A5"/>
      </a:accent3>
      <a:accent4>
        <a:srgbClr val="FFC000"/>
      </a:accent4>
      <a:accent5>
        <a:srgbClr val="5B9BD5"/>
      </a:accent5>
      <a:accent6>
        <a:srgbClr val="70AD47"/>
      </a:accent6>
      <a:hlink>
        <a:srgbClr val="0563C1"/>
      </a:hlink>
      <a:folHlink>
        <a:srgbClr val="1F3864"/>
      </a:folHlink>
    </a:clrScheme>
    <a:fontScheme name="font">
      <a:majorFont>
        <a:latin typeface="Times New Roman"/>
        <a:ea typeface="楷体"/>
        <a:cs typeface=""/>
      </a:majorFont>
      <a:minorFont>
        <a:latin typeface="Times New Roman"/>
        <a:ea typeface="楷体"/>
        <a:cs typeface=""/>
      </a:minorFont>
    </a:fontScheme>
    <a:fmtScheme name="自定义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4869</Words>
  <Application>WPS 演示</Application>
  <PresentationFormat>Converted Presentation</PresentationFormat>
  <Paragraphs>684</Paragraphs>
  <Slides>25</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25</vt:i4>
      </vt:variant>
    </vt:vector>
  </HeadingPairs>
  <TitlesOfParts>
    <vt:vector size="50" baseType="lpstr">
      <vt:lpstr>Arial</vt:lpstr>
      <vt:lpstr>宋体</vt:lpstr>
      <vt:lpstr>Wingdings</vt:lpstr>
      <vt:lpstr>Arial</vt:lpstr>
      <vt:lpstr>思源黑体 CN Normal</vt:lpstr>
      <vt:lpstr>黑体</vt:lpstr>
      <vt:lpstr>书体坊安景臣钢笔行书</vt:lpstr>
      <vt:lpstr>Courier Code</vt:lpstr>
      <vt:lpstr>思源宋体 CN Heavy</vt:lpstr>
      <vt:lpstr>Alibaba Sans Medium</vt:lpstr>
      <vt:lpstr>Times New Roman</vt:lpstr>
      <vt:lpstr>微软雅黑</vt:lpstr>
      <vt:lpstr>Arial Unicode MS</vt:lpstr>
      <vt:lpstr>Cambria Math</vt:lpstr>
      <vt:lpstr>Cambria Math</vt:lpstr>
      <vt:lpstr>MS Mincho</vt:lpstr>
      <vt:lpstr>Cambria Math</vt:lpstr>
      <vt:lpstr>楷体</vt:lpstr>
      <vt:lpstr>Calibri</vt:lpstr>
      <vt:lpstr>方正大黑体_GBK</vt:lpstr>
      <vt:lpstr>Aa钢笔行书</vt:lpstr>
      <vt:lpstr>兰米宋体</vt:lpstr>
      <vt:lpstr>Saturday Sans Regular</vt:lpstr>
      <vt:lpstr>Ms.Luce</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黄祖居</cp:lastModifiedBy>
  <cp:revision>42</cp:revision>
  <dcterms:created xsi:type="dcterms:W3CDTF">2026-10-18T10:32:00Z</dcterms:created>
  <dcterms:modified xsi:type="dcterms:W3CDTF">2026-10-23T16:57:07Z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6D498BAC34B540CC8D083CABC04BE1A0_13</vt:lpwstr>
  </property>
  <property fmtid="{D5CDD505-2E9C-101B-9397-08002B2CF9AE}" pid="3" name="KSOProductBuildVer">
    <vt:lpwstr>2052-12.1.0.23542</vt:lpwstr>
  </property>
</Properties>
</file>